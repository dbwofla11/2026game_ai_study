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9a3f7b1921456a" /><Relationship Type="http://schemas.openxmlformats.org/officeDocument/2006/relationships/extended-properties" Target="/docProps/app.xml" Id="R5f277ae514dd46c2" /><Relationship Type="http://schemas.openxmlformats.org/officeDocument/2006/relationships/officeDocument" Target="/ppt/presentation.xml" Id="R8bfa440b09964a68" /></Relationships>
</file>

<file path=ppt/presentation.xml><?xml version="1.0" encoding="utf-8"?>
<p:presentation xmlns:p="http://schemas.openxmlformats.org/presentationml/2006/main">
  <p:sldMasterIdLst>
    <p:sldMasterId xmlns:r="http://schemas.openxmlformats.org/officeDocument/2006/relationships" id="2147483648" r:id="R91cb57a1a57f402b"/>
  </p:sldMasterIdLst>
  <p:notesMasterIdLst>
    <p:notesMasterId xmlns:r="http://schemas.openxmlformats.org/officeDocument/2006/relationships" r:id="R56e4ad97cbc94440"/>
  </p:notesMasterIdLst>
  <p:sldIdLst>
    <p:sldId xmlns:r="http://schemas.openxmlformats.org/officeDocument/2006/relationships" id="256" r:id="R303a5e655e44415e"/>
    <p:sldId xmlns:r="http://schemas.openxmlformats.org/officeDocument/2006/relationships" id="257" r:id="R21822d9742b14567"/>
    <p:sldId xmlns:r="http://schemas.openxmlformats.org/officeDocument/2006/relationships" id="258" r:id="R79b26d6d3c984cf9"/>
    <p:sldId xmlns:r="http://schemas.openxmlformats.org/officeDocument/2006/relationships" id="259" r:id="R65cba0e9288b4c71"/>
    <p:sldId xmlns:r="http://schemas.openxmlformats.org/officeDocument/2006/relationships" id="260" r:id="R5263d218638340af"/>
    <p:sldId xmlns:r="http://schemas.openxmlformats.org/officeDocument/2006/relationships" id="261" r:id="R7a852fd529574e0f"/>
    <p:sldId xmlns:r="http://schemas.openxmlformats.org/officeDocument/2006/relationships" id="262" r:id="Rca4234db5630421f"/>
    <p:sldId xmlns:r="http://schemas.openxmlformats.org/officeDocument/2006/relationships" id="263" r:id="R6864144ea5c94d79"/>
    <p:sldId xmlns:r="http://schemas.openxmlformats.org/officeDocument/2006/relationships" id="264" r:id="Rde62cf5b66244707"/>
    <p:sldId xmlns:r="http://schemas.openxmlformats.org/officeDocument/2006/relationships" id="265" r:id="Rbc8068761f7248a9"/>
    <p:sldId xmlns:r="http://schemas.openxmlformats.org/officeDocument/2006/relationships" id="266" r:id="Rc131bcc1403a4c25"/>
    <p:sldId xmlns:r="http://schemas.openxmlformats.org/officeDocument/2006/relationships" id="267" r:id="Ra8949452ff264d59"/>
    <p:sldId xmlns:r="http://schemas.openxmlformats.org/officeDocument/2006/relationships" id="268" r:id="Rbff9c9dcf18b46cc"/>
    <p:sldId xmlns:r="http://schemas.openxmlformats.org/officeDocument/2006/relationships" id="269" r:id="R8a6d3cf9e52a42fc"/>
    <p:sldId xmlns:r="http://schemas.openxmlformats.org/officeDocument/2006/relationships" id="270" r:id="R54338cd44bf847e3"/>
    <p:sldId xmlns:r="http://schemas.openxmlformats.org/officeDocument/2006/relationships" id="271" r:id="R6dad918f1c8b4867"/>
    <p:sldId xmlns:r="http://schemas.openxmlformats.org/officeDocument/2006/relationships" id="272" r:id="R217358be688f47d2"/>
    <p:sldId xmlns:r="http://schemas.openxmlformats.org/officeDocument/2006/relationships" id="273" r:id="R94ba0b7b37aa4ac5"/>
    <p:sldId xmlns:r="http://schemas.openxmlformats.org/officeDocument/2006/relationships" id="274" r:id="Re90bc5a69b1345c6"/>
    <p:sldId xmlns:r="http://schemas.openxmlformats.org/officeDocument/2006/relationships" id="275" r:id="R62d4abfd23ea4b27"/>
    <p:sldId xmlns:r="http://schemas.openxmlformats.org/officeDocument/2006/relationships" id="276" r:id="R7441eff98e1e4dbf"/>
    <p:sldId xmlns:r="http://schemas.openxmlformats.org/officeDocument/2006/relationships" id="277" r:id="R6e0634d72e7a4198"/>
    <p:sldId xmlns:r="http://schemas.openxmlformats.org/officeDocument/2006/relationships" id="278" r:id="R60c5f8dfe7a34de3"/>
    <p:sldId xmlns:r="http://schemas.openxmlformats.org/officeDocument/2006/relationships" id="279" r:id="Rf75a4c7bc117428d"/>
    <p:sldId xmlns:r="http://schemas.openxmlformats.org/officeDocument/2006/relationships" id="280" r:id="Ra9b817de98114a4c"/>
    <p:sldId xmlns:r="http://schemas.openxmlformats.org/officeDocument/2006/relationships" id="281" r:id="R974232008f90480c"/>
    <p:sldId xmlns:r="http://schemas.openxmlformats.org/officeDocument/2006/relationships" id="282" r:id="R86d434684c814a7d"/>
    <p:sldId xmlns:r="http://schemas.openxmlformats.org/officeDocument/2006/relationships" id="283" r:id="R9f4bdb9999d84815"/>
    <p:sldId xmlns:r="http://schemas.openxmlformats.org/officeDocument/2006/relationships" id="284" r:id="R88c29b94b98b4f8c"/>
    <p:sldId xmlns:r="http://schemas.openxmlformats.org/officeDocument/2006/relationships" id="285" r:id="R49fec2c38fca4909"/>
    <p:sldId xmlns:r="http://schemas.openxmlformats.org/officeDocument/2006/relationships" id="286" r:id="Rc8e3db44a4984f0c"/>
    <p:sldId xmlns:r="http://schemas.openxmlformats.org/officeDocument/2006/relationships" id="287" r:id="R28cae71fbfd246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18d0fc06bb4d4e" /><Relationship Type="http://schemas.openxmlformats.org/officeDocument/2006/relationships/slideMaster" Target="/ppt/slideMasters/slideMaster1.xml" Id="R91cb57a1a57f402b" /><Relationship Type="http://schemas.openxmlformats.org/officeDocument/2006/relationships/notesMaster" Target="/ppt/notesMasters/notesMaster1.xml" Id="R56e4ad97cbc94440" /><Relationship Type="http://schemas.openxmlformats.org/officeDocument/2006/relationships/presProps" Target="/ppt/presProps.xml" Id="R35b7095276ff48e3" /><Relationship Type="http://schemas.openxmlformats.org/officeDocument/2006/relationships/tableStyles" Target="/ppt/tableStyles.xml" Id="Rdd98421937c64619" /><Relationship Type="http://schemas.openxmlformats.org/officeDocument/2006/relationships/slide" Target="/ppt/slides/slide1.xml" Id="R303a5e655e44415e" /><Relationship Type="http://schemas.openxmlformats.org/officeDocument/2006/relationships/slide" Target="/ppt/slides/slide2.xml" Id="R21822d9742b14567" /><Relationship Type="http://schemas.openxmlformats.org/officeDocument/2006/relationships/slide" Target="/ppt/slides/slide3.xml" Id="R79b26d6d3c984cf9" /><Relationship Type="http://schemas.openxmlformats.org/officeDocument/2006/relationships/slide" Target="/ppt/slides/slide4.xml" Id="R65cba0e9288b4c71" /><Relationship Type="http://schemas.openxmlformats.org/officeDocument/2006/relationships/slide" Target="/ppt/slides/slide5.xml" Id="R5263d218638340af" /><Relationship Type="http://schemas.openxmlformats.org/officeDocument/2006/relationships/slide" Target="/ppt/slides/slide6.xml" Id="R7a852fd529574e0f" /><Relationship Type="http://schemas.openxmlformats.org/officeDocument/2006/relationships/slide" Target="/ppt/slides/slide7.xml" Id="Rca4234db5630421f" /><Relationship Type="http://schemas.openxmlformats.org/officeDocument/2006/relationships/slide" Target="/ppt/slides/slide8.xml" Id="R6864144ea5c94d79" /><Relationship Type="http://schemas.openxmlformats.org/officeDocument/2006/relationships/slide" Target="/ppt/slides/slide9.xml" Id="Rde62cf5b66244707" /><Relationship Type="http://schemas.openxmlformats.org/officeDocument/2006/relationships/slide" Target="/ppt/slides/slide10.xml" Id="Rbc8068761f7248a9" /><Relationship Type="http://schemas.openxmlformats.org/officeDocument/2006/relationships/slide" Target="/ppt/slides/slide11.xml" Id="Rc131bcc1403a4c25" /><Relationship Type="http://schemas.openxmlformats.org/officeDocument/2006/relationships/slide" Target="/ppt/slides/slide12.xml" Id="Ra8949452ff264d59" /><Relationship Type="http://schemas.openxmlformats.org/officeDocument/2006/relationships/slide" Target="/ppt/slides/slide13.xml" Id="Rbff9c9dcf18b46cc" /><Relationship Type="http://schemas.openxmlformats.org/officeDocument/2006/relationships/slide" Target="/ppt/slides/slide14.xml" Id="R8a6d3cf9e52a42fc" /><Relationship Type="http://schemas.openxmlformats.org/officeDocument/2006/relationships/slide" Target="/ppt/slides/slide15.xml" Id="R54338cd44bf847e3" /><Relationship Type="http://schemas.openxmlformats.org/officeDocument/2006/relationships/slide" Target="/ppt/slides/slide16.xml" Id="R6dad918f1c8b4867" /><Relationship Type="http://schemas.openxmlformats.org/officeDocument/2006/relationships/slide" Target="/ppt/slides/slide17.xml" Id="R217358be688f47d2" /><Relationship Type="http://schemas.openxmlformats.org/officeDocument/2006/relationships/slide" Target="/ppt/slides/slide18.xml" Id="R94ba0b7b37aa4ac5" /><Relationship Type="http://schemas.openxmlformats.org/officeDocument/2006/relationships/slide" Target="/ppt/slides/slide19.xml" Id="Re90bc5a69b1345c6" /><Relationship Type="http://schemas.openxmlformats.org/officeDocument/2006/relationships/slide" Target="/ppt/slides/slide20.xml" Id="R62d4abfd23ea4b27" /><Relationship Type="http://schemas.openxmlformats.org/officeDocument/2006/relationships/slide" Target="/ppt/slides/slide21.xml" Id="R7441eff98e1e4dbf" /><Relationship Type="http://schemas.openxmlformats.org/officeDocument/2006/relationships/slide" Target="/ppt/slides/slide22.xml" Id="R6e0634d72e7a4198" /><Relationship Type="http://schemas.openxmlformats.org/officeDocument/2006/relationships/slide" Target="/ppt/slides/slide23.xml" Id="R60c5f8dfe7a34de3" /><Relationship Type="http://schemas.openxmlformats.org/officeDocument/2006/relationships/slide" Target="/ppt/slides/slide24.xml" Id="Rf75a4c7bc117428d" /><Relationship Type="http://schemas.openxmlformats.org/officeDocument/2006/relationships/slide" Target="/ppt/slides/slide25.xml" Id="Ra9b817de98114a4c" /><Relationship Type="http://schemas.openxmlformats.org/officeDocument/2006/relationships/slide" Target="/ppt/slides/slide26.xml" Id="R974232008f90480c" /><Relationship Type="http://schemas.openxmlformats.org/officeDocument/2006/relationships/slide" Target="/ppt/slides/slide27.xml" Id="R86d434684c814a7d" /><Relationship Type="http://schemas.openxmlformats.org/officeDocument/2006/relationships/slide" Target="/ppt/slides/slide28.xml" Id="R9f4bdb9999d84815" /><Relationship Type="http://schemas.openxmlformats.org/officeDocument/2006/relationships/slide" Target="/ppt/slides/slide29.xml" Id="R88c29b94b98b4f8c" /><Relationship Type="http://schemas.openxmlformats.org/officeDocument/2006/relationships/slide" Target="/ppt/slides/slide30.xml" Id="R49fec2c38fca4909" /><Relationship Type="http://schemas.openxmlformats.org/officeDocument/2006/relationships/slide" Target="/ppt/slides/slide31.xml" Id="Rc8e3db44a4984f0c" /><Relationship Type="http://schemas.openxmlformats.org/officeDocument/2006/relationships/slide" Target="/ppt/slides/slide32.xml" Id="R28cae71fbfd246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3ebcadda4046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44ba0af1534247" /><Relationship Type="http://schemas.openxmlformats.org/officeDocument/2006/relationships/notesMaster" Target="/ppt/notesMasters/notesMaster1.xml" Id="R72bc544db60948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64758e3ebe47dd" /><Relationship Type="http://schemas.openxmlformats.org/officeDocument/2006/relationships/notesMaster" Target="/ppt/notesMasters/notesMaster1.xml" Id="Rdb41475b1ee848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5f4aa4b0754436" /><Relationship Type="http://schemas.openxmlformats.org/officeDocument/2006/relationships/notesMaster" Target="/ppt/notesMasters/notesMaster1.xml" Id="Rf094251e35ce4c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97adbdda6b44f3" /><Relationship Type="http://schemas.openxmlformats.org/officeDocument/2006/relationships/notesMaster" Target="/ppt/notesMasters/notesMaster1.xml" Id="Rf85c0907224f41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68dd6d79c24b90" /><Relationship Type="http://schemas.openxmlformats.org/officeDocument/2006/relationships/notesMaster" Target="/ppt/notesMasters/notesMaster1.xml" Id="R0ffe373167bd4d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180355d8894ca8" /><Relationship Type="http://schemas.openxmlformats.org/officeDocument/2006/relationships/notesMaster" Target="/ppt/notesMasters/notesMaster1.xml" Id="Rf691a59b8f3744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0eec980d0249cb" /><Relationship Type="http://schemas.openxmlformats.org/officeDocument/2006/relationships/notesMaster" Target="/ppt/notesMasters/notesMaster1.xml" Id="Rf9e1ccd356f549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8be24005c54e59" /><Relationship Type="http://schemas.openxmlformats.org/officeDocument/2006/relationships/notesMaster" Target="/ppt/notesMasters/notesMaster1.xml" Id="R95f30e31f6c244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f5159530d44ae8" /><Relationship Type="http://schemas.openxmlformats.org/officeDocument/2006/relationships/notesMaster" Target="/ppt/notesMasters/notesMaster1.xml" Id="R49d802dc9bde40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a8a4171d0e444f" /><Relationship Type="http://schemas.openxmlformats.org/officeDocument/2006/relationships/notesMaster" Target="/ppt/notesMasters/notesMaster1.xml" Id="Rf8329c4dd8a34f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459288cd0d487b" /><Relationship Type="http://schemas.openxmlformats.org/officeDocument/2006/relationships/notesMaster" Target="/ppt/notesMasters/notesMaster1.xml" Id="R1380a0cef35e43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6e4aac9e7d41c8" /><Relationship Type="http://schemas.openxmlformats.org/officeDocument/2006/relationships/notesMaster" Target="/ppt/notesMasters/notesMaster1.xml" Id="Rde4a12490739418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07ff0ba6014e11" /><Relationship Type="http://schemas.openxmlformats.org/officeDocument/2006/relationships/notesMaster" Target="/ppt/notesMasters/notesMaster1.xml" Id="R6696cd49643b472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cbade2cc4846e1" /><Relationship Type="http://schemas.openxmlformats.org/officeDocument/2006/relationships/notesMaster" Target="/ppt/notesMasters/notesMaster1.xml" Id="R7369d4d4de30499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9387d1f9d74ac7" /><Relationship Type="http://schemas.openxmlformats.org/officeDocument/2006/relationships/notesMaster" Target="/ppt/notesMasters/notesMaster1.xml" Id="R884896f513bb4cd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241fbc724ff4302" /><Relationship Type="http://schemas.openxmlformats.org/officeDocument/2006/relationships/notesMaster" Target="/ppt/notesMasters/notesMaster1.xml" Id="Ra2867981eff947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6ad406549e4707" /><Relationship Type="http://schemas.openxmlformats.org/officeDocument/2006/relationships/notesMaster" Target="/ppt/notesMasters/notesMaster1.xml" Id="Rde4480f01a63495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48ed71956ea4c98" /><Relationship Type="http://schemas.openxmlformats.org/officeDocument/2006/relationships/notesMaster" Target="/ppt/notesMasters/notesMaster1.xml" Id="R1102cd1739ff40d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255cb4b6a924ab8" /><Relationship Type="http://schemas.openxmlformats.org/officeDocument/2006/relationships/notesMaster" Target="/ppt/notesMasters/notesMaster1.xml" Id="Rb54c335ebccf4b1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256cae188d64292" /><Relationship Type="http://schemas.openxmlformats.org/officeDocument/2006/relationships/notesMaster" Target="/ppt/notesMasters/notesMaster1.xml" Id="R83150c7b1c3d425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406317135824b12" /><Relationship Type="http://schemas.openxmlformats.org/officeDocument/2006/relationships/notesMaster" Target="/ppt/notesMasters/notesMaster1.xml" Id="R0328324b986e45b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f4688bd15834557" /><Relationship Type="http://schemas.openxmlformats.org/officeDocument/2006/relationships/notesMaster" Target="/ppt/notesMasters/notesMaster1.xml" Id="Ra570d001266a478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010ae0287a54167" /><Relationship Type="http://schemas.openxmlformats.org/officeDocument/2006/relationships/notesMaster" Target="/ppt/notesMasters/notesMaster1.xml" Id="R4dd60458faa0467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26048d2e0604b1c" /><Relationship Type="http://schemas.openxmlformats.org/officeDocument/2006/relationships/notesMaster" Target="/ppt/notesMasters/notesMaster1.xml" Id="R55298dd54ae54e7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9584b1f0f6b4225" /><Relationship Type="http://schemas.openxmlformats.org/officeDocument/2006/relationships/notesMaster" Target="/ppt/notesMasters/notesMaster1.xml" Id="Rec73ad9cd6c7426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765837606cd437f" /><Relationship Type="http://schemas.openxmlformats.org/officeDocument/2006/relationships/notesMaster" Target="/ppt/notesMasters/notesMaster1.xml" Id="R0377c1eae661471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9f4350b6a4a45b4" /><Relationship Type="http://schemas.openxmlformats.org/officeDocument/2006/relationships/notesMaster" Target="/ppt/notesMasters/notesMaster1.xml" Id="Rfb995212d45f43a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bb660df9cf744b8" /><Relationship Type="http://schemas.openxmlformats.org/officeDocument/2006/relationships/notesMaster" Target="/ppt/notesMasters/notesMaster1.xml" Id="R9575c15f56cb4df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d49327b53d34d52" /><Relationship Type="http://schemas.openxmlformats.org/officeDocument/2006/relationships/notesMaster" Target="/ppt/notesMasters/notesMaster1.xml" Id="R5eba42d02edc456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21953b7579846c1" /><Relationship Type="http://schemas.openxmlformats.org/officeDocument/2006/relationships/notesMaster" Target="/ppt/notesMasters/notesMaster1.xml" Id="Rb482d756b0a7427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5bd50599c2646de" /><Relationship Type="http://schemas.openxmlformats.org/officeDocument/2006/relationships/notesMaster" Target="/ppt/notesMasters/notesMaster1.xml" Id="Rbc75eaf7124a496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4b1578c4e6e493e" /><Relationship Type="http://schemas.openxmlformats.org/officeDocument/2006/relationships/notesMaster" Target="/ppt/notesMasters/notesMaster1.xml" Id="R367bce62c3fb4c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2분. 오늘은 어려운 단어부터 외우지 않는다. 외출 준비와 점심 메뉴 고르기처럼 이미 알고 있는 일부터 생각해 본다. 우리가 상황을 보고 행동을 고르듯 몬스터에게도 행동을 고르는 규칙이 필요하다. 수업이 끝나면 그림을 보고 지금 무엇을 하는지, 왜 그 일을 골랐는지, 언제 그만두는지 말할 수 있으면 된다. 행동 나무는 이 강의에서 Behavior Tree를 쉽게 부르는 이름이다.</a:t>
            </a:r>
          </a:p>
          <a:p xmlns:a="http://schemas.openxmlformats.org/drawingml/2006/main">
            <a:r>
              <a:t/>
            </a:r>
          </a:p>
          <a:p xmlns:a="http://schemas.openxmlformats.org/drawingml/2006/main">
            <a:r>
              <a:t>참고자료</a:t>
            </a:r>
          </a:p>
          <a:p xmlns:a="http://schemas.openxmlformats.org/drawingml/2006/main">
            <a:r>
              <a:t>https://www.behaviortree.dev/docs/learn-the-basics/BT_basics/</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양말을 신고 신발을 신고 밖에 나가는 순서를 예로 든다. 양말이 아직 안 신어졌는데 다음 일로 넘어가면 우리가 정한 준비 순서와 어긋난다. 여기서 중요한 것은 여러 일을 차례대로 한다는 규칙이다. 학생에게 손 씻기→수건으로 닦기→밥 먹기처럼 다른 예를 말하게 한다. 이 비유는 나중에 Sequence로 연결된다. 실제 사람이 여러 일을 동시에 할 수 있느냐보다 이번에 약속한 작업 순서를 설명한다.</a:t>
            </a:r>
          </a:p>
          <a:p xmlns:a="http://schemas.openxmlformats.org/drawingml/2006/main">
            <a:r>
              <a:t/>
            </a:r>
          </a:p>
          <a:p xmlns:a="http://schemas.openxmlformats.org/drawingml/2006/main">
            <a:r>
              <a:t>참고자료</a:t>
            </a:r>
          </a:p>
          <a:p xmlns:a="http://schemas.openxmlformats.org/drawingml/2006/main">
            <a:r>
              <a:t>https://www.behaviortree.dev/docs/nodes-library/SequenceNode/</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신발을 신는 데 시간이 걸릴 수 있다. 아직 신는 중이라는 답을 들었다고 실패했다고 말하지 않는다. 또 바로 밖에 나가라고 시키지도 않는다. 다음 확인 때 다 신었는지 다시 물어본다. 다 했다고 하면 다음 일로 넘어간다. 이것이 긴 행동을 여러 번 확인하는 방식이다. 나중에 이 답을 Running이라고 부르지만 지금은 하는 중이라는 표현만 사용한다.</a:t>
            </a:r>
          </a:p>
          <a:p xmlns:a="http://schemas.openxmlformats.org/drawingml/2006/main">
            <a:r>
              <a:t/>
            </a:r>
          </a:p>
          <a:p xmlns:a="http://schemas.openxmlformats.org/drawingml/2006/main">
            <a:r>
              <a:t>참고자료</a:t>
            </a:r>
          </a:p>
          <a:p xmlns:a="http://schemas.openxmlformats.org/drawingml/2006/main">
            <a:r>
              <a:t>https://www.behaviortree.dev/docs/learn-the-basics/BT_basics/</a:t>
            </a:r>
          </a:p>
          <a:p xmlns:a="http://schemas.openxmlformats.org/drawingml/2006/main">
            <a:r>
              <a:t>https://www.behaviortree.dev/docs/nodes-library/SequenceNode/</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이 준비 목록에서 신발을 찾지 못해 신을 수 없다고 하자. 신발 신기가 못 하겠어라고 답하면 준비 목록도 못 끝냈다고 답한다. 밖에 나가기는 실행하지 않는다. 다른 신발을 찾는 대안은 뒤에 별도로 설계할 수 있다. 하는 중은 시간이 더 필요하다는 뜻이고 못 하겠어는 이 시도가 실패했다는 뜻이다. 학생에게 두 답의 차이를 자기 말로 설명하게 한다.</a:t>
            </a:r>
          </a:p>
          <a:p xmlns:a="http://schemas.openxmlformats.org/drawingml/2006/main">
            <a:r>
              <a:t/>
            </a:r>
          </a:p>
          <a:p xmlns:a="http://schemas.openxmlformats.org/drawingml/2006/main">
            <a:r>
              <a:t>참고자료</a:t>
            </a:r>
          </a:p>
          <a:p xmlns:a="http://schemas.openxmlformats.org/drawingml/2006/main">
            <a:r>
              <a:t>https://www.behaviortree.dev/docs/nodes-library/SequenceNode/</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점심 메뉴 후보를 김밥, 라면, 샌드위치 순서로 정했다. 여기서는 가능한 하나를 골라 먹는 것이 목표다. 앞의 외출 준비는 세 작업을 순서대로 하는 목록이었다. 메뉴 목록은 앞 후보가 불가능하면 다음 후보를 살펴본다. 모두 먹어야 하는 목록이 아니라는 점을 짚는다. 메뉴 순서는 이 사람이 정한 취향이며 게임의 행동 순서도 설계자가 정한다.</a:t>
            </a:r>
          </a:p>
          <a:p xmlns:a="http://schemas.openxmlformats.org/drawingml/2006/main">
            <a:r>
              <a:t/>
            </a:r>
          </a:p>
          <a:p xmlns:a="http://schemas.openxmlformats.org/drawingml/2006/main">
            <a:r>
              <a:t>참고자료</a:t>
            </a:r>
          </a:p>
          <a:p xmlns:a="http://schemas.openxmlformats.org/drawingml/2006/main">
            <a:r>
              <a:t>https://www.behaviortree.dev/docs/nodes-library/FallbackNode/</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김밥은 다 팔려서 먹을 수 없다. 그래서 라면을 시도하고, 라면을 먹는 중이라는 답을 받았다. 하나를 골랐으므로 이번 확인에서는 샌드위치를 시도하지 않는다. 라면을 먹는 중인 것은 아직 점심 먹기가 끝나지 않았다는 뜻이다. 다 먹으면 이 메뉴 선택 작업도 끝난다. 앞 후보가 안 됨이면 다음을 보는 규칙을 나중에 Selector라고 부른다.</a:t>
            </a:r>
          </a:p>
          <a:p xmlns:a="http://schemas.openxmlformats.org/drawingml/2006/main">
            <a:r>
              <a:t/>
            </a:r>
          </a:p>
          <a:p xmlns:a="http://schemas.openxmlformats.org/drawingml/2006/main">
            <a:r>
              <a:t>참고자료</a:t>
            </a:r>
          </a:p>
          <a:p xmlns:a="http://schemas.openxmlformats.org/drawingml/2006/main">
            <a:r>
              <a:t>https://www.behaviortree.dev/docs/nodes-library/FallbackNode/</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신발이 다 신어질 때까지 한 번의 질문을 계속 붙잡고 있는 대신 짧게 묻고 답을 받는다. 다음 확인 때 다시 묻는다. 이 한 번의 평가 호출을 Tick이라고 한다. 게임에서는 정한 갱신 주기나 사건에 따라 확인할 수 있다. 반드시 화면 한 장면마다 한 번이어야 한다고 설명하지 않는다. 한 번 확인할 때 짧은 일 여러 개가 바로 끝나면 다음 일도 같은 확인 안에서 진행할 수 있다.</a:t>
            </a:r>
          </a:p>
          <a:p xmlns:a="http://schemas.openxmlformats.org/drawingml/2006/main">
            <a:r>
              <a:t/>
            </a:r>
          </a:p>
          <a:p xmlns:a="http://schemas.openxmlformats.org/drawingml/2006/main">
            <a:r>
              <a:t>참고자료</a:t>
            </a:r>
          </a:p>
          <a:p xmlns:a="http://schemas.openxmlformats.org/drawingml/2006/main">
            <a:r>
              <a:t>https://www.behaviortree.dev/docs/learn-the-basics/BT_basics/</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일상 비유를 경비병으로 옮긴다. 체력이 낮고 적이 가까운 조건이 동시에 맞을 수도 있다. 이 강의는 회복을 공격보다 먼저 시도한다고 약속한다. 이 순서는 게임 기획의 선택이며 자동으로 정해지지 않는다. 회복이 불가능하면 다음 후보를 시도하도록 설계할 수도 있다. 아직 큰 트리는 보여주지 않고 쉬운 말로 행동 목록부터 이해하게 한다.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행동 나무의 한 칸을 노드라고 부른다. 윗칸은 아랫칸을 어떤 순서로 볼지 정한다. 아랫칸은 조건을 묻거나 행동을 하거나 더 작은 일을 묶을 수 있다. 이 그림은 공격 준비부터 보고 안 되면 따라가기 준비, 그것도 안 되면 돌아다니기를 시도한다. 아래로 연결됐다는 사실만으로 전부 실행하는 것은 아니다. 위의 칸이 어떤 약속을 갖는지 읽어야 한다.</a:t>
            </a:r>
          </a:p>
          <a:p xmlns:a="http://schemas.openxmlformats.org/drawingml/2006/main">
            <a:r>
              <a:t/>
            </a:r>
          </a:p>
          <a:p xmlns:a="http://schemas.openxmlformats.org/drawingml/2006/main">
            <a:r>
              <a:t>참고자료</a:t>
            </a:r>
          </a:p>
          <a:p xmlns:a="http://schemas.openxmlformats.org/drawingml/2006/main">
            <a:r>
              <a:t>https://www.behaviortree.dev/docs/learn-the-basics/BT_basics/</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물어보기 칸은 상황을 검사한다. 적이 보이는지 묻고 맞아 또는 아니야라고 답한다. 행동하기 칸은 실제 이동이나 공격을 요청한다. 일이 바로 끝날 수도 있고 여러 번 확인해야 끝날 수도 있다. 물어보기 자체에서 이동을 시작하지 않는다고 약속하면 누가 실제 행동을 시작했는지 읽기 쉽다. 조건 검사와 행동의 영어 이름은 마지막에 짧게 연결한다. 조건은 세계를 바꾸지 않고 완료나 실패만 답하는 교육 규약을 사용한다.</a:t>
            </a:r>
          </a:p>
          <a:p xmlns:a="http://schemas.openxmlformats.org/drawingml/2006/main">
            <a:r>
              <a:t/>
            </a:r>
          </a:p>
          <a:p xmlns:a="http://schemas.openxmlformats.org/drawingml/2006/main">
            <a:r>
              <a:t>참고자료</a:t>
            </a:r>
          </a:p>
          <a:p xmlns:a="http://schemas.openxmlformats.org/drawingml/2006/main">
            <a:r>
              <a:t>https://www.behaviortree.dev/docs/learn-the-basics/BT_basics/</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경비병이 목표로 이동하는 상황을 세 답으로 나눈다. 목표에 도착했다면 다 했어, 갈 수 있는 길을 찾지 못했다면 못 하겠어, 아직 걷고 있다면 하는 중이야라고 답한다. 작업마다 끝난 기준과 실패 기준은 따로 정한다. 공격은 공격 동작이 끝났는지, 회복은 회복 목표에 도달했는지에 따라 답한다. 무슨 작업이든 같은 세 종류의 답으로 윗칸에 진행 상태를 알려줄 수 있다.</a:t>
            </a:r>
          </a:p>
          <a:p xmlns:a="http://schemas.openxmlformats.org/drawingml/2006/main">
            <a:r>
              <a:t/>
            </a:r>
          </a:p>
          <a:p xmlns:a="http://schemas.openxmlformats.org/drawingml/2006/main">
            <a:r>
              <a:t>참고자료</a:t>
            </a:r>
          </a:p>
          <a:p xmlns:a="http://schemas.openxmlformats.org/drawingml/2006/main">
            <a:r>
              <a:t>https://www.behaviortree.dev/docs/learn-the-basics/BT_basics/</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2분. 이름을 외우기 전에 뜻을 연결한다. 조건이 맞다고 답한 것도 Success, 행동을 완료했다는 답도 Success다. 조건이 아니라는 답과 행동이 실패했다는 답은 Failure다. 오래 걸리는 행동이 아직 진행 중이라는 답은 Running이다. 조건 검사에서는 Running을 사용하지 않는다고 약속한다. 한 번의 평가가 Tick이다. 학생에게 신발을 신는 중, 도착 완료, 문이 잠겨 진행 불가를 말해 주고 영어 이름을 맞혀 보게 한다.</a:t>
            </a:r>
          </a:p>
          <a:p xmlns:a="http://schemas.openxmlformats.org/drawingml/2006/main">
            <a:r>
              <a:t/>
            </a:r>
          </a:p>
          <a:p xmlns:a="http://schemas.openxmlformats.org/drawingml/2006/main">
            <a:r>
              <a:t>참고자료</a:t>
            </a:r>
          </a:p>
          <a:p xmlns:a="http://schemas.openxmlformats.org/drawingml/2006/main">
            <a:r>
              <a:t>https://www.behaviortree.dev/docs/learn-the-basics/BT_basics/</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Sequence를 차례대로 하기라고 읽는다. 적이 보이나?가 맞다고 답하면 가까이 가기를 시작한다. 아직 이동 중이면 공격하기는 실행하지 않는다. 이동이 다 끝났다고 답하면 다음 일인 공격하기로 넘어간다. 전부 끝났을 때 이 목록도 다 했다고 답한다. 그림의 왼쪽부터 순서가 정해져 있다. 연결 화살표는 설명용 실행 순서를 나타내며 실제 노드 구성은 같은 Sequence 아래의 형제 작업이다.</a:t>
            </a:r>
          </a:p>
          <a:p xmlns:a="http://schemas.openxmlformats.org/drawingml/2006/main">
            <a:r>
              <a:t/>
            </a:r>
          </a:p>
          <a:p xmlns:a="http://schemas.openxmlformats.org/drawingml/2006/main">
            <a:r>
              <a:t>참고자료</a:t>
            </a:r>
          </a:p>
          <a:p xmlns:a="http://schemas.openxmlformats.org/drawingml/2006/main">
            <a:r>
              <a:t>https://www.behaviortree.dev/docs/nodes-library/SequenceNode/</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적은 보이지만 가까이 가는 길이 없다고 하자. 가까이 가기 행동이 못 하겠어라고 답하면 공격하기까지 넘어가지 않는다. 차례대로 하기 목록은 윗칸에도 못 하겠어라고 답한다. 뒤의 공격하기는 실패한 것이 아니라 이번에는 실행하지 않은 것이다. 이 목록 실패 후에 어떤 대안을 시도할지는 윗칸의 규칙으로 정한다. 앞의 신발 없음 예제를 다시 연결한다.</a:t>
            </a:r>
          </a:p>
          <a:p xmlns:a="http://schemas.openxmlformats.org/drawingml/2006/main">
            <a:r>
              <a:t/>
            </a:r>
          </a:p>
          <a:p xmlns:a="http://schemas.openxmlformats.org/drawingml/2006/main">
            <a:r>
              <a:t>참고자료</a:t>
            </a:r>
          </a:p>
          <a:p xmlns:a="http://schemas.openxmlformats.org/drawingml/2006/main">
            <a:r>
              <a:t>https://www.behaviortree.dev/docs/nodes-library/SequenceNode/</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Selector는 하나 고르기다. 공격이 불가능하면 따라가기를 시도하고, 따라가기도 불가능하면 돌아다니기를 시도한다. 가능한 행동을 골라서 하는 중이라는 답을 받으면 이번 확인은 거기서 끝난다. 다 했다고 답해도 이번 선택은 끝난다. 모든 후보가 못 하겠다고 하면 하나 고르기도 못 하겠다고 답한다. 점심 메뉴에서 김밥이 없으면 라면을 먹던 상황과 같다. Fallback이라는 이름도 같은 계열에서 쓰이지만 본문은 Selector 하나만 소개한다.</a:t>
            </a:r>
          </a:p>
          <a:p xmlns:a="http://schemas.openxmlformats.org/drawingml/2006/main">
            <a:r>
              <a:t/>
            </a:r>
          </a:p>
          <a:p xmlns:a="http://schemas.openxmlformats.org/drawingml/2006/main">
            <a:r>
              <a:t>참고자료</a:t>
            </a:r>
          </a:p>
          <a:p xmlns:a="http://schemas.openxmlformats.org/drawingml/2006/main">
            <a:r>
              <a:t>https://www.behaviortree.dev/docs/nodes-library/FallbackNode/</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경비병이 적을 볼 수 있지만 사거리 밖이다. 공격 후보는 안 됨이라고 답한다. 다음 후보인 따라가기는 하는 중이라고 답한다. 그러면 돌아다니기를 동시에 시작하지 않는다. 전체 선택 작업도 하는 중이다. 이 그림은 간단한 후보 설명이며 실제 공격 후보에는 적이 보이고 가까운지 확인하는 작업이 들어간다. 그 작은 준비는 뒤의 트리에서 펼쳐서 보여준다.</a:t>
            </a:r>
          </a:p>
          <a:p xmlns:a="http://schemas.openxmlformats.org/drawingml/2006/main">
            <a:r>
              <a:t/>
            </a:r>
          </a:p>
          <a:p xmlns:a="http://schemas.openxmlformats.org/drawingml/2006/main">
            <a:r>
              <a:t>참고자료</a:t>
            </a:r>
          </a:p>
          <a:p xmlns:a="http://schemas.openxmlformats.org/drawingml/2006/main">
            <a:r>
              <a:t>https://www.behaviortree.dev/docs/nodes-library/FallbackNode/</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어려운 논리 연산 비유 대신 이전 두 생활 예제를 다시 비교한다. 외출 준비에서는 양말을 다 신었으면 신발로 넘어간다. 메뉴 선택에서는 김밥을 먹고 끝났으면 라면까지 먹으러 가지 않는다. 신발을 못 신으면 준비 목록이 막히지만 김밥을 못 먹으면 다음 메뉴를 본다. 하는 중인 작업은 두 방식 모두 이번 확인에서 뒤의 작업을 진행하지 않는다. 이 표는 한 번 확인했을 때의 규칙이다. 다음 확인에서 어디부터 다시 보는지는 뒤에서 설명한다.</a:t>
            </a:r>
          </a:p>
          <a:p xmlns:a="http://schemas.openxmlformats.org/drawingml/2006/main">
            <a:r>
              <a:t/>
            </a:r>
          </a:p>
          <a:p xmlns:a="http://schemas.openxmlformats.org/drawingml/2006/main">
            <a:r>
              <a:t>참고자료</a:t>
            </a:r>
          </a:p>
          <a:p xmlns:a="http://schemas.openxmlformats.org/drawingml/2006/main">
            <a:r>
              <a:t>https://www.behaviortree.dev/docs/nodes-library/SequenceNode/</a:t>
            </a:r>
          </a:p>
          <a:p xmlns:a="http://schemas.openxmlformats.org/drawingml/2006/main">
            <a:r>
              <a:t>https://www.behaviortree.dev/docs/nodes-library/FallbackNode/</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이제 생활 규칙 두 개를 묶은 트리를 본다. 맨 위는 하나 고르기다. 왼쪽 공격 준비는 차례대로 하기이며 적이 보이나, 가까이 있나, 공격하기 순서다. 가운데 따라가기 준비는 적이 보이나와 따라가기 순서다. 마지막 돌아다니기는 한 행동이다. 선으로 연결된 작은 칸은 모두 준비 칸의 자식이며 숫자가 순서를 보여준다. 조건 칸에 행동 칸을 자식으로 붙인 것이 아니다. 다음 몇 장은 그림을 유지하고 상황만 바꾼다. 이 예제는 매번 앞 조건을 다시 확인하는 규칙을 쓴다. 그 이유를 뒤에서 풀어서 설명한다.</a:t>
            </a:r>
          </a:p>
          <a:p xmlns:a="http://schemas.openxmlformats.org/drawingml/2006/main">
            <a:r>
              <a:t/>
            </a:r>
          </a:p>
          <a:p xmlns:a="http://schemas.openxmlformats.org/drawingml/2006/main">
            <a:r>
              <a:t>참고자료</a:t>
            </a:r>
          </a:p>
          <a:p xmlns:a="http://schemas.openxmlformats.org/drawingml/2006/main">
            <a:r>
              <a:t>https://www.behaviortree.dev/docs/nodes-library/SequenceNode/</a:t>
            </a:r>
          </a:p>
          <a:p xmlns:a="http://schemas.openxmlformats.org/drawingml/2006/main">
            <a:r>
              <a:t>https://www.behaviortree.dev/docs/nodes-library/FallbackNode/</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왼쪽 공격 준비의 첫 질문에서 적이 보이지 않는다고 답한다. 뒤 질문과 공격은 아직 안 한다. 가운데 따라가기 준비도 적이 보이지 않아 안 된다. 마지막 돌아다니기가 하는 중이라고 답한다. 큰 선택 작업도 하는 중이다. 색은 뜻의 보조이며 그림 왼쪽 설명을 함께 읽는다. 옅은 칸은 틀린 답이 아니라 아직 살펴보지 않은 칸이다.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적이 보이지만 가까이 있지는 않다. 공격 준비는 두 번째 질문에서 막힌다. 따라가기 준비는 첫 질문이 맞고 따라가기 행동이 하는 중이다. 예전에는 돌아다니고 있었지만 이제 따라가기를 고른다. 이전 돌아다니기 행동은 중단해야 한다. 단지 새 행동만 고르고 이전 이동 명령을 남겨두면 서로 다른 목표를 향한 명령이 충돌할 수 있다. 본문에서는 중단이라고 쓰고 영어 halt는 뒤의 발표자 메모에서만 연결한다.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공격 준비의 질문 둘 다 맞다. 공격하기가 하는 중이라고 답하므로 따라가기와 돌아다니기는 이번에 살펴보지 않는다. 이전 따라가기는 중단한다. 공격을 시작한 때와 공격을 마친 때는 다르다. 칼을 휘두르는 동작이 진행 중이면 아직 하는 중이고 약속한 공격 동작이 끝나면 다 했다고 답한다. 공격 간격과 재시도는 별도 게임 규칙으로 정할 수 있다.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회복 후보를 가장 앞에 추가한다. 실제 회복 준비에는 많이 다쳤나라는 질문과 회복하기 행동이 들어간다. 화면에서는 새 후보의 순서만 보여주기 위해 작은 조건을 접었다. 적이 가까워도 많이 다쳤고 회복이 가능하면 회복을 먼저 고른다. 이 우선순위는 예제의 약속이며 모든 게임이 이렇게 해야 하는 것은 아니다. 회복 종료 조건에는 시작 기준과 다른 완료 기준을 두어 조금 회복할 때마다 중단되지 않도록 할 수 있다.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운동장에서 뛰다가 발이 아프면 계속 뛰는 대신 멈추고 상태를 확인한다. 경비병도 따라가는 도중 많이 다쳤는지 다음 확인 때 다시 볼 수 있어야 한다. 트리는 앞 후보부터 보는 규칙과 하던 일을 계속하는 규칙 중 무엇을 쓸지 정해야 한다. 본 예제는 중요한 조건을 앞에서 다시 본다. 바뀐 상황을 알아내는 감지 시점과 확인 주기에 따라 반응 시점이 달라지므로 즉시라는 말을 보장하지 않는다.</a:t>
            </a:r>
          </a:p>
          <a:p xmlns:a="http://schemas.openxmlformats.org/drawingml/2006/main">
            <a:r>
              <a:t/>
            </a:r>
          </a:p>
          <a:p xmlns:a="http://schemas.openxmlformats.org/drawingml/2006/main">
            <a:r>
              <a:t>참고자료</a:t>
            </a:r>
          </a:p>
          <a:p xmlns:a="http://schemas.openxmlformats.org/drawingml/2006/main">
            <a:r>
              <a:t>https://www.behaviortree.dev/docs/nodes-library/FallbackNode/</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일반 Sequence는 행동이 하는 중이면 다음 확인에서 그 행동부터 계속할 수 있다. ReactiveSequence는 앞 질문부터 다시 검사한다. 둘 다 처음에는 적이 보여 따라가기를 시작하지만, 다음 확인에 적이 사라지면 차이가 난다. 다시 질문하는 쪽은 보이지 않음을 알아내고 따라가기를 중단한다. 하던 작업을 유지할 필요가 있는 경우도 있으므로 어느 방법이 무조건 더 좋다고 하지 않는다. 게임에 맞는 확인 규칙을 정해야 한다. 각 BT 도구의 세부 규칙은 다를 수 있다.</a:t>
            </a:r>
          </a:p>
          <a:p xmlns:a="http://schemas.openxmlformats.org/drawingml/2006/main">
            <a:r>
              <a:t/>
            </a:r>
          </a:p>
          <a:p xmlns:a="http://schemas.openxmlformats.org/drawingml/2006/main">
            <a:r>
              <a:t>참고자료</a:t>
            </a:r>
          </a:p>
          <a:p xmlns:a="http://schemas.openxmlformats.org/drawingml/2006/main">
            <a:r>
              <a:t>https://www.behaviortree.dev/docs/nodes-library/SequenceNode/</a:t>
            </a:r>
          </a:p>
          <a:p xmlns:a="http://schemas.openxmlformats.org/drawingml/2006/main">
            <a:r>
              <a:t>https://behaviortree.dev/docs/tutorial-basics/tutorial_04_sequence/</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달리던 사람에게 쉬라고 말했으면 발도 멈춰야 한다. 트리에서 하던 일을 중단했다고 표시만 바꾸고 실제 이동 명령을 그대로 두면 회복하면서 계속 이동할 수 있다. 이전 이동을 취소하고 동작과 사용 중인 것을 정리한 뒤 새 작업을 시작하도록 한다. 늦게 온 예전 요청의 완료 통보도 지금 작업과 구분해야 한다. 영어로 중단 신호를 halt라고 부르지만 여기서는 중단과 취소로 설명한다. 중단은 못 하겠어라는 답과 다른 작업 수명 사건이다.</a:t>
            </a:r>
          </a:p>
          <a:p xmlns:a="http://schemas.openxmlformats.org/drawingml/2006/main">
            <a:r>
              <a:t/>
            </a:r>
          </a:p>
          <a:p xmlns:a="http://schemas.openxmlformats.org/drawingml/2006/main">
            <a:r>
              <a:t>참고자료</a:t>
            </a:r>
          </a:p>
          <a:p xmlns:a="http://schemas.openxmlformats.org/drawingml/2006/main">
            <a:r>
              <a:t>https://behaviortree.dev/docs/tutorial-basics/tutorial_04_sequence/</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선생님이 칠판에 적은 내용을 보고 여러 사람이 같은 정보를 읽듯 여러 행동이 경비병의 메모장을 읽는다. 체력이나 적이 보이는지, 마지막 위치와 본 시각을 적는다. 누군가 메모를 새로 써야 최신 정보가 된다. 마지막으로 봤던 곳과 지금 보이는 곳은 다르다. 오래된 메모를 현재 상황이라고 착각하면 엉뚱한 곳을 따라갈 수 있다. 숫자 75는 교육용 예시다. Blackboard는 공유 데이터를 저장하는 곳이라는 뜻으로만 소개한다.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작은 행동을 감싸는 추가 규칙을 Decorator라고 부른다. 반대로 답하기는 적이 보이나의 맞아와 아니야를 뒤집고 하는 중은 그대로 둔다. 다시 해 보기는 실패한 작업을 정한 횟수만큼 시도한다. 횟수의 뜻과 같은 확인 안에서 반복할지는 도구 규칙을 확인한다. 너무 오래면 멈추기는 정한 시간이 지나면 작업을 중단한다. 무조건 많이 반복하거나 빠르게 포기하는 것이 정답은 아니며 작업에 맞게 약속한다. 영어 이름은 발표자 메모에서 Inverter, Retry, Timeout으로 연결한다.</a:t>
            </a:r>
          </a:p>
          <a:p xmlns:a="http://schemas.openxmlformats.org/drawingml/2006/main">
            <a:r>
              <a:t/>
            </a:r>
          </a:p>
          <a:p xmlns:a="http://schemas.openxmlformats.org/drawingml/2006/main">
            <a:r>
              <a:t>참고자료</a:t>
            </a:r>
          </a:p>
          <a:p xmlns:a="http://schemas.openxmlformats.org/drawingml/2006/main">
            <a:r>
              <a:t>https://www.behaviortree.dev/docs/learn-the-basics/BT_basics/</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2분. 같은 레시피로 서로 다른 사람이 요리하듯 여러 경비병이 같은 따라가기 방법을 사용할 수 있다. 같은 작은 트리 구조를 다시 쓰는 것을 Subtree라고 한다. 다만 경비병 A가 보는 적과 경비병 B가 보는 적은 다를 수 있다. 방법을 공유해도 각자의 목표와 실행 진행 상태는 분리해야 한다. 그림의 선은 공통 방법을 사용하는 관계이며 실제 한 런타임 노드를 둘이 공동으로 실행한다는 뜻은 아니다.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경계에서 왔다 갔다 하는 문제는 행동을 시작할 거리와 그만둘 거리를 다르게 둘 수 있다. 사라진 적을 따라가는 문제는 메모를 언제 갱신했는지 본다. 끝없이 하는 중인 문제는 작업이 끝난 기준과 실패하거나 포기할 기준을 확인한다. 모든 문제를 특정 방법 하나로 해결할 수 있다고 말하지 않는다. 어떤 질문을 했고 어떤 값으로 답했는지, 실제 행동이 어느 단계인지 함께 본다.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3분. 지난 회차의 FSM은 지금 어떤 상태인지와 어느 상태로 바꿀지 표현한다. BT는 작은 일을 어떻게 묶고 어떤 순서로 평가할지 표현한다. 간단한 행동은 FSM으로 충분할 수 있고 여러 작업을 자주 조합하면 BT가 편할 수 있다. FSM 안에서 BT를 사용하는 방식도 가능하다. 두 방식을 좋은 것과 나쁜 것으로 나누지 않는다. 초급 수업에서는 상세 도구 비교를 길게 하지 않는다.</a:t>
            </a:r>
          </a:p>
          <a:p xmlns:a="http://schemas.openxmlformats.org/drawingml/2006/main">
            <a:r>
              <a:t/>
            </a:r>
          </a:p>
          <a:p xmlns:a="http://schemas.openxmlformats.org/drawingml/2006/main">
            <a:r>
              <a:t>참고자료</a:t>
            </a:r>
          </a:p>
          <a:p xmlns:a="http://schemas.openxmlformats.org/drawingml/2006/main">
            <a:r>
              <a:t>https://gameprogrammingpatterns.com/state.html</a:t>
            </a:r>
          </a:p>
          <a:p xmlns:a="http://schemas.openxmlformats.org/drawingml/2006/main">
            <a:r>
              <a:t>https://www.behaviortree.dev/docs/learn-the-basics/BT_basics/</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4분. 답을 미리 보여주지 않고 세 문제를 함께 풀어 본다. 1번은 아니다. 차례대로 하기에서 신발이 아직 하는 중이므로 다음 일을 시작하지 않는다. 2번도 아니다. 하나 고르기에서 라면을 이미 골라 먹는 중이므로 뒤 후보는 이번에는 시도하지 않는다. 3번은 많이 다쳤는지와 회복을 할 수 있는지를 앞에서 다시 확인한다. 회복이 선택되면 따라가기를 취소하고 회복을 시작한다. 단순히 BT라는 이유만으로 재검사하는 것은 아니고 우리 예제의 다시 확인하기 규칙이다.</a:t>
            </a:r>
          </a:p>
          <a:p xmlns:a="http://schemas.openxmlformats.org/drawingml/2006/main">
            <a:r>
              <a:t/>
            </a:r>
          </a:p>
          <a:p xmlns:a="http://schemas.openxmlformats.org/drawingml/2006/main">
            <a:r>
              <a:t>참고자료</a:t>
            </a:r>
          </a:p>
          <a:p xmlns:a="http://schemas.openxmlformats.org/drawingml/2006/main">
            <a:r>
              <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2분. 수업의 네 문장을 다시 읽는다. 행동 나무는 작은 일과 질문을 연결한 그림이고 작업을 차례대로 하거나 대안 중 하나를 고르는 약속이다. 작은 일은 세 종류의 답을 주고 긴 작업은 다시 확인한다. 이 강의의 경비병은 상황이 바뀌었는지 앞 질문부터 다시 확인하고 새 작업을 선택하면 이전 작업을 정리한다. 다음 회차는 따라가기로 결정한 뒤 목적지까지 갈 길을 찾는 문제를 다룬다. 행동을 고르는 BT와 길을 찾는 A*의 역할을 구분한다.</a:t>
            </a:r>
          </a:p>
          <a:p xmlns:a="http://schemas.openxmlformats.org/drawingml/2006/main">
            <a:r>
              <a:t/>
            </a:r>
          </a:p>
          <a:p xmlns:a="http://schemas.openxmlformats.org/drawingml/2006/main">
            <a:r>
              <a:t>참고자료</a:t>
            </a:r>
          </a:p>
          <a:p xmlns:a="http://schemas.openxmlformats.org/drawingml/2006/main">
            <a:r>
              <a:t>https://www.behaviortree.dev/docs/learn-the-basics/BT_basics/</a:t>
            </a:r>
          </a:p>
          <a:p xmlns:a="http://schemas.openxmlformats.org/drawingml/2006/main">
            <a:r>
              <a:t/>
            </a:r>
          </a:p>
          <a:p xmlns:a="http://schemas.openxmlformats.org/drawingml/2006/main">
            <a:r>
              <a:t>도식과 경비병 상황은 이 강의를 위해 직접 제작한 교육 예제입니다.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3beaed07dd49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7f1702b68f4c7e" /><Relationship Type="http://schemas.openxmlformats.org/officeDocument/2006/relationships/slideLayout" Target="/ppt/slideLayouts/slideLayout1.xml" Id="Re08a2d210b3845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8a2d210b3845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72e6d4fd1c4d99" /><Relationship Type="http://schemas.openxmlformats.org/officeDocument/2006/relationships/notesSlide" Target="/ppt/notesSlides/notesSlide1.xml" Id="R3fb047f5466b43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cff55c537e4d4f" /><Relationship Type="http://schemas.openxmlformats.org/officeDocument/2006/relationships/notesSlide" Target="/ppt/notesSlides/notesSlide2.xml" Id="R31da735ed25545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bc2cd308064f81" /><Relationship Type="http://schemas.openxmlformats.org/officeDocument/2006/relationships/notesSlide" Target="/ppt/notesSlides/notesSlide3.xml" Id="Rff959949816d47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7b2ad651af4d66" /><Relationship Type="http://schemas.openxmlformats.org/officeDocument/2006/relationships/notesSlide" Target="/ppt/notesSlides/notesSlide4.xml" Id="R6e1bb4a7465940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35709a895e84f0a" /><Relationship Type="http://schemas.openxmlformats.org/officeDocument/2006/relationships/notesSlide" Target="/ppt/notesSlides/notesSlide5.xml" Id="Rf1fb98fdb1464c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c87f96f3ea4d57" /><Relationship Type="http://schemas.openxmlformats.org/officeDocument/2006/relationships/notesSlide" Target="/ppt/notesSlides/notesSlide6.xml" Id="Rfc2503db923640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316ea5a5234450" /><Relationship Type="http://schemas.openxmlformats.org/officeDocument/2006/relationships/notesSlide" Target="/ppt/notesSlides/notesSlide7.xml" Id="Rab8190b07d304d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82b68d815a4e0d" /><Relationship Type="http://schemas.openxmlformats.org/officeDocument/2006/relationships/notesSlide" Target="/ppt/notesSlides/notesSlide8.xml" Id="Rbbfb32c4bcd84c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d9d0bc62f54e93" /><Relationship Type="http://schemas.openxmlformats.org/officeDocument/2006/relationships/notesSlide" Target="/ppt/notesSlides/notesSlide9.xml" Id="Rd6385ff8071f4d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bc6c047f7bb4b19" /><Relationship Type="http://schemas.openxmlformats.org/officeDocument/2006/relationships/notesSlide" Target="/ppt/notesSlides/notesSlide10.xml" Id="R18a0e592b9fc4d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653218d7f9d4cf6" /><Relationship Type="http://schemas.openxmlformats.org/officeDocument/2006/relationships/notesSlide" Target="/ppt/notesSlides/notesSlide11.xml" Id="Rb19a9b1e77c741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f428be7be5742d9" /><Relationship Type="http://schemas.openxmlformats.org/officeDocument/2006/relationships/notesSlide" Target="/ppt/notesSlides/notesSlide12.xml" Id="Rf151d330b0b34b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f10b2d5114f45da" /><Relationship Type="http://schemas.openxmlformats.org/officeDocument/2006/relationships/notesSlide" Target="/ppt/notesSlides/notesSlide13.xml" Id="R5c504231a4704a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08c3b5635b14daa" /><Relationship Type="http://schemas.openxmlformats.org/officeDocument/2006/relationships/notesSlide" Target="/ppt/notesSlides/notesSlide14.xml" Id="Rce4c58834e564e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110ddd22a7545ab" /><Relationship Type="http://schemas.openxmlformats.org/officeDocument/2006/relationships/notesSlide" Target="/ppt/notesSlides/notesSlide15.xml" Id="R17cb4f31e8cd4b7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d17003a7ba1425b" /><Relationship Type="http://schemas.openxmlformats.org/officeDocument/2006/relationships/notesSlide" Target="/ppt/notesSlides/notesSlide16.xml" Id="R824a46757be244a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1941324358f49b2" /><Relationship Type="http://schemas.openxmlformats.org/officeDocument/2006/relationships/notesSlide" Target="/ppt/notesSlides/notesSlide17.xml" Id="R7dba5f76132543b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02af5bb81de42c3" /><Relationship Type="http://schemas.openxmlformats.org/officeDocument/2006/relationships/notesSlide" Target="/ppt/notesSlides/notesSlide18.xml" Id="R6548f9ddbb264a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6c5120255a3488e" /><Relationship Type="http://schemas.openxmlformats.org/officeDocument/2006/relationships/notesSlide" Target="/ppt/notesSlides/notesSlide19.xml" Id="R162b61cda4ae421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aa0f7e6a034441e" /><Relationship Type="http://schemas.openxmlformats.org/officeDocument/2006/relationships/notesSlide" Target="/ppt/notesSlides/notesSlide20.xml" Id="R4e15a73c2c83459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ab4ccb7fe1e481b" /><Relationship Type="http://schemas.openxmlformats.org/officeDocument/2006/relationships/notesSlide" Target="/ppt/notesSlides/notesSlide21.xml" Id="R11004f660e234ce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3d1f1e6c06a44b6" /><Relationship Type="http://schemas.openxmlformats.org/officeDocument/2006/relationships/notesSlide" Target="/ppt/notesSlides/notesSlide22.xml" Id="Rc1fde07fc6d4438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ba515f802064368" /><Relationship Type="http://schemas.openxmlformats.org/officeDocument/2006/relationships/notesSlide" Target="/ppt/notesSlides/notesSlide23.xml" Id="R1836263327a24c9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110576730b14e6a" /><Relationship Type="http://schemas.openxmlformats.org/officeDocument/2006/relationships/notesSlide" Target="/ppt/notesSlides/notesSlide24.xml" Id="Raf7c481bcbff41d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4a880a1a76d49b0" /><Relationship Type="http://schemas.openxmlformats.org/officeDocument/2006/relationships/notesSlide" Target="/ppt/notesSlides/notesSlide25.xml" Id="R53e81af136824b3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3be89e67fee4665" /><Relationship Type="http://schemas.openxmlformats.org/officeDocument/2006/relationships/notesSlide" Target="/ppt/notesSlides/notesSlide26.xml" Id="R298b151f330b408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2d1166d0d724c1b" /><Relationship Type="http://schemas.openxmlformats.org/officeDocument/2006/relationships/notesSlide" Target="/ppt/notesSlides/notesSlide27.xml" Id="Rcf177cc46789439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3d39506a06143d2" /><Relationship Type="http://schemas.openxmlformats.org/officeDocument/2006/relationships/notesSlide" Target="/ppt/notesSlides/notesSlide28.xml" Id="Rdcaad7d0b22e49b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9dc4979b24e4201" /><Relationship Type="http://schemas.openxmlformats.org/officeDocument/2006/relationships/notesSlide" Target="/ppt/notesSlides/notesSlide29.xml" Id="R45536b885543415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93abf622a9f4017" /><Relationship Type="http://schemas.openxmlformats.org/officeDocument/2006/relationships/notesSlide" Target="/ppt/notesSlides/notesSlide30.xml" Id="R0d2c1c4d2c72448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89317367413448f" /><Relationship Type="http://schemas.openxmlformats.org/officeDocument/2006/relationships/notesSlide" Target="/ppt/notesSlides/notesSlide31.xml" Id="R728fd0e36a2741c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95d4c190f3f48c6" /><Relationship Type="http://schemas.openxmlformats.org/officeDocument/2006/relationships/notesSlide" Target="/ppt/notesSlides/notesSlide32.xml" Id="R0c587cdcfc0943d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igure-1">
            <a:extLst xmlns:a="http://schemas.openxmlformats.org/drawingml/2006/main">
              <a:ext uri="{FF2B5EF4-FFF2-40B4-BE49-F238E27FC236}">
                <a16:creationId xmlns:a16="http://schemas.microsoft.com/office/drawing/2014/main" id="{3E22E33F-F9E7-40A1-80B8-98058877BA59}"/>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몬스터는 어떻게 행동을 고를까?</a:t>
            </a:r>
          </a:p>
        </p:txBody>
      </p:sp>
      <p:sp>
        <p:nvSpPr>
          <p:cNvPr id="2" name="figure-2">
            <a:extLst xmlns:a="http://schemas.openxmlformats.org/drawingml/2006/main">
              <a:ext uri="{FF2B5EF4-FFF2-40B4-BE49-F238E27FC236}">
                <a16:creationId xmlns:a16="http://schemas.microsoft.com/office/drawing/2014/main" id="{789F5349-A62B-4325-AD9B-960C47B2D27C}"/>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Game AI 스터디 · 2회차</a:t>
            </a:r>
          </a:p>
        </p:txBody>
      </p:sp>
      <p:sp>
        <p:nvSpPr>
          <p:cNvPr id="3" name="figure-3">
            <a:extLst xmlns:a="http://schemas.openxmlformats.org/drawingml/2006/main">
              <a:ext uri="{FF2B5EF4-FFF2-40B4-BE49-F238E27FC236}">
                <a16:creationId xmlns:a16="http://schemas.microsoft.com/office/drawing/2014/main" id="{71D9309D-8F90-4B42-B6B1-ED334299DDB8}"/>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01</a:t>
            </a:r>
          </a:p>
        </p:txBody>
      </p:sp>
      <p:sp>
        <p:nvSpPr>
          <p:cNvPr id="4" name="figure-4">
            <a:extLst xmlns:a="http://schemas.openxmlformats.org/drawingml/2006/main">
              <a:ext uri="{FF2B5EF4-FFF2-40B4-BE49-F238E27FC236}">
                <a16:creationId xmlns:a16="http://schemas.microsoft.com/office/drawing/2014/main" id="{DF636390-52F7-42CC-B4E5-0B49B7083DAE}"/>
              </a:ext>
            </a:extLst>
          </p:cNvPr>
          <p:cNvSpPr>
            <a:spLocks xmlns:a="http://schemas.openxmlformats.org/drawingml/2006/main" noGrp="1"/>
          </p:cNvSpPr>
          <p:nvPr/>
        </p:nvSpPr>
        <p:spPr>
          <a:xfrm xmlns:a="http://schemas.openxmlformats.org/drawingml/2006/main">
            <a:off x="9315450" y="2409825"/>
            <a:ext cx="647700" cy="6477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1515"/>
            </a:solidFill>
          </a:ln>
        </p:spPr>
      </p:sp>
      <p:sp>
        <p:nvSpPr>
          <p:cNvPr id="5" name="figure-5">
            <a:extLst xmlns:a="http://schemas.openxmlformats.org/drawingml/2006/main">
              <a:ext uri="{FF2B5EF4-FFF2-40B4-BE49-F238E27FC236}">
                <a16:creationId xmlns:a16="http://schemas.microsoft.com/office/drawing/2014/main" id="{9F1AA016-1608-483C-9FB6-E4A2B1CDD114}"/>
              </a:ext>
            </a:extLst>
          </p:cNvPr>
          <p:cNvSpPr>
            <a:spLocks xmlns:a="http://schemas.openxmlformats.org/drawingml/2006/main" noGrp="1"/>
          </p:cNvSpPr>
          <p:nvPr/>
        </p:nvSpPr>
        <p:spPr>
          <a:xfrm xmlns:a="http://schemas.openxmlformats.org/drawingml/2006/main">
            <a:off x="9137333" y="3106103"/>
            <a:ext cx="1003935" cy="1052513"/>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6" name="line-6">
            <a:extLst xmlns:a="http://schemas.openxmlformats.org/drawingml/2006/main">
              <a:ext uri="{FF2B5EF4-FFF2-40B4-BE49-F238E27FC236}">
                <a16:creationId xmlns:a16="http://schemas.microsoft.com/office/drawing/2014/main" id="{69485E8B-9A64-42AE-A129-284BB693FE42}"/>
              </a:ext>
            </a:extLst>
          </p:cNvPr>
          <p:cNvSpPr>
            <a:spLocks xmlns:a="http://schemas.openxmlformats.org/drawingml/2006/main" noGrp="1"/>
          </p:cNvSpPr>
          <p:nvPr/>
        </p:nvSpPr>
        <p:spPr>
          <a:xfrm xmlns:a="http://schemas.openxmlformats.org/drawingml/2006/main">
            <a:off x="8910638" y="3251835"/>
            <a:ext cx="242888" cy="647700"/>
          </a:xfrm>
          <a:custGeom xmlns:a="http://schemas.openxmlformats.org/drawingml/2006/main">
            <a:pathLst>
              <a:path w="242888" h="647700">
                <a:moveTo>
                  <a:pt x="242888" y="0"/>
                </a:moveTo>
                <a:lnTo>
                  <a:pt x="0" y="647700"/>
                </a:lnTo>
              </a:path>
            </a:pathLst>
          </a:custGeom>
          <a:noFill xmlns:a="http://schemas.openxmlformats.org/drawingml/2006/main"/>
          <a:ln xmlns:a="http://schemas.openxmlformats.org/drawingml/2006/main" w="97155">
            <a:solidFill>
              <a:srgbClr val="151515"/>
            </a:solidFill>
            <a:prstDash val="solid"/>
          </a:ln>
        </p:spPr>
      </p:sp>
      <p:sp>
        <p:nvSpPr>
          <p:cNvPr id="7" name="line-7">
            <a:extLst xmlns:a="http://schemas.openxmlformats.org/drawingml/2006/main">
              <a:ext uri="{FF2B5EF4-FFF2-40B4-BE49-F238E27FC236}">
                <a16:creationId xmlns:a16="http://schemas.microsoft.com/office/drawing/2014/main" id="{2FFFE9A3-FD24-4793-92D8-C30C83EC9AA4}"/>
              </a:ext>
            </a:extLst>
          </p:cNvPr>
          <p:cNvSpPr>
            <a:spLocks xmlns:a="http://schemas.openxmlformats.org/drawingml/2006/main" noGrp="1"/>
          </p:cNvSpPr>
          <p:nvPr/>
        </p:nvSpPr>
        <p:spPr>
          <a:xfrm xmlns:a="http://schemas.openxmlformats.org/drawingml/2006/main">
            <a:off x="10125075" y="3251835"/>
            <a:ext cx="259080" cy="647700"/>
          </a:xfrm>
          <a:custGeom xmlns:a="http://schemas.openxmlformats.org/drawingml/2006/main">
            <a:pathLst>
              <a:path w="259080" h="647700">
                <a:moveTo>
                  <a:pt x="0" y="0"/>
                </a:moveTo>
                <a:lnTo>
                  <a:pt x="259080" y="647700"/>
                </a:lnTo>
              </a:path>
            </a:pathLst>
          </a:custGeom>
          <a:noFill xmlns:a="http://schemas.openxmlformats.org/drawingml/2006/main"/>
          <a:ln xmlns:a="http://schemas.openxmlformats.org/drawingml/2006/main" w="97155">
            <a:solidFill>
              <a:srgbClr val="151515"/>
            </a:solidFill>
            <a:prstDash val="solid"/>
          </a:ln>
        </p:spPr>
      </p:sp>
      <p:sp>
        <p:nvSpPr>
          <p:cNvPr id="8" name="line-8">
            <a:extLst xmlns:a="http://schemas.openxmlformats.org/drawingml/2006/main">
              <a:ext uri="{FF2B5EF4-FFF2-40B4-BE49-F238E27FC236}">
                <a16:creationId xmlns:a16="http://schemas.microsoft.com/office/drawing/2014/main" id="{5C23EB47-FA0F-4F1B-BA63-C32148666A73}"/>
              </a:ext>
            </a:extLst>
          </p:cNvPr>
          <p:cNvSpPr>
            <a:spLocks xmlns:a="http://schemas.openxmlformats.org/drawingml/2006/main" noGrp="1"/>
          </p:cNvSpPr>
          <p:nvPr/>
        </p:nvSpPr>
        <p:spPr>
          <a:xfrm xmlns:a="http://schemas.openxmlformats.org/drawingml/2006/main">
            <a:off x="9250680" y="4158615"/>
            <a:ext cx="161925" cy="647700"/>
          </a:xfrm>
          <a:custGeom xmlns:a="http://schemas.openxmlformats.org/drawingml/2006/main">
            <a:pathLst>
              <a:path w="161925" h="647700">
                <a:moveTo>
                  <a:pt x="161925" y="0"/>
                </a:moveTo>
                <a:lnTo>
                  <a:pt x="0" y="647700"/>
                </a:lnTo>
              </a:path>
            </a:pathLst>
          </a:custGeom>
          <a:noFill xmlns:a="http://schemas.openxmlformats.org/drawingml/2006/main"/>
          <a:ln xmlns:a="http://schemas.openxmlformats.org/drawingml/2006/main" w="129540">
            <a:solidFill>
              <a:srgbClr val="151515"/>
            </a:solidFill>
            <a:prstDash val="solid"/>
          </a:ln>
        </p:spPr>
      </p:sp>
      <p:sp>
        <p:nvSpPr>
          <p:cNvPr id="9" name="line-9">
            <a:extLst xmlns:a="http://schemas.openxmlformats.org/drawingml/2006/main">
              <a:ext uri="{FF2B5EF4-FFF2-40B4-BE49-F238E27FC236}">
                <a16:creationId xmlns:a16="http://schemas.microsoft.com/office/drawing/2014/main" id="{BF733692-F7ED-45B6-A4F7-841717BAA256}"/>
              </a:ext>
            </a:extLst>
          </p:cNvPr>
          <p:cNvSpPr>
            <a:spLocks xmlns:a="http://schemas.openxmlformats.org/drawingml/2006/main" noGrp="1"/>
          </p:cNvSpPr>
          <p:nvPr/>
        </p:nvSpPr>
        <p:spPr>
          <a:xfrm xmlns:a="http://schemas.openxmlformats.org/drawingml/2006/main">
            <a:off x="9865995" y="4158615"/>
            <a:ext cx="161925" cy="647700"/>
          </a:xfrm>
          <a:custGeom xmlns:a="http://schemas.openxmlformats.org/drawingml/2006/main">
            <a:pathLst>
              <a:path w="161925" h="647700">
                <a:moveTo>
                  <a:pt x="0" y="0"/>
                </a:moveTo>
                <a:lnTo>
                  <a:pt x="161925" y="647700"/>
                </a:lnTo>
              </a:path>
            </a:pathLst>
          </a:custGeom>
          <a:noFill xmlns:a="http://schemas.openxmlformats.org/drawingml/2006/main"/>
          <a:ln xmlns:a="http://schemas.openxmlformats.org/drawingml/2006/main" w="129540">
            <a:solidFill>
              <a:srgbClr val="151515"/>
            </a:solidFill>
            <a:prstDash val="solid"/>
          </a:ln>
        </p:spPr>
      </p:sp>
      <p:sp>
        <p:nvSpPr>
          <p:cNvPr id="10" name="figure-10">
            <a:extLst xmlns:a="http://schemas.openxmlformats.org/drawingml/2006/main">
              <a:ext uri="{FF2B5EF4-FFF2-40B4-BE49-F238E27FC236}">
                <a16:creationId xmlns:a16="http://schemas.microsoft.com/office/drawing/2014/main" id="{9658B7FA-6565-435D-91C5-F56EF9E623F6}"/>
              </a:ext>
            </a:extLst>
          </p:cNvPr>
          <p:cNvSpPr>
            <a:spLocks xmlns:a="http://schemas.openxmlformats.org/drawingml/2006/main" noGrp="1"/>
          </p:cNvSpPr>
          <p:nvPr/>
        </p:nvSpPr>
        <p:spPr>
          <a:xfrm xmlns:a="http://schemas.openxmlformats.org/drawingml/2006/main">
            <a:off x="609600" y="2276475"/>
            <a:ext cx="7620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500" b="1">
                <a:solidFill>
                  <a:srgbClr val="151515"/>
                </a:solidFill>
                <a:latin typeface="Malgun Gothic"/>
                <a:ea typeface="Malgun Gothic"/>
                <a:cs typeface="Malgun Gothic"/>
              </a:defRPr>
            </a:pPr>
            <a:r>
              <a:rPr sz="4500" b="1">
                <a:solidFill>
                  <a:srgbClr val="151515"/>
                </a:solidFill>
                <a:latin typeface="Malgun Gothic"/>
                <a:ea typeface="Malgun Gothic"/>
                <a:cs typeface="Malgun Gothic"/>
              </a:rPr>
              <a:t>우리의 일상으로 배우는</a:t>
            </a:r>
          </a:p>
          <a:p xmlns:a="http://schemas.openxmlformats.org/drawingml/2006/main">
            <a:pPr algn="l">
              <a:defRPr sz="4500" b="1">
                <a:solidFill>
                  <a:srgbClr val="151515"/>
                </a:solidFill>
                <a:latin typeface="Malgun Gothic"/>
                <a:ea typeface="Malgun Gothic"/>
                <a:cs typeface="Malgun Gothic"/>
              </a:defRPr>
            </a:pPr>
            <a:r>
              <a:rPr sz="4500" b="1">
                <a:solidFill>
                  <a:srgbClr val="151515"/>
                </a:solidFill>
                <a:latin typeface="Malgun Gothic"/>
                <a:ea typeface="Malgun Gothic"/>
                <a:cs typeface="Malgun Gothic"/>
              </a:rPr>
              <a:t>행동 나무</a:t>
            </a:r>
          </a:p>
        </p:txBody>
      </p:sp>
      <p:sp>
        <p:nvSpPr>
          <p:cNvPr id="11" name="figure-11">
            <a:extLst xmlns:a="http://schemas.openxmlformats.org/drawingml/2006/main">
              <a:ext uri="{FF2B5EF4-FFF2-40B4-BE49-F238E27FC236}">
                <a16:creationId xmlns:a16="http://schemas.microsoft.com/office/drawing/2014/main" id="{69878EF5-B329-4F56-8432-A555C8B301C8}"/>
              </a:ext>
            </a:extLst>
          </p:cNvPr>
          <p:cNvSpPr>
            <a:spLocks xmlns:a="http://schemas.openxmlformats.org/drawingml/2006/main" noGrp="1"/>
          </p:cNvSpPr>
          <p:nvPr/>
        </p:nvSpPr>
        <p:spPr>
          <a:xfrm xmlns:a="http://schemas.openxmlformats.org/drawingml/2006/main">
            <a:off x="609600" y="4552950"/>
            <a:ext cx="1000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차례대로 하기 · 하나 고르기 · 하던 일 멈추기</a:t>
            </a:r>
          </a:p>
        </p:txBody>
      </p:sp>
      <p:sp>
        <p:nvSpPr>
          <p:cNvPr id="12" name="figure-12">
            <a:extLst xmlns:a="http://schemas.openxmlformats.org/drawingml/2006/main">
              <a:ext uri="{FF2B5EF4-FFF2-40B4-BE49-F238E27FC236}">
                <a16:creationId xmlns:a16="http://schemas.microsoft.com/office/drawing/2014/main" id="{4786A62F-A89F-4666-A950-07B8651520B3}"/>
              </a:ext>
            </a:extLst>
          </p:cNvPr>
          <p:cNvSpPr>
            <a:spLocks xmlns:a="http://schemas.openxmlformats.org/drawingml/2006/main" noGrp="1"/>
          </p:cNvSpPr>
          <p:nvPr/>
        </p:nvSpPr>
        <p:spPr>
          <a:xfrm xmlns:a="http://schemas.openxmlformats.org/drawingml/2006/main">
            <a:off x="609600" y="55435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행동 나무의 영어 이름은 Behavior Tree, 줄여서 BT</a:t>
            </a:r>
          </a:p>
        </p:txBody>
      </p:sp>
    </p:spTree>
    <p:extLst>
      <p:ext uri="{BB962C8B-B14F-4D97-AF65-F5344CB8AC3E}">
        <p14:creationId xmlns:p14="http://schemas.microsoft.com/office/powerpoint/2010/main" val="5257046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figure-13">
            <a:extLst xmlns:a="http://schemas.openxmlformats.org/drawingml/2006/main">
              <a:ext uri="{FF2B5EF4-FFF2-40B4-BE49-F238E27FC236}">
                <a16:creationId xmlns:a16="http://schemas.microsoft.com/office/drawing/2014/main" id="{6348F019-D5D3-4E99-AE92-88F2F29A5E46}"/>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밖에 나가기 전에는 순서가 있다</a:t>
            </a:r>
          </a:p>
        </p:txBody>
      </p:sp>
      <p:sp>
        <p:nvSpPr>
          <p:cNvPr id="2" name="figure-14">
            <a:extLst xmlns:a="http://schemas.openxmlformats.org/drawingml/2006/main">
              <a:ext uri="{FF2B5EF4-FFF2-40B4-BE49-F238E27FC236}">
                <a16:creationId xmlns:a16="http://schemas.microsoft.com/office/drawing/2014/main" id="{C1D4045E-73B7-41FE-ADCF-224F3E9FA798}"/>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먼저 할 일을 끝낸 뒤 다음 일을 한다</a:t>
            </a:r>
          </a:p>
        </p:txBody>
      </p:sp>
      <p:sp>
        <p:nvSpPr>
          <p:cNvPr id="3" name="figure-15">
            <a:extLst xmlns:a="http://schemas.openxmlformats.org/drawingml/2006/main">
              <a:ext uri="{FF2B5EF4-FFF2-40B4-BE49-F238E27FC236}">
                <a16:creationId xmlns:a16="http://schemas.microsoft.com/office/drawing/2014/main" id="{844090E6-3B54-4ABB-8FBB-BBA50D3AA573}"/>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02</a:t>
            </a:r>
          </a:p>
        </p:txBody>
      </p:sp>
      <p:sp>
        <p:nvSpPr>
          <p:cNvPr id="4" name="figure-16">
            <a:extLst xmlns:a="http://schemas.openxmlformats.org/drawingml/2006/main">
              <a:ext uri="{FF2B5EF4-FFF2-40B4-BE49-F238E27FC236}">
                <a16:creationId xmlns:a16="http://schemas.microsoft.com/office/drawing/2014/main" id="{FC118A1E-DE11-4A51-B464-64DDFA1A9A62}"/>
              </a:ext>
            </a:extLst>
          </p:cNvPr>
          <p:cNvSpPr>
            <a:spLocks xmlns:a="http://schemas.openxmlformats.org/drawingml/2006/main" noGrp="1"/>
          </p:cNvSpPr>
          <p:nvPr/>
        </p:nvSpPr>
        <p:spPr>
          <a:xfrm xmlns:a="http://schemas.openxmlformats.org/drawingml/2006/main">
            <a:off x="6096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17">
            <a:extLst xmlns:a="http://schemas.openxmlformats.org/drawingml/2006/main">
              <a:ext uri="{FF2B5EF4-FFF2-40B4-BE49-F238E27FC236}">
                <a16:creationId xmlns:a16="http://schemas.microsoft.com/office/drawing/2014/main" id="{AAE7475D-E2F6-44FF-84C6-6C5846CB6641}"/>
              </a:ext>
            </a:extLst>
          </p:cNvPr>
          <p:cNvSpPr>
            <a:spLocks xmlns:a="http://schemas.openxmlformats.org/drawingml/2006/main" noGrp="1"/>
          </p:cNvSpPr>
          <p:nvPr/>
        </p:nvSpPr>
        <p:spPr>
          <a:xfrm xmlns:a="http://schemas.openxmlformats.org/drawingml/2006/main">
            <a:off x="6858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양말 신기</a:t>
            </a:r>
          </a:p>
        </p:txBody>
      </p:sp>
      <p:sp>
        <p:nvSpPr>
          <p:cNvPr id="6" name="figure-18">
            <a:extLst xmlns:a="http://schemas.openxmlformats.org/drawingml/2006/main">
              <a:ext uri="{FF2B5EF4-FFF2-40B4-BE49-F238E27FC236}">
                <a16:creationId xmlns:a16="http://schemas.microsoft.com/office/drawing/2014/main" id="{619ED235-2349-4003-AD19-55FFF779578B}"/>
              </a:ext>
            </a:extLst>
          </p:cNvPr>
          <p:cNvSpPr>
            <a:spLocks xmlns:a="http://schemas.openxmlformats.org/drawingml/2006/main" noGrp="1"/>
          </p:cNvSpPr>
          <p:nvPr/>
        </p:nvSpPr>
        <p:spPr>
          <a:xfrm xmlns:a="http://schemas.openxmlformats.org/drawingml/2006/main">
            <a:off x="401637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19">
            <a:extLst xmlns:a="http://schemas.openxmlformats.org/drawingml/2006/main">
              <a:ext uri="{FF2B5EF4-FFF2-40B4-BE49-F238E27FC236}">
                <a16:creationId xmlns:a16="http://schemas.microsoft.com/office/drawing/2014/main" id="{D867A21F-63CE-4D16-A896-6F6DEF071890}"/>
              </a:ext>
            </a:extLst>
          </p:cNvPr>
          <p:cNvSpPr>
            <a:spLocks xmlns:a="http://schemas.openxmlformats.org/drawingml/2006/main" noGrp="1"/>
          </p:cNvSpPr>
          <p:nvPr/>
        </p:nvSpPr>
        <p:spPr>
          <a:xfrm xmlns:a="http://schemas.openxmlformats.org/drawingml/2006/main">
            <a:off x="446405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8" name="figure-20">
            <a:extLst xmlns:a="http://schemas.openxmlformats.org/drawingml/2006/main">
              <a:ext uri="{FF2B5EF4-FFF2-40B4-BE49-F238E27FC236}">
                <a16:creationId xmlns:a16="http://schemas.microsoft.com/office/drawing/2014/main" id="{BCF2C59A-9072-4AA2-AE06-E9E626B01ABB}"/>
              </a:ext>
            </a:extLst>
          </p:cNvPr>
          <p:cNvSpPr>
            <a:spLocks xmlns:a="http://schemas.openxmlformats.org/drawingml/2006/main" noGrp="1"/>
          </p:cNvSpPr>
          <p:nvPr/>
        </p:nvSpPr>
        <p:spPr>
          <a:xfrm xmlns:a="http://schemas.openxmlformats.org/drawingml/2006/main">
            <a:off x="454025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신발 신기</a:t>
            </a:r>
          </a:p>
        </p:txBody>
      </p:sp>
      <p:sp>
        <p:nvSpPr>
          <p:cNvPr id="9" name="figure-21">
            <a:extLst xmlns:a="http://schemas.openxmlformats.org/drawingml/2006/main">
              <a:ext uri="{FF2B5EF4-FFF2-40B4-BE49-F238E27FC236}">
                <a16:creationId xmlns:a16="http://schemas.microsoft.com/office/drawing/2014/main" id="{E33689DD-F306-454D-BD4D-F9D90CE77808}"/>
              </a:ext>
            </a:extLst>
          </p:cNvPr>
          <p:cNvSpPr>
            <a:spLocks xmlns:a="http://schemas.openxmlformats.org/drawingml/2006/main" noGrp="1"/>
          </p:cNvSpPr>
          <p:nvPr/>
        </p:nvSpPr>
        <p:spPr>
          <a:xfrm xmlns:a="http://schemas.openxmlformats.org/drawingml/2006/main">
            <a:off x="787082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22">
            <a:extLst xmlns:a="http://schemas.openxmlformats.org/drawingml/2006/main">
              <a:ext uri="{FF2B5EF4-FFF2-40B4-BE49-F238E27FC236}">
                <a16:creationId xmlns:a16="http://schemas.microsoft.com/office/drawing/2014/main" id="{CB3BE59F-C3CA-4905-A054-396950DB174C}"/>
              </a:ext>
            </a:extLst>
          </p:cNvPr>
          <p:cNvSpPr>
            <a:spLocks xmlns:a="http://schemas.openxmlformats.org/drawingml/2006/main" noGrp="1"/>
          </p:cNvSpPr>
          <p:nvPr/>
        </p:nvSpPr>
        <p:spPr>
          <a:xfrm xmlns:a="http://schemas.openxmlformats.org/drawingml/2006/main">
            <a:off x="83185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1" name="figure-23">
            <a:extLst xmlns:a="http://schemas.openxmlformats.org/drawingml/2006/main">
              <a:ext uri="{FF2B5EF4-FFF2-40B4-BE49-F238E27FC236}">
                <a16:creationId xmlns:a16="http://schemas.microsoft.com/office/drawing/2014/main" id="{0B5DF0DA-D5C3-49B4-A652-2EE2C503B9F2}"/>
              </a:ext>
            </a:extLst>
          </p:cNvPr>
          <p:cNvSpPr>
            <a:spLocks xmlns:a="http://schemas.openxmlformats.org/drawingml/2006/main" noGrp="1"/>
          </p:cNvSpPr>
          <p:nvPr/>
        </p:nvSpPr>
        <p:spPr>
          <a:xfrm xmlns:a="http://schemas.openxmlformats.org/drawingml/2006/main">
            <a:off x="83947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밖에 나가기</a:t>
            </a:r>
          </a:p>
        </p:txBody>
      </p:sp>
      <p:sp>
        <p:nvSpPr>
          <p:cNvPr id="12" name="figure-24">
            <a:extLst xmlns:a="http://schemas.openxmlformats.org/drawingml/2006/main">
              <a:ext uri="{FF2B5EF4-FFF2-40B4-BE49-F238E27FC236}">
                <a16:creationId xmlns:a16="http://schemas.microsoft.com/office/drawing/2014/main" id="{0D22FD01-5CAC-49E5-BB85-5AB8C9DA9228}"/>
              </a:ext>
            </a:extLst>
          </p:cNvPr>
          <p:cNvSpPr>
            <a:spLocks xmlns:a="http://schemas.openxmlformats.org/drawingml/2006/main" noGrp="1"/>
          </p:cNvSpPr>
          <p:nvPr/>
        </p:nvSpPr>
        <p:spPr>
          <a:xfrm xmlns:a="http://schemas.openxmlformats.org/drawingml/2006/main">
            <a:off x="609600" y="4143375"/>
            <a:ext cx="314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양말을 다 신으면</a:t>
            </a:r>
          </a:p>
        </p:txBody>
      </p:sp>
      <p:sp>
        <p:nvSpPr>
          <p:cNvPr id="13" name="figure-25">
            <a:extLst xmlns:a="http://schemas.openxmlformats.org/drawingml/2006/main">
              <a:ext uri="{FF2B5EF4-FFF2-40B4-BE49-F238E27FC236}">
                <a16:creationId xmlns:a16="http://schemas.microsoft.com/office/drawing/2014/main" id="{EEB7142A-DB8E-4788-BC91-86EF3BBBACFC}"/>
              </a:ext>
            </a:extLst>
          </p:cNvPr>
          <p:cNvSpPr>
            <a:spLocks xmlns:a="http://schemas.openxmlformats.org/drawingml/2006/main" noGrp="1"/>
          </p:cNvSpPr>
          <p:nvPr/>
        </p:nvSpPr>
        <p:spPr>
          <a:xfrm xmlns:a="http://schemas.openxmlformats.org/drawingml/2006/main">
            <a:off x="4324350" y="4143375"/>
            <a:ext cx="314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신발을 다 신으면</a:t>
            </a:r>
          </a:p>
        </p:txBody>
      </p:sp>
      <p:sp>
        <p:nvSpPr>
          <p:cNvPr id="14" name="figure-26">
            <a:extLst xmlns:a="http://schemas.openxmlformats.org/drawingml/2006/main">
              <a:ext uri="{FF2B5EF4-FFF2-40B4-BE49-F238E27FC236}">
                <a16:creationId xmlns:a16="http://schemas.microsoft.com/office/drawing/2014/main" id="{2EE4CC61-5272-4C24-8AB8-77F0DFB5136B}"/>
              </a:ext>
            </a:extLst>
          </p:cNvPr>
          <p:cNvSpPr>
            <a:spLocks xmlns:a="http://schemas.openxmlformats.org/drawingml/2006/main" noGrp="1"/>
          </p:cNvSpPr>
          <p:nvPr/>
        </p:nvSpPr>
        <p:spPr>
          <a:xfrm xmlns:a="http://schemas.openxmlformats.org/drawingml/2006/main">
            <a:off x="8039100" y="4143375"/>
            <a:ext cx="314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준비 끝!</a:t>
            </a:r>
          </a:p>
        </p:txBody>
      </p:sp>
      <p:sp>
        <p:nvSpPr>
          <p:cNvPr id="15" name="figure-27">
            <a:extLst xmlns:a="http://schemas.openxmlformats.org/drawingml/2006/main">
              <a:ext uri="{FF2B5EF4-FFF2-40B4-BE49-F238E27FC236}">
                <a16:creationId xmlns:a16="http://schemas.microsoft.com/office/drawing/2014/main" id="{436D79A2-FEA1-49DB-814D-3FADEA427B5E}"/>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앞의 일을 끝내야 다음 일을 시작한다</a:t>
            </a:r>
          </a:p>
        </p:txBody>
      </p:sp>
    </p:spTree>
    <p:extLst>
      <p:ext uri="{BB962C8B-B14F-4D97-AF65-F5344CB8AC3E}">
        <p14:creationId xmlns:p14="http://schemas.microsoft.com/office/powerpoint/2010/main" val="863806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figure-28">
            <a:extLst xmlns:a="http://schemas.openxmlformats.org/drawingml/2006/main">
              <a:ext uri="{FF2B5EF4-FFF2-40B4-BE49-F238E27FC236}">
                <a16:creationId xmlns:a16="http://schemas.microsoft.com/office/drawing/2014/main" id="{7F089948-580A-4BDB-8C23-198C57DE5A63}"/>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신발을 신는 중이면 잠깐 기다린다</a:t>
            </a:r>
          </a:p>
        </p:txBody>
      </p:sp>
      <p:sp>
        <p:nvSpPr>
          <p:cNvPr id="2" name="figure-29">
            <a:extLst xmlns:a="http://schemas.openxmlformats.org/drawingml/2006/main">
              <a:ext uri="{FF2B5EF4-FFF2-40B4-BE49-F238E27FC236}">
                <a16:creationId xmlns:a16="http://schemas.microsoft.com/office/drawing/2014/main" id="{E5B47410-B104-4A09-BB8F-712EE350E9B6}"/>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아직 끝나지 않은 일은 끝날 때까지 확인한다</a:t>
            </a:r>
          </a:p>
        </p:txBody>
      </p:sp>
      <p:sp>
        <p:nvSpPr>
          <p:cNvPr id="3" name="figure-30">
            <a:extLst xmlns:a="http://schemas.openxmlformats.org/drawingml/2006/main">
              <a:ext uri="{FF2B5EF4-FFF2-40B4-BE49-F238E27FC236}">
                <a16:creationId xmlns:a16="http://schemas.microsoft.com/office/drawing/2014/main" id="{C0B4F5DB-294D-4A0E-A0E1-36031DA8044D}"/>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03</a:t>
            </a:r>
          </a:p>
        </p:txBody>
      </p:sp>
      <p:sp>
        <p:nvSpPr>
          <p:cNvPr id="4" name="figure-31">
            <a:extLst xmlns:a="http://schemas.openxmlformats.org/drawingml/2006/main">
              <a:ext uri="{FF2B5EF4-FFF2-40B4-BE49-F238E27FC236}">
                <a16:creationId xmlns:a16="http://schemas.microsoft.com/office/drawing/2014/main" id="{F723451A-C959-43F3-B076-BA91CD7E166A}"/>
              </a:ext>
            </a:extLst>
          </p:cNvPr>
          <p:cNvSpPr>
            <a:spLocks xmlns:a="http://schemas.openxmlformats.org/drawingml/2006/main" noGrp="1"/>
          </p:cNvSpPr>
          <p:nvPr/>
        </p:nvSpPr>
        <p:spPr>
          <a:xfrm xmlns:a="http://schemas.openxmlformats.org/drawingml/2006/main">
            <a:off x="6096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32">
            <a:extLst xmlns:a="http://schemas.openxmlformats.org/drawingml/2006/main">
              <a:ext uri="{FF2B5EF4-FFF2-40B4-BE49-F238E27FC236}">
                <a16:creationId xmlns:a16="http://schemas.microsoft.com/office/drawing/2014/main" id="{DBF40B79-AE90-4A30-9225-73B09E94962E}"/>
              </a:ext>
            </a:extLst>
          </p:cNvPr>
          <p:cNvSpPr>
            <a:spLocks xmlns:a="http://schemas.openxmlformats.org/drawingml/2006/main" noGrp="1"/>
          </p:cNvSpPr>
          <p:nvPr/>
        </p:nvSpPr>
        <p:spPr>
          <a:xfrm xmlns:a="http://schemas.openxmlformats.org/drawingml/2006/main">
            <a:off x="6858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양말 신기</a:t>
            </a:r>
          </a:p>
        </p:txBody>
      </p:sp>
      <p:sp>
        <p:nvSpPr>
          <p:cNvPr id="6" name="figure-33">
            <a:extLst xmlns:a="http://schemas.openxmlformats.org/drawingml/2006/main">
              <a:ext uri="{FF2B5EF4-FFF2-40B4-BE49-F238E27FC236}">
                <a16:creationId xmlns:a16="http://schemas.microsoft.com/office/drawing/2014/main" id="{CC4D38DD-F4F1-4010-826B-CB5832639A76}"/>
              </a:ext>
            </a:extLst>
          </p:cNvPr>
          <p:cNvSpPr>
            <a:spLocks xmlns:a="http://schemas.openxmlformats.org/drawingml/2006/main" noGrp="1"/>
          </p:cNvSpPr>
          <p:nvPr/>
        </p:nvSpPr>
        <p:spPr>
          <a:xfrm xmlns:a="http://schemas.openxmlformats.org/drawingml/2006/main">
            <a:off x="401637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34">
            <a:extLst xmlns:a="http://schemas.openxmlformats.org/drawingml/2006/main">
              <a:ext uri="{FF2B5EF4-FFF2-40B4-BE49-F238E27FC236}">
                <a16:creationId xmlns:a16="http://schemas.microsoft.com/office/drawing/2014/main" id="{45C83A81-1861-44F8-AA4B-4CDD25724441}"/>
              </a:ext>
            </a:extLst>
          </p:cNvPr>
          <p:cNvSpPr>
            <a:spLocks xmlns:a="http://schemas.openxmlformats.org/drawingml/2006/main" noGrp="1"/>
          </p:cNvSpPr>
          <p:nvPr/>
        </p:nvSpPr>
        <p:spPr>
          <a:xfrm xmlns:a="http://schemas.openxmlformats.org/drawingml/2006/main">
            <a:off x="4464050" y="2809875"/>
            <a:ext cx="3263900" cy="914400"/>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8" name="figure-35">
            <a:extLst xmlns:a="http://schemas.openxmlformats.org/drawingml/2006/main">
              <a:ext uri="{FF2B5EF4-FFF2-40B4-BE49-F238E27FC236}">
                <a16:creationId xmlns:a16="http://schemas.microsoft.com/office/drawing/2014/main" id="{8DEC4F24-69B7-4C51-A204-EF4CAAB7201E}"/>
              </a:ext>
            </a:extLst>
          </p:cNvPr>
          <p:cNvSpPr>
            <a:spLocks xmlns:a="http://schemas.openxmlformats.org/drawingml/2006/main" noGrp="1"/>
          </p:cNvSpPr>
          <p:nvPr/>
        </p:nvSpPr>
        <p:spPr>
          <a:xfrm xmlns:a="http://schemas.openxmlformats.org/drawingml/2006/main">
            <a:off x="454025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신발 신기</a:t>
            </a:r>
          </a:p>
        </p:txBody>
      </p:sp>
      <p:sp>
        <p:nvSpPr>
          <p:cNvPr id="9" name="figure-36">
            <a:extLst xmlns:a="http://schemas.openxmlformats.org/drawingml/2006/main">
              <a:ext uri="{FF2B5EF4-FFF2-40B4-BE49-F238E27FC236}">
                <a16:creationId xmlns:a16="http://schemas.microsoft.com/office/drawing/2014/main" id="{30025B8D-DD43-4FA2-A136-0AEA397C9327}"/>
              </a:ext>
            </a:extLst>
          </p:cNvPr>
          <p:cNvSpPr>
            <a:spLocks xmlns:a="http://schemas.openxmlformats.org/drawingml/2006/main" noGrp="1"/>
          </p:cNvSpPr>
          <p:nvPr/>
        </p:nvSpPr>
        <p:spPr>
          <a:xfrm xmlns:a="http://schemas.openxmlformats.org/drawingml/2006/main">
            <a:off x="787082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37">
            <a:extLst xmlns:a="http://schemas.openxmlformats.org/drawingml/2006/main">
              <a:ext uri="{FF2B5EF4-FFF2-40B4-BE49-F238E27FC236}">
                <a16:creationId xmlns:a16="http://schemas.microsoft.com/office/drawing/2014/main" id="{B4ABD68A-C272-4EA5-BD19-5BC77F119367}"/>
              </a:ext>
            </a:extLst>
          </p:cNvPr>
          <p:cNvSpPr>
            <a:spLocks xmlns:a="http://schemas.openxmlformats.org/drawingml/2006/main" noGrp="1"/>
          </p:cNvSpPr>
          <p:nvPr/>
        </p:nvSpPr>
        <p:spPr>
          <a:xfrm xmlns:a="http://schemas.openxmlformats.org/drawingml/2006/main">
            <a:off x="83185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11" name="figure-38">
            <a:extLst xmlns:a="http://schemas.openxmlformats.org/drawingml/2006/main">
              <a:ext uri="{FF2B5EF4-FFF2-40B4-BE49-F238E27FC236}">
                <a16:creationId xmlns:a16="http://schemas.microsoft.com/office/drawing/2014/main" id="{8F571314-87AA-4CD7-A2D9-8081F799C7F8}"/>
              </a:ext>
            </a:extLst>
          </p:cNvPr>
          <p:cNvSpPr>
            <a:spLocks xmlns:a="http://schemas.openxmlformats.org/drawingml/2006/main" noGrp="1"/>
          </p:cNvSpPr>
          <p:nvPr/>
        </p:nvSpPr>
        <p:spPr>
          <a:xfrm xmlns:a="http://schemas.openxmlformats.org/drawingml/2006/main">
            <a:off x="83947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888888"/>
                </a:solidFill>
                <a:latin typeface="Malgun Gothic"/>
                <a:ea typeface="Malgun Gothic"/>
                <a:cs typeface="Malgun Gothic"/>
              </a:defRPr>
            </a:pPr>
            <a:r>
              <a:rPr sz="2550" b="1">
                <a:solidFill>
                  <a:srgbClr val="888888"/>
                </a:solidFill>
                <a:latin typeface="Malgun Gothic"/>
                <a:ea typeface="Malgun Gothic"/>
                <a:cs typeface="Malgun Gothic"/>
              </a:rPr>
              <a:t>밖에 나가기</a:t>
            </a:r>
          </a:p>
        </p:txBody>
      </p:sp>
      <p:sp>
        <p:nvSpPr>
          <p:cNvPr id="12" name="figure-39">
            <a:extLst xmlns:a="http://schemas.openxmlformats.org/drawingml/2006/main">
              <a:ext uri="{FF2B5EF4-FFF2-40B4-BE49-F238E27FC236}">
                <a16:creationId xmlns:a16="http://schemas.microsoft.com/office/drawing/2014/main" id="{C7706813-3265-461B-AF48-2138CCC0A44D}"/>
              </a:ext>
            </a:extLst>
          </p:cNvPr>
          <p:cNvSpPr>
            <a:spLocks xmlns:a="http://schemas.openxmlformats.org/drawingml/2006/main" noGrp="1"/>
          </p:cNvSpPr>
          <p:nvPr/>
        </p:nvSpPr>
        <p:spPr>
          <a:xfrm xmlns:a="http://schemas.openxmlformats.org/drawingml/2006/main">
            <a:off x="60960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다 했어</a:t>
            </a:r>
          </a:p>
        </p:txBody>
      </p:sp>
      <p:sp>
        <p:nvSpPr>
          <p:cNvPr id="13" name="figure-40">
            <a:extLst xmlns:a="http://schemas.openxmlformats.org/drawingml/2006/main">
              <a:ext uri="{FF2B5EF4-FFF2-40B4-BE49-F238E27FC236}">
                <a16:creationId xmlns:a16="http://schemas.microsoft.com/office/drawing/2014/main" id="{B395B772-5AD6-4FE1-A32A-399C0F9F4E9B}"/>
              </a:ext>
            </a:extLst>
          </p:cNvPr>
          <p:cNvSpPr>
            <a:spLocks xmlns:a="http://schemas.openxmlformats.org/drawingml/2006/main" noGrp="1"/>
          </p:cNvSpPr>
          <p:nvPr/>
        </p:nvSpPr>
        <p:spPr>
          <a:xfrm xmlns:a="http://schemas.openxmlformats.org/drawingml/2006/main">
            <a:off x="432435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하는 중이야</a:t>
            </a:r>
          </a:p>
        </p:txBody>
      </p:sp>
      <p:sp>
        <p:nvSpPr>
          <p:cNvPr id="14" name="figure-41">
            <a:extLst xmlns:a="http://schemas.openxmlformats.org/drawingml/2006/main">
              <a:ext uri="{FF2B5EF4-FFF2-40B4-BE49-F238E27FC236}">
                <a16:creationId xmlns:a16="http://schemas.microsoft.com/office/drawing/2014/main" id="{E0518640-303E-46AE-BD93-16EA645A32DD}"/>
              </a:ext>
            </a:extLst>
          </p:cNvPr>
          <p:cNvSpPr>
            <a:spLocks xmlns:a="http://schemas.openxmlformats.org/drawingml/2006/main" noGrp="1"/>
          </p:cNvSpPr>
          <p:nvPr/>
        </p:nvSpPr>
        <p:spPr>
          <a:xfrm xmlns:a="http://schemas.openxmlformats.org/drawingml/2006/main">
            <a:off x="803910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아직 안 해</a:t>
            </a:r>
          </a:p>
        </p:txBody>
      </p:sp>
      <p:sp>
        <p:nvSpPr>
          <p:cNvPr id="15" name="figure-42">
            <a:extLst xmlns:a="http://schemas.openxmlformats.org/drawingml/2006/main">
              <a:ext uri="{FF2B5EF4-FFF2-40B4-BE49-F238E27FC236}">
                <a16:creationId xmlns:a16="http://schemas.microsoft.com/office/drawing/2014/main" id="{44FA9B1E-3DF9-493A-957F-F7F286E9527C}"/>
              </a:ext>
            </a:extLst>
          </p:cNvPr>
          <p:cNvSpPr>
            <a:spLocks xmlns:a="http://schemas.openxmlformats.org/drawingml/2006/main" noGrp="1"/>
          </p:cNvSpPr>
          <p:nvPr/>
        </p:nvSpPr>
        <p:spPr>
          <a:xfrm xmlns:a="http://schemas.openxmlformats.org/drawingml/2006/main">
            <a:off x="609600" y="5095875"/>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151515"/>
                </a:solidFill>
                <a:latin typeface="Malgun Gothic"/>
                <a:ea typeface="Malgun Gothic"/>
                <a:cs typeface="Malgun Gothic"/>
              </a:defRPr>
            </a:pPr>
            <a:r>
              <a:rPr sz="2700" b="1">
                <a:solidFill>
                  <a:srgbClr val="151515"/>
                </a:solidFill>
                <a:latin typeface="Malgun Gothic"/>
                <a:ea typeface="Malgun Gothic"/>
                <a:cs typeface="Malgun Gothic"/>
              </a:rPr>
              <a:t>조금 뒤에 다시 물어본다</a:t>
            </a:r>
          </a:p>
        </p:txBody>
      </p:sp>
      <p:sp>
        <p:nvSpPr>
          <p:cNvPr id="16" name="figure-43">
            <a:extLst xmlns:a="http://schemas.openxmlformats.org/drawingml/2006/main">
              <a:ext uri="{FF2B5EF4-FFF2-40B4-BE49-F238E27FC236}">
                <a16:creationId xmlns:a16="http://schemas.microsoft.com/office/drawing/2014/main" id="{FDD8F6BA-EA34-4543-A79E-866AB216D517}"/>
              </a:ext>
            </a:extLst>
          </p:cNvPr>
          <p:cNvSpPr>
            <a:spLocks xmlns:a="http://schemas.openxmlformats.org/drawingml/2006/main" noGrp="1"/>
          </p:cNvSpPr>
          <p:nvPr/>
        </p:nvSpPr>
        <p:spPr>
          <a:xfrm xmlns:a="http://schemas.openxmlformats.org/drawingml/2006/main">
            <a:off x="609600" y="56388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0">
                <a:solidFill>
                  <a:srgbClr val="151515"/>
                </a:solidFill>
                <a:latin typeface="Malgun Gothic"/>
                <a:ea typeface="Malgun Gothic"/>
                <a:cs typeface="Malgun Gothic"/>
              </a:defRPr>
            </a:pPr>
            <a:r>
              <a:rPr sz="2550" b="0">
                <a:solidFill>
                  <a:srgbClr val="151515"/>
                </a:solidFill>
                <a:latin typeface="Malgun Gothic"/>
                <a:ea typeface="Malgun Gothic"/>
                <a:cs typeface="Malgun Gothic"/>
              </a:rPr>
              <a:t>“신발 다 신었어?”</a:t>
            </a:r>
          </a:p>
        </p:txBody>
      </p:sp>
    </p:spTree>
    <p:extLst>
      <p:ext uri="{BB962C8B-B14F-4D97-AF65-F5344CB8AC3E}">
        <p14:creationId xmlns:p14="http://schemas.microsoft.com/office/powerpoint/2010/main" val="21298282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figure-44">
            <a:extLst xmlns:a="http://schemas.openxmlformats.org/drawingml/2006/main">
              <a:ext uri="{FF2B5EF4-FFF2-40B4-BE49-F238E27FC236}">
                <a16:creationId xmlns:a16="http://schemas.microsoft.com/office/drawing/2014/main" id="{CD6D1A6B-B334-48D2-99CF-5D640F4E1A63}"/>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신발이 없으면 다음 일로 못 넘어간다</a:t>
            </a:r>
          </a:p>
        </p:txBody>
      </p:sp>
      <p:sp>
        <p:nvSpPr>
          <p:cNvPr id="2" name="figure-45">
            <a:extLst xmlns:a="http://schemas.openxmlformats.org/drawingml/2006/main">
              <a:ext uri="{FF2B5EF4-FFF2-40B4-BE49-F238E27FC236}">
                <a16:creationId xmlns:a16="http://schemas.microsoft.com/office/drawing/2014/main" id="{6EE80331-90AA-4979-AC1E-C13CDD2B94D9}"/>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정해 둔 순서에서 막힌 일을 만났다</a:t>
            </a:r>
          </a:p>
        </p:txBody>
      </p:sp>
      <p:sp>
        <p:nvSpPr>
          <p:cNvPr id="3" name="figure-46">
            <a:extLst xmlns:a="http://schemas.openxmlformats.org/drawingml/2006/main">
              <a:ext uri="{FF2B5EF4-FFF2-40B4-BE49-F238E27FC236}">
                <a16:creationId xmlns:a16="http://schemas.microsoft.com/office/drawing/2014/main" id="{A109EBB4-CA11-4EDC-9C59-210022347C3D}"/>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04</a:t>
            </a:r>
          </a:p>
        </p:txBody>
      </p:sp>
      <p:sp>
        <p:nvSpPr>
          <p:cNvPr id="4" name="figure-47">
            <a:extLst xmlns:a="http://schemas.openxmlformats.org/drawingml/2006/main">
              <a:ext uri="{FF2B5EF4-FFF2-40B4-BE49-F238E27FC236}">
                <a16:creationId xmlns:a16="http://schemas.microsoft.com/office/drawing/2014/main" id="{A42B6862-FE6D-4855-B947-EA56250F03B6}"/>
              </a:ext>
            </a:extLst>
          </p:cNvPr>
          <p:cNvSpPr>
            <a:spLocks xmlns:a="http://schemas.openxmlformats.org/drawingml/2006/main" noGrp="1"/>
          </p:cNvSpPr>
          <p:nvPr/>
        </p:nvSpPr>
        <p:spPr>
          <a:xfrm xmlns:a="http://schemas.openxmlformats.org/drawingml/2006/main">
            <a:off x="6096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48">
            <a:extLst xmlns:a="http://schemas.openxmlformats.org/drawingml/2006/main">
              <a:ext uri="{FF2B5EF4-FFF2-40B4-BE49-F238E27FC236}">
                <a16:creationId xmlns:a16="http://schemas.microsoft.com/office/drawing/2014/main" id="{9FDFD7FB-0B5F-4CEB-A4BE-AD4CDA14C9E4}"/>
              </a:ext>
            </a:extLst>
          </p:cNvPr>
          <p:cNvSpPr>
            <a:spLocks xmlns:a="http://schemas.openxmlformats.org/drawingml/2006/main" noGrp="1"/>
          </p:cNvSpPr>
          <p:nvPr/>
        </p:nvSpPr>
        <p:spPr>
          <a:xfrm xmlns:a="http://schemas.openxmlformats.org/drawingml/2006/main">
            <a:off x="6858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양말 신기</a:t>
            </a:r>
          </a:p>
        </p:txBody>
      </p:sp>
      <p:sp>
        <p:nvSpPr>
          <p:cNvPr id="6" name="figure-49">
            <a:extLst xmlns:a="http://schemas.openxmlformats.org/drawingml/2006/main">
              <a:ext uri="{FF2B5EF4-FFF2-40B4-BE49-F238E27FC236}">
                <a16:creationId xmlns:a16="http://schemas.microsoft.com/office/drawing/2014/main" id="{3D589C0C-1FF1-46C8-9E9B-12DA04385ACD}"/>
              </a:ext>
            </a:extLst>
          </p:cNvPr>
          <p:cNvSpPr>
            <a:spLocks xmlns:a="http://schemas.openxmlformats.org/drawingml/2006/main" noGrp="1"/>
          </p:cNvSpPr>
          <p:nvPr/>
        </p:nvSpPr>
        <p:spPr>
          <a:xfrm xmlns:a="http://schemas.openxmlformats.org/drawingml/2006/main">
            <a:off x="401637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50">
            <a:extLst xmlns:a="http://schemas.openxmlformats.org/drawingml/2006/main">
              <a:ext uri="{FF2B5EF4-FFF2-40B4-BE49-F238E27FC236}">
                <a16:creationId xmlns:a16="http://schemas.microsoft.com/office/drawing/2014/main" id="{53990852-C656-4579-8AA3-4E9AFB05EFD3}"/>
              </a:ext>
            </a:extLst>
          </p:cNvPr>
          <p:cNvSpPr>
            <a:spLocks xmlns:a="http://schemas.openxmlformats.org/drawingml/2006/main" noGrp="1"/>
          </p:cNvSpPr>
          <p:nvPr/>
        </p:nvSpPr>
        <p:spPr>
          <a:xfrm xmlns:a="http://schemas.openxmlformats.org/drawingml/2006/main">
            <a:off x="4464050" y="2809875"/>
            <a:ext cx="3263900" cy="914400"/>
          </a:xfrm>
          <a:prstGeom xmlns:a="http://schemas.openxmlformats.org/drawingml/2006/main" prst="rect">
            <a:avLst/>
          </a:prstGeom>
          <a:solidFill xmlns:a="http://schemas.openxmlformats.org/drawingml/2006/main">
            <a:srgbClr val="EAEAEA"/>
          </a:solidFill>
          <a:ln xmlns:a="http://schemas.openxmlformats.org/drawingml/2006/main" w="19050">
            <a:solidFill>
              <a:srgbClr val="151515"/>
            </a:solidFill>
          </a:ln>
        </p:spPr>
      </p:sp>
      <p:sp>
        <p:nvSpPr>
          <p:cNvPr id="8" name="figure-51">
            <a:extLst xmlns:a="http://schemas.openxmlformats.org/drawingml/2006/main">
              <a:ext uri="{FF2B5EF4-FFF2-40B4-BE49-F238E27FC236}">
                <a16:creationId xmlns:a16="http://schemas.microsoft.com/office/drawing/2014/main" id="{59F20006-BAF5-4559-B2F1-5E23B6DC542B}"/>
              </a:ext>
            </a:extLst>
          </p:cNvPr>
          <p:cNvSpPr>
            <a:spLocks xmlns:a="http://schemas.openxmlformats.org/drawingml/2006/main" noGrp="1"/>
          </p:cNvSpPr>
          <p:nvPr/>
        </p:nvSpPr>
        <p:spPr>
          <a:xfrm xmlns:a="http://schemas.openxmlformats.org/drawingml/2006/main">
            <a:off x="454025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신발 신기</a:t>
            </a:r>
          </a:p>
        </p:txBody>
      </p:sp>
      <p:sp>
        <p:nvSpPr>
          <p:cNvPr id="9" name="figure-52">
            <a:extLst xmlns:a="http://schemas.openxmlformats.org/drawingml/2006/main">
              <a:ext uri="{FF2B5EF4-FFF2-40B4-BE49-F238E27FC236}">
                <a16:creationId xmlns:a16="http://schemas.microsoft.com/office/drawing/2014/main" id="{BB69060E-6016-437D-B1D6-8F32B5EFAFC5}"/>
              </a:ext>
            </a:extLst>
          </p:cNvPr>
          <p:cNvSpPr>
            <a:spLocks xmlns:a="http://schemas.openxmlformats.org/drawingml/2006/main" noGrp="1"/>
          </p:cNvSpPr>
          <p:nvPr/>
        </p:nvSpPr>
        <p:spPr>
          <a:xfrm xmlns:a="http://schemas.openxmlformats.org/drawingml/2006/main">
            <a:off x="787082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53">
            <a:extLst xmlns:a="http://schemas.openxmlformats.org/drawingml/2006/main">
              <a:ext uri="{FF2B5EF4-FFF2-40B4-BE49-F238E27FC236}">
                <a16:creationId xmlns:a16="http://schemas.microsoft.com/office/drawing/2014/main" id="{5B5114C5-09C3-41A2-BE82-15712F92D189}"/>
              </a:ext>
            </a:extLst>
          </p:cNvPr>
          <p:cNvSpPr>
            <a:spLocks xmlns:a="http://schemas.openxmlformats.org/drawingml/2006/main" noGrp="1"/>
          </p:cNvSpPr>
          <p:nvPr/>
        </p:nvSpPr>
        <p:spPr>
          <a:xfrm xmlns:a="http://schemas.openxmlformats.org/drawingml/2006/main">
            <a:off x="83185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11" name="figure-54">
            <a:extLst xmlns:a="http://schemas.openxmlformats.org/drawingml/2006/main">
              <a:ext uri="{FF2B5EF4-FFF2-40B4-BE49-F238E27FC236}">
                <a16:creationId xmlns:a16="http://schemas.microsoft.com/office/drawing/2014/main" id="{210F4E11-B335-4024-9D20-385080F8E9F3}"/>
              </a:ext>
            </a:extLst>
          </p:cNvPr>
          <p:cNvSpPr>
            <a:spLocks xmlns:a="http://schemas.openxmlformats.org/drawingml/2006/main" noGrp="1"/>
          </p:cNvSpPr>
          <p:nvPr/>
        </p:nvSpPr>
        <p:spPr>
          <a:xfrm xmlns:a="http://schemas.openxmlformats.org/drawingml/2006/main">
            <a:off x="83947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888888"/>
                </a:solidFill>
                <a:latin typeface="Malgun Gothic"/>
                <a:ea typeface="Malgun Gothic"/>
                <a:cs typeface="Malgun Gothic"/>
              </a:defRPr>
            </a:pPr>
            <a:r>
              <a:rPr sz="2550" b="1">
                <a:solidFill>
                  <a:srgbClr val="888888"/>
                </a:solidFill>
                <a:latin typeface="Malgun Gothic"/>
                <a:ea typeface="Malgun Gothic"/>
                <a:cs typeface="Malgun Gothic"/>
              </a:rPr>
              <a:t>밖에 나가기</a:t>
            </a:r>
          </a:p>
        </p:txBody>
      </p:sp>
      <p:sp>
        <p:nvSpPr>
          <p:cNvPr id="12" name="figure-55">
            <a:extLst xmlns:a="http://schemas.openxmlformats.org/drawingml/2006/main">
              <a:ext uri="{FF2B5EF4-FFF2-40B4-BE49-F238E27FC236}">
                <a16:creationId xmlns:a16="http://schemas.microsoft.com/office/drawing/2014/main" id="{65076664-AE80-4C38-9A26-49811B463D3A}"/>
              </a:ext>
            </a:extLst>
          </p:cNvPr>
          <p:cNvSpPr>
            <a:spLocks xmlns:a="http://schemas.openxmlformats.org/drawingml/2006/main" noGrp="1"/>
          </p:cNvSpPr>
          <p:nvPr/>
        </p:nvSpPr>
        <p:spPr>
          <a:xfrm xmlns:a="http://schemas.openxmlformats.org/drawingml/2006/main">
            <a:off x="60960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다 했어</a:t>
            </a:r>
          </a:p>
        </p:txBody>
      </p:sp>
      <p:sp>
        <p:nvSpPr>
          <p:cNvPr id="13" name="figure-56">
            <a:extLst xmlns:a="http://schemas.openxmlformats.org/drawingml/2006/main">
              <a:ext uri="{FF2B5EF4-FFF2-40B4-BE49-F238E27FC236}">
                <a16:creationId xmlns:a16="http://schemas.microsoft.com/office/drawing/2014/main" id="{04FB294D-E85E-4B10-BA01-608469AAF0AE}"/>
              </a:ext>
            </a:extLst>
          </p:cNvPr>
          <p:cNvSpPr>
            <a:spLocks xmlns:a="http://schemas.openxmlformats.org/drawingml/2006/main" noGrp="1"/>
          </p:cNvSpPr>
          <p:nvPr/>
        </p:nvSpPr>
        <p:spPr>
          <a:xfrm xmlns:a="http://schemas.openxmlformats.org/drawingml/2006/main">
            <a:off x="432435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못 하겠어</a:t>
            </a:r>
          </a:p>
        </p:txBody>
      </p:sp>
      <p:sp>
        <p:nvSpPr>
          <p:cNvPr id="14" name="figure-57">
            <a:extLst xmlns:a="http://schemas.openxmlformats.org/drawingml/2006/main">
              <a:ext uri="{FF2B5EF4-FFF2-40B4-BE49-F238E27FC236}">
                <a16:creationId xmlns:a16="http://schemas.microsoft.com/office/drawing/2014/main" id="{D53946F8-C0FC-45DA-9746-9EB6B4686ED9}"/>
              </a:ext>
            </a:extLst>
          </p:cNvPr>
          <p:cNvSpPr>
            <a:spLocks xmlns:a="http://schemas.openxmlformats.org/drawingml/2006/main" noGrp="1"/>
          </p:cNvSpPr>
          <p:nvPr/>
        </p:nvSpPr>
        <p:spPr>
          <a:xfrm xmlns:a="http://schemas.openxmlformats.org/drawingml/2006/main">
            <a:off x="803910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아직 안 해</a:t>
            </a:r>
          </a:p>
        </p:txBody>
      </p:sp>
      <p:sp>
        <p:nvSpPr>
          <p:cNvPr id="15" name="figure-58">
            <a:extLst xmlns:a="http://schemas.openxmlformats.org/drawingml/2006/main">
              <a:ext uri="{FF2B5EF4-FFF2-40B4-BE49-F238E27FC236}">
                <a16:creationId xmlns:a16="http://schemas.microsoft.com/office/drawing/2014/main" id="{9CAF32DF-5CE8-4F0D-9360-9649449763ED}"/>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“못 하겠어”와 “하는 중이야”는 다른 답이다</a:t>
            </a:r>
          </a:p>
        </p:txBody>
      </p:sp>
    </p:spTree>
    <p:extLst>
      <p:ext uri="{BB962C8B-B14F-4D97-AF65-F5344CB8AC3E}">
        <p14:creationId xmlns:p14="http://schemas.microsoft.com/office/powerpoint/2010/main" val="3148569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figure-59">
            <a:extLst xmlns:a="http://schemas.openxmlformats.org/drawingml/2006/main">
              <a:ext uri="{FF2B5EF4-FFF2-40B4-BE49-F238E27FC236}">
                <a16:creationId xmlns:a16="http://schemas.microsoft.com/office/drawing/2014/main" id="{856E0DB5-BF1F-42EA-B076-8E84FC9DFE81}"/>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점심 메뉴는 하나를 고른다</a:t>
            </a:r>
          </a:p>
        </p:txBody>
      </p:sp>
      <p:sp>
        <p:nvSpPr>
          <p:cNvPr id="2" name="figure-60">
            <a:extLst xmlns:a="http://schemas.openxmlformats.org/drawingml/2006/main">
              <a:ext uri="{FF2B5EF4-FFF2-40B4-BE49-F238E27FC236}">
                <a16:creationId xmlns:a16="http://schemas.microsoft.com/office/drawing/2014/main" id="{3128B0B6-9989-4DF6-93B3-1282A4E73970}"/>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먼저 먹고 싶은 메뉴부터 살펴본다</a:t>
            </a:r>
          </a:p>
        </p:txBody>
      </p:sp>
      <p:sp>
        <p:nvSpPr>
          <p:cNvPr id="3" name="figure-61">
            <a:extLst xmlns:a="http://schemas.openxmlformats.org/drawingml/2006/main">
              <a:ext uri="{FF2B5EF4-FFF2-40B4-BE49-F238E27FC236}">
                <a16:creationId xmlns:a16="http://schemas.microsoft.com/office/drawing/2014/main" id="{12259CC7-15CD-45B8-9B3D-EC3303C01DBD}"/>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05</a:t>
            </a:r>
          </a:p>
        </p:txBody>
      </p:sp>
      <p:sp>
        <p:nvSpPr>
          <p:cNvPr id="4" name="figure-62">
            <a:extLst xmlns:a="http://schemas.openxmlformats.org/drawingml/2006/main">
              <a:ext uri="{FF2B5EF4-FFF2-40B4-BE49-F238E27FC236}">
                <a16:creationId xmlns:a16="http://schemas.microsoft.com/office/drawing/2014/main" id="{2741CD0A-2B9B-4791-9D17-8C6FBDB58C07}"/>
              </a:ext>
            </a:extLst>
          </p:cNvPr>
          <p:cNvSpPr>
            <a:spLocks xmlns:a="http://schemas.openxmlformats.org/drawingml/2006/main" noGrp="1"/>
          </p:cNvSpPr>
          <p:nvPr/>
        </p:nvSpPr>
        <p:spPr>
          <a:xfrm xmlns:a="http://schemas.openxmlformats.org/drawingml/2006/main">
            <a:off x="6096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63">
            <a:extLst xmlns:a="http://schemas.openxmlformats.org/drawingml/2006/main">
              <a:ext uri="{FF2B5EF4-FFF2-40B4-BE49-F238E27FC236}">
                <a16:creationId xmlns:a16="http://schemas.microsoft.com/office/drawing/2014/main" id="{E135CC0B-D545-4CA7-BA40-343061DF0CA3}"/>
              </a:ext>
            </a:extLst>
          </p:cNvPr>
          <p:cNvSpPr>
            <a:spLocks xmlns:a="http://schemas.openxmlformats.org/drawingml/2006/main" noGrp="1"/>
          </p:cNvSpPr>
          <p:nvPr/>
        </p:nvSpPr>
        <p:spPr>
          <a:xfrm xmlns:a="http://schemas.openxmlformats.org/drawingml/2006/main">
            <a:off x="6858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김밥 먹기</a:t>
            </a:r>
          </a:p>
        </p:txBody>
      </p:sp>
      <p:sp>
        <p:nvSpPr>
          <p:cNvPr id="6" name="figure-64">
            <a:extLst xmlns:a="http://schemas.openxmlformats.org/drawingml/2006/main">
              <a:ext uri="{FF2B5EF4-FFF2-40B4-BE49-F238E27FC236}">
                <a16:creationId xmlns:a16="http://schemas.microsoft.com/office/drawing/2014/main" id="{C947AC23-F2EE-4D1A-8D18-A5BC47D990E8}"/>
              </a:ext>
            </a:extLst>
          </p:cNvPr>
          <p:cNvSpPr>
            <a:spLocks xmlns:a="http://schemas.openxmlformats.org/drawingml/2006/main" noGrp="1"/>
          </p:cNvSpPr>
          <p:nvPr/>
        </p:nvSpPr>
        <p:spPr>
          <a:xfrm xmlns:a="http://schemas.openxmlformats.org/drawingml/2006/main">
            <a:off x="401637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65">
            <a:extLst xmlns:a="http://schemas.openxmlformats.org/drawingml/2006/main">
              <a:ext uri="{FF2B5EF4-FFF2-40B4-BE49-F238E27FC236}">
                <a16:creationId xmlns:a16="http://schemas.microsoft.com/office/drawing/2014/main" id="{3795B0BB-FCBB-426F-B262-56DA6BA19FEC}"/>
              </a:ext>
            </a:extLst>
          </p:cNvPr>
          <p:cNvSpPr>
            <a:spLocks xmlns:a="http://schemas.openxmlformats.org/drawingml/2006/main" noGrp="1"/>
          </p:cNvSpPr>
          <p:nvPr/>
        </p:nvSpPr>
        <p:spPr>
          <a:xfrm xmlns:a="http://schemas.openxmlformats.org/drawingml/2006/main">
            <a:off x="446405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8" name="figure-66">
            <a:extLst xmlns:a="http://schemas.openxmlformats.org/drawingml/2006/main">
              <a:ext uri="{FF2B5EF4-FFF2-40B4-BE49-F238E27FC236}">
                <a16:creationId xmlns:a16="http://schemas.microsoft.com/office/drawing/2014/main" id="{4987DA29-0437-4741-80D4-4B90D934FD4A}"/>
              </a:ext>
            </a:extLst>
          </p:cNvPr>
          <p:cNvSpPr>
            <a:spLocks xmlns:a="http://schemas.openxmlformats.org/drawingml/2006/main" noGrp="1"/>
          </p:cNvSpPr>
          <p:nvPr/>
        </p:nvSpPr>
        <p:spPr>
          <a:xfrm xmlns:a="http://schemas.openxmlformats.org/drawingml/2006/main">
            <a:off x="454025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라면 먹기</a:t>
            </a:r>
          </a:p>
        </p:txBody>
      </p:sp>
      <p:sp>
        <p:nvSpPr>
          <p:cNvPr id="9" name="figure-67">
            <a:extLst xmlns:a="http://schemas.openxmlformats.org/drawingml/2006/main">
              <a:ext uri="{FF2B5EF4-FFF2-40B4-BE49-F238E27FC236}">
                <a16:creationId xmlns:a16="http://schemas.microsoft.com/office/drawing/2014/main" id="{238ACC27-C6FB-401B-A60A-0A2B913B2F93}"/>
              </a:ext>
            </a:extLst>
          </p:cNvPr>
          <p:cNvSpPr>
            <a:spLocks xmlns:a="http://schemas.openxmlformats.org/drawingml/2006/main" noGrp="1"/>
          </p:cNvSpPr>
          <p:nvPr/>
        </p:nvSpPr>
        <p:spPr>
          <a:xfrm xmlns:a="http://schemas.openxmlformats.org/drawingml/2006/main">
            <a:off x="787082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68">
            <a:extLst xmlns:a="http://schemas.openxmlformats.org/drawingml/2006/main">
              <a:ext uri="{FF2B5EF4-FFF2-40B4-BE49-F238E27FC236}">
                <a16:creationId xmlns:a16="http://schemas.microsoft.com/office/drawing/2014/main" id="{9C5CE003-172E-4252-ADF5-7F1E45308BB8}"/>
              </a:ext>
            </a:extLst>
          </p:cNvPr>
          <p:cNvSpPr>
            <a:spLocks xmlns:a="http://schemas.openxmlformats.org/drawingml/2006/main" noGrp="1"/>
          </p:cNvSpPr>
          <p:nvPr/>
        </p:nvSpPr>
        <p:spPr>
          <a:xfrm xmlns:a="http://schemas.openxmlformats.org/drawingml/2006/main">
            <a:off x="83185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1" name="figure-69">
            <a:extLst xmlns:a="http://schemas.openxmlformats.org/drawingml/2006/main">
              <a:ext uri="{FF2B5EF4-FFF2-40B4-BE49-F238E27FC236}">
                <a16:creationId xmlns:a16="http://schemas.microsoft.com/office/drawing/2014/main" id="{98F5688F-66F6-47D2-8D09-8BFC6C390E07}"/>
              </a:ext>
            </a:extLst>
          </p:cNvPr>
          <p:cNvSpPr>
            <a:spLocks xmlns:a="http://schemas.openxmlformats.org/drawingml/2006/main" noGrp="1"/>
          </p:cNvSpPr>
          <p:nvPr/>
        </p:nvSpPr>
        <p:spPr>
          <a:xfrm xmlns:a="http://schemas.openxmlformats.org/drawingml/2006/main">
            <a:off x="83947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샌드위치 먹기</a:t>
            </a:r>
          </a:p>
        </p:txBody>
      </p:sp>
      <p:sp>
        <p:nvSpPr>
          <p:cNvPr id="12" name="figure-70">
            <a:extLst xmlns:a="http://schemas.openxmlformats.org/drawingml/2006/main">
              <a:ext uri="{FF2B5EF4-FFF2-40B4-BE49-F238E27FC236}">
                <a16:creationId xmlns:a16="http://schemas.microsoft.com/office/drawing/2014/main" id="{A9680E45-71FE-4156-A876-0EC561F64258}"/>
              </a:ext>
            </a:extLst>
          </p:cNvPr>
          <p:cNvSpPr>
            <a:spLocks xmlns:a="http://schemas.openxmlformats.org/drawingml/2006/main" noGrp="1"/>
          </p:cNvSpPr>
          <p:nvPr/>
        </p:nvSpPr>
        <p:spPr>
          <a:xfrm xmlns:a="http://schemas.openxmlformats.org/drawingml/2006/main">
            <a:off x="609600" y="41338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첫 번째 후보</a:t>
            </a:r>
          </a:p>
        </p:txBody>
      </p:sp>
      <p:sp>
        <p:nvSpPr>
          <p:cNvPr id="13" name="figure-71">
            <a:extLst xmlns:a="http://schemas.openxmlformats.org/drawingml/2006/main">
              <a:ext uri="{FF2B5EF4-FFF2-40B4-BE49-F238E27FC236}">
                <a16:creationId xmlns:a16="http://schemas.microsoft.com/office/drawing/2014/main" id="{8EF54EE4-991E-4E47-BAD6-AED02530C180}"/>
              </a:ext>
            </a:extLst>
          </p:cNvPr>
          <p:cNvSpPr>
            <a:spLocks xmlns:a="http://schemas.openxmlformats.org/drawingml/2006/main" noGrp="1"/>
          </p:cNvSpPr>
          <p:nvPr/>
        </p:nvSpPr>
        <p:spPr>
          <a:xfrm xmlns:a="http://schemas.openxmlformats.org/drawingml/2006/main">
            <a:off x="4324350" y="41338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두 번째 후보</a:t>
            </a:r>
          </a:p>
        </p:txBody>
      </p:sp>
      <p:sp>
        <p:nvSpPr>
          <p:cNvPr id="14" name="figure-72">
            <a:extLst xmlns:a="http://schemas.openxmlformats.org/drawingml/2006/main">
              <a:ext uri="{FF2B5EF4-FFF2-40B4-BE49-F238E27FC236}">
                <a16:creationId xmlns:a16="http://schemas.microsoft.com/office/drawing/2014/main" id="{7CBBB417-73FC-421F-9510-A1CF6C258173}"/>
              </a:ext>
            </a:extLst>
          </p:cNvPr>
          <p:cNvSpPr>
            <a:spLocks xmlns:a="http://schemas.openxmlformats.org/drawingml/2006/main" noGrp="1"/>
          </p:cNvSpPr>
          <p:nvPr/>
        </p:nvSpPr>
        <p:spPr>
          <a:xfrm xmlns:a="http://schemas.openxmlformats.org/drawingml/2006/main">
            <a:off x="8039100" y="41338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세 번째 후보</a:t>
            </a:r>
          </a:p>
        </p:txBody>
      </p:sp>
      <p:sp>
        <p:nvSpPr>
          <p:cNvPr id="15" name="figure-73">
            <a:extLst xmlns:a="http://schemas.openxmlformats.org/drawingml/2006/main">
              <a:ext uri="{FF2B5EF4-FFF2-40B4-BE49-F238E27FC236}">
                <a16:creationId xmlns:a16="http://schemas.microsoft.com/office/drawing/2014/main" id="{DE088FA3-252B-469B-B40A-594E62DC7A41}"/>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순서대로 모두 먹는 것이 아니라, 가능한 메뉴 하나를 고른다</a:t>
            </a:r>
          </a:p>
        </p:txBody>
      </p:sp>
    </p:spTree>
    <p:extLst>
      <p:ext uri="{BB962C8B-B14F-4D97-AF65-F5344CB8AC3E}">
        <p14:creationId xmlns:p14="http://schemas.microsoft.com/office/powerpoint/2010/main" val="15719079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figure-74">
            <a:extLst xmlns:a="http://schemas.openxmlformats.org/drawingml/2006/main">
              <a:ext uri="{FF2B5EF4-FFF2-40B4-BE49-F238E27FC236}">
                <a16:creationId xmlns:a16="http://schemas.microsoft.com/office/drawing/2014/main" id="{11A7745A-81DA-43BA-9559-8F5CF06C6C83}"/>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김밥이 없으면 라면을 고른다</a:t>
            </a:r>
          </a:p>
        </p:txBody>
      </p:sp>
      <p:sp>
        <p:nvSpPr>
          <p:cNvPr id="2" name="figure-75">
            <a:extLst xmlns:a="http://schemas.openxmlformats.org/drawingml/2006/main">
              <a:ext uri="{FF2B5EF4-FFF2-40B4-BE49-F238E27FC236}">
                <a16:creationId xmlns:a16="http://schemas.microsoft.com/office/drawing/2014/main" id="{4C4542D3-5989-4B97-86B6-FB866BBDA2B4}"/>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앞 후보가 안 되면 다음 후보를 살펴본다</a:t>
            </a:r>
          </a:p>
        </p:txBody>
      </p:sp>
      <p:sp>
        <p:nvSpPr>
          <p:cNvPr id="3" name="figure-76">
            <a:extLst xmlns:a="http://schemas.openxmlformats.org/drawingml/2006/main">
              <a:ext uri="{FF2B5EF4-FFF2-40B4-BE49-F238E27FC236}">
                <a16:creationId xmlns:a16="http://schemas.microsoft.com/office/drawing/2014/main" id="{6C133FEF-1C8B-4CEF-8699-FA2CF50F2FB0}"/>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06</a:t>
            </a:r>
          </a:p>
        </p:txBody>
      </p:sp>
      <p:sp>
        <p:nvSpPr>
          <p:cNvPr id="4" name="figure-77">
            <a:extLst xmlns:a="http://schemas.openxmlformats.org/drawingml/2006/main">
              <a:ext uri="{FF2B5EF4-FFF2-40B4-BE49-F238E27FC236}">
                <a16:creationId xmlns:a16="http://schemas.microsoft.com/office/drawing/2014/main" id="{2706167A-9728-4AA9-886A-7A450760172B}"/>
              </a:ext>
            </a:extLst>
          </p:cNvPr>
          <p:cNvSpPr>
            <a:spLocks xmlns:a="http://schemas.openxmlformats.org/drawingml/2006/main" noGrp="1"/>
          </p:cNvSpPr>
          <p:nvPr/>
        </p:nvSpPr>
        <p:spPr>
          <a:xfrm xmlns:a="http://schemas.openxmlformats.org/drawingml/2006/main">
            <a:off x="609600" y="2809875"/>
            <a:ext cx="3263900" cy="914400"/>
          </a:xfrm>
          <a:prstGeom xmlns:a="http://schemas.openxmlformats.org/drawingml/2006/main" prst="rect">
            <a:avLst/>
          </a:prstGeom>
          <a:solidFill xmlns:a="http://schemas.openxmlformats.org/drawingml/2006/main">
            <a:srgbClr val="EAEAEA"/>
          </a:solidFill>
          <a:ln xmlns:a="http://schemas.openxmlformats.org/drawingml/2006/main" w="19050">
            <a:solidFill>
              <a:srgbClr val="151515"/>
            </a:solidFill>
          </a:ln>
        </p:spPr>
      </p:sp>
      <p:sp>
        <p:nvSpPr>
          <p:cNvPr id="5" name="figure-78">
            <a:extLst xmlns:a="http://schemas.openxmlformats.org/drawingml/2006/main">
              <a:ext uri="{FF2B5EF4-FFF2-40B4-BE49-F238E27FC236}">
                <a16:creationId xmlns:a16="http://schemas.microsoft.com/office/drawing/2014/main" id="{A7F9D841-F81E-441D-85C1-D7FB37F6AF32}"/>
              </a:ext>
            </a:extLst>
          </p:cNvPr>
          <p:cNvSpPr>
            <a:spLocks xmlns:a="http://schemas.openxmlformats.org/drawingml/2006/main" noGrp="1"/>
          </p:cNvSpPr>
          <p:nvPr/>
        </p:nvSpPr>
        <p:spPr>
          <a:xfrm xmlns:a="http://schemas.openxmlformats.org/drawingml/2006/main">
            <a:off x="6858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김밥 먹기</a:t>
            </a:r>
          </a:p>
        </p:txBody>
      </p:sp>
      <p:sp>
        <p:nvSpPr>
          <p:cNvPr id="6" name="figure-79">
            <a:extLst xmlns:a="http://schemas.openxmlformats.org/drawingml/2006/main">
              <a:ext uri="{FF2B5EF4-FFF2-40B4-BE49-F238E27FC236}">
                <a16:creationId xmlns:a16="http://schemas.microsoft.com/office/drawing/2014/main" id="{772DBAFC-36D9-4E54-B0A1-07F2D4922FAE}"/>
              </a:ext>
            </a:extLst>
          </p:cNvPr>
          <p:cNvSpPr>
            <a:spLocks xmlns:a="http://schemas.openxmlformats.org/drawingml/2006/main" noGrp="1"/>
          </p:cNvSpPr>
          <p:nvPr/>
        </p:nvSpPr>
        <p:spPr>
          <a:xfrm xmlns:a="http://schemas.openxmlformats.org/drawingml/2006/main">
            <a:off x="401637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80">
            <a:extLst xmlns:a="http://schemas.openxmlformats.org/drawingml/2006/main">
              <a:ext uri="{FF2B5EF4-FFF2-40B4-BE49-F238E27FC236}">
                <a16:creationId xmlns:a16="http://schemas.microsoft.com/office/drawing/2014/main" id="{2D0C720C-F286-4745-9C6F-3233604EDFEC}"/>
              </a:ext>
            </a:extLst>
          </p:cNvPr>
          <p:cNvSpPr>
            <a:spLocks xmlns:a="http://schemas.openxmlformats.org/drawingml/2006/main" noGrp="1"/>
          </p:cNvSpPr>
          <p:nvPr/>
        </p:nvSpPr>
        <p:spPr>
          <a:xfrm xmlns:a="http://schemas.openxmlformats.org/drawingml/2006/main">
            <a:off x="4464050" y="2809875"/>
            <a:ext cx="3263900" cy="914400"/>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8" name="figure-81">
            <a:extLst xmlns:a="http://schemas.openxmlformats.org/drawingml/2006/main">
              <a:ext uri="{FF2B5EF4-FFF2-40B4-BE49-F238E27FC236}">
                <a16:creationId xmlns:a16="http://schemas.microsoft.com/office/drawing/2014/main" id="{90016822-BE72-4641-97EF-BDCDCD055A6A}"/>
              </a:ext>
            </a:extLst>
          </p:cNvPr>
          <p:cNvSpPr>
            <a:spLocks xmlns:a="http://schemas.openxmlformats.org/drawingml/2006/main" noGrp="1"/>
          </p:cNvSpPr>
          <p:nvPr/>
        </p:nvSpPr>
        <p:spPr>
          <a:xfrm xmlns:a="http://schemas.openxmlformats.org/drawingml/2006/main">
            <a:off x="454025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라면 먹기</a:t>
            </a:r>
          </a:p>
        </p:txBody>
      </p:sp>
      <p:sp>
        <p:nvSpPr>
          <p:cNvPr id="9" name="figure-82">
            <a:extLst xmlns:a="http://schemas.openxmlformats.org/drawingml/2006/main">
              <a:ext uri="{FF2B5EF4-FFF2-40B4-BE49-F238E27FC236}">
                <a16:creationId xmlns:a16="http://schemas.microsoft.com/office/drawing/2014/main" id="{25A4BADB-E94A-4FE7-ABBF-38F074C2B4E6}"/>
              </a:ext>
            </a:extLst>
          </p:cNvPr>
          <p:cNvSpPr>
            <a:spLocks xmlns:a="http://schemas.openxmlformats.org/drawingml/2006/main" noGrp="1"/>
          </p:cNvSpPr>
          <p:nvPr/>
        </p:nvSpPr>
        <p:spPr>
          <a:xfrm xmlns:a="http://schemas.openxmlformats.org/drawingml/2006/main">
            <a:off x="787082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83">
            <a:extLst xmlns:a="http://schemas.openxmlformats.org/drawingml/2006/main">
              <a:ext uri="{FF2B5EF4-FFF2-40B4-BE49-F238E27FC236}">
                <a16:creationId xmlns:a16="http://schemas.microsoft.com/office/drawing/2014/main" id="{0D42C0AE-60FD-457F-A65A-84527E386C35}"/>
              </a:ext>
            </a:extLst>
          </p:cNvPr>
          <p:cNvSpPr>
            <a:spLocks xmlns:a="http://schemas.openxmlformats.org/drawingml/2006/main" noGrp="1"/>
          </p:cNvSpPr>
          <p:nvPr/>
        </p:nvSpPr>
        <p:spPr>
          <a:xfrm xmlns:a="http://schemas.openxmlformats.org/drawingml/2006/main">
            <a:off x="83185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11" name="figure-84">
            <a:extLst xmlns:a="http://schemas.openxmlformats.org/drawingml/2006/main">
              <a:ext uri="{FF2B5EF4-FFF2-40B4-BE49-F238E27FC236}">
                <a16:creationId xmlns:a16="http://schemas.microsoft.com/office/drawing/2014/main" id="{8C075073-C86A-49E3-B58A-BAB1743650A0}"/>
              </a:ext>
            </a:extLst>
          </p:cNvPr>
          <p:cNvSpPr>
            <a:spLocks xmlns:a="http://schemas.openxmlformats.org/drawingml/2006/main" noGrp="1"/>
          </p:cNvSpPr>
          <p:nvPr/>
        </p:nvSpPr>
        <p:spPr>
          <a:xfrm xmlns:a="http://schemas.openxmlformats.org/drawingml/2006/main">
            <a:off x="83947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888888"/>
                </a:solidFill>
                <a:latin typeface="Malgun Gothic"/>
                <a:ea typeface="Malgun Gothic"/>
                <a:cs typeface="Malgun Gothic"/>
              </a:defRPr>
            </a:pPr>
            <a:r>
              <a:rPr sz="2550" b="1">
                <a:solidFill>
                  <a:srgbClr val="888888"/>
                </a:solidFill>
                <a:latin typeface="Malgun Gothic"/>
                <a:ea typeface="Malgun Gothic"/>
                <a:cs typeface="Malgun Gothic"/>
              </a:rPr>
              <a:t>샌드위치 먹기</a:t>
            </a:r>
          </a:p>
        </p:txBody>
      </p:sp>
      <p:sp>
        <p:nvSpPr>
          <p:cNvPr id="12" name="figure-85">
            <a:extLst xmlns:a="http://schemas.openxmlformats.org/drawingml/2006/main">
              <a:ext uri="{FF2B5EF4-FFF2-40B4-BE49-F238E27FC236}">
                <a16:creationId xmlns:a16="http://schemas.microsoft.com/office/drawing/2014/main" id="{72DFEA4C-5049-4C3E-8A63-1D74812E6D90}"/>
              </a:ext>
            </a:extLst>
          </p:cNvPr>
          <p:cNvSpPr>
            <a:spLocks xmlns:a="http://schemas.openxmlformats.org/drawingml/2006/main" noGrp="1"/>
          </p:cNvSpPr>
          <p:nvPr/>
        </p:nvSpPr>
        <p:spPr>
          <a:xfrm xmlns:a="http://schemas.openxmlformats.org/drawingml/2006/main">
            <a:off x="60960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못 하겠어</a:t>
            </a:r>
          </a:p>
        </p:txBody>
      </p:sp>
      <p:sp>
        <p:nvSpPr>
          <p:cNvPr id="13" name="figure-86">
            <a:extLst xmlns:a="http://schemas.openxmlformats.org/drawingml/2006/main">
              <a:ext uri="{FF2B5EF4-FFF2-40B4-BE49-F238E27FC236}">
                <a16:creationId xmlns:a16="http://schemas.microsoft.com/office/drawing/2014/main" id="{0B08A743-82AA-47C6-98EE-CB1164F4653D}"/>
              </a:ext>
            </a:extLst>
          </p:cNvPr>
          <p:cNvSpPr>
            <a:spLocks xmlns:a="http://schemas.openxmlformats.org/drawingml/2006/main" noGrp="1"/>
          </p:cNvSpPr>
          <p:nvPr/>
        </p:nvSpPr>
        <p:spPr>
          <a:xfrm xmlns:a="http://schemas.openxmlformats.org/drawingml/2006/main">
            <a:off x="432435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먹는 중이야</a:t>
            </a:r>
          </a:p>
        </p:txBody>
      </p:sp>
      <p:sp>
        <p:nvSpPr>
          <p:cNvPr id="14" name="figure-87">
            <a:extLst xmlns:a="http://schemas.openxmlformats.org/drawingml/2006/main">
              <a:ext uri="{FF2B5EF4-FFF2-40B4-BE49-F238E27FC236}">
                <a16:creationId xmlns:a16="http://schemas.microsoft.com/office/drawing/2014/main" id="{23C1B76B-228E-480C-BD6F-3EE3C504891B}"/>
              </a:ext>
            </a:extLst>
          </p:cNvPr>
          <p:cNvSpPr>
            <a:spLocks xmlns:a="http://schemas.openxmlformats.org/drawingml/2006/main" noGrp="1"/>
          </p:cNvSpPr>
          <p:nvPr/>
        </p:nvSpPr>
        <p:spPr>
          <a:xfrm xmlns:a="http://schemas.openxmlformats.org/drawingml/2006/main">
            <a:off x="803910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아직 안 봄</a:t>
            </a:r>
          </a:p>
        </p:txBody>
      </p:sp>
      <p:sp>
        <p:nvSpPr>
          <p:cNvPr id="15" name="figure-88">
            <a:extLst xmlns:a="http://schemas.openxmlformats.org/drawingml/2006/main">
              <a:ext uri="{FF2B5EF4-FFF2-40B4-BE49-F238E27FC236}">
                <a16:creationId xmlns:a16="http://schemas.microsoft.com/office/drawing/2014/main" id="{956AFCBB-A755-4354-A6BC-D721D180EBE3}"/>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라면을 먹는 중이면 샌드위치까지 먹으러 가지 않는다</a:t>
            </a:r>
          </a:p>
        </p:txBody>
      </p:sp>
    </p:spTree>
    <p:extLst>
      <p:ext uri="{BB962C8B-B14F-4D97-AF65-F5344CB8AC3E}">
        <p14:creationId xmlns:p14="http://schemas.microsoft.com/office/powerpoint/2010/main" val="6473983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figure-89">
            <a:extLst xmlns:a="http://schemas.openxmlformats.org/drawingml/2006/main">
              <a:ext uri="{FF2B5EF4-FFF2-40B4-BE49-F238E27FC236}">
                <a16:creationId xmlns:a16="http://schemas.microsoft.com/office/drawing/2014/main" id="{A94D8998-46DC-46D6-AA5C-10B1BDEE6713}"/>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가끔 다시 물어보는 시간이 필요하다</a:t>
            </a:r>
          </a:p>
        </p:txBody>
      </p:sp>
      <p:sp>
        <p:nvSpPr>
          <p:cNvPr id="2" name="figure-90">
            <a:extLst xmlns:a="http://schemas.openxmlformats.org/drawingml/2006/main">
              <a:ext uri="{FF2B5EF4-FFF2-40B4-BE49-F238E27FC236}">
                <a16:creationId xmlns:a16="http://schemas.microsoft.com/office/drawing/2014/main" id="{4DEE636B-0F10-4B58-8CF1-48B8A4D5842D}"/>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“지금 어디까지 했어?”라고 짧게 확인한다</a:t>
            </a:r>
          </a:p>
        </p:txBody>
      </p:sp>
      <p:sp>
        <p:nvSpPr>
          <p:cNvPr id="3" name="figure-91">
            <a:extLst xmlns:a="http://schemas.openxmlformats.org/drawingml/2006/main">
              <a:ext uri="{FF2B5EF4-FFF2-40B4-BE49-F238E27FC236}">
                <a16:creationId xmlns:a16="http://schemas.microsoft.com/office/drawing/2014/main" id="{B69594D2-A85A-4943-8F68-30DC7339F9E8}"/>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07</a:t>
            </a:r>
          </a:p>
        </p:txBody>
      </p:sp>
      <p:sp>
        <p:nvSpPr>
          <p:cNvPr id="4" name="figure-92">
            <a:extLst xmlns:a="http://schemas.openxmlformats.org/drawingml/2006/main">
              <a:ext uri="{FF2B5EF4-FFF2-40B4-BE49-F238E27FC236}">
                <a16:creationId xmlns:a16="http://schemas.microsoft.com/office/drawing/2014/main" id="{F104DD03-2F9B-427B-9DBD-9BF3A151F0DF}"/>
              </a:ext>
            </a:extLst>
          </p:cNvPr>
          <p:cNvSpPr>
            <a:spLocks xmlns:a="http://schemas.openxmlformats.org/drawingml/2006/main" noGrp="1"/>
          </p:cNvSpPr>
          <p:nvPr/>
        </p:nvSpPr>
        <p:spPr>
          <a:xfrm xmlns:a="http://schemas.openxmlformats.org/drawingml/2006/main">
            <a:off x="609600" y="26193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93">
            <a:extLst xmlns:a="http://schemas.openxmlformats.org/drawingml/2006/main">
              <a:ext uri="{FF2B5EF4-FFF2-40B4-BE49-F238E27FC236}">
                <a16:creationId xmlns:a16="http://schemas.microsoft.com/office/drawing/2014/main" id="{30AB7027-093F-4199-944B-B1D3D5B36E86}"/>
              </a:ext>
            </a:extLst>
          </p:cNvPr>
          <p:cNvSpPr>
            <a:spLocks xmlns:a="http://schemas.openxmlformats.org/drawingml/2006/main" noGrp="1"/>
          </p:cNvSpPr>
          <p:nvPr/>
        </p:nvSpPr>
        <p:spPr>
          <a:xfrm xmlns:a="http://schemas.openxmlformats.org/drawingml/2006/main">
            <a:off x="685800" y="26574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처음 물어보기</a:t>
            </a:r>
          </a:p>
        </p:txBody>
      </p:sp>
      <p:sp>
        <p:nvSpPr>
          <p:cNvPr id="6" name="figure-94">
            <a:extLst xmlns:a="http://schemas.openxmlformats.org/drawingml/2006/main">
              <a:ext uri="{FF2B5EF4-FFF2-40B4-BE49-F238E27FC236}">
                <a16:creationId xmlns:a16="http://schemas.microsoft.com/office/drawing/2014/main" id="{23CCD7D7-6229-4F26-9C43-02424D155F53}"/>
              </a:ext>
            </a:extLst>
          </p:cNvPr>
          <p:cNvSpPr>
            <a:spLocks xmlns:a="http://schemas.openxmlformats.org/drawingml/2006/main" noGrp="1"/>
          </p:cNvSpPr>
          <p:nvPr/>
        </p:nvSpPr>
        <p:spPr>
          <a:xfrm xmlns:a="http://schemas.openxmlformats.org/drawingml/2006/main">
            <a:off x="4016375" y="29813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95">
            <a:extLst xmlns:a="http://schemas.openxmlformats.org/drawingml/2006/main">
              <a:ext uri="{FF2B5EF4-FFF2-40B4-BE49-F238E27FC236}">
                <a16:creationId xmlns:a16="http://schemas.microsoft.com/office/drawing/2014/main" id="{ECE61FF8-974A-4606-85B1-D542CF4C3BEF}"/>
              </a:ext>
            </a:extLst>
          </p:cNvPr>
          <p:cNvSpPr>
            <a:spLocks xmlns:a="http://schemas.openxmlformats.org/drawingml/2006/main" noGrp="1"/>
          </p:cNvSpPr>
          <p:nvPr/>
        </p:nvSpPr>
        <p:spPr>
          <a:xfrm xmlns:a="http://schemas.openxmlformats.org/drawingml/2006/main">
            <a:off x="4464050" y="26193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8" name="figure-96">
            <a:extLst xmlns:a="http://schemas.openxmlformats.org/drawingml/2006/main">
              <a:ext uri="{FF2B5EF4-FFF2-40B4-BE49-F238E27FC236}">
                <a16:creationId xmlns:a16="http://schemas.microsoft.com/office/drawing/2014/main" id="{77D8477A-20A5-4D6A-90C5-A900D121CDBA}"/>
              </a:ext>
            </a:extLst>
          </p:cNvPr>
          <p:cNvSpPr>
            <a:spLocks xmlns:a="http://schemas.openxmlformats.org/drawingml/2006/main" noGrp="1"/>
          </p:cNvSpPr>
          <p:nvPr/>
        </p:nvSpPr>
        <p:spPr>
          <a:xfrm xmlns:a="http://schemas.openxmlformats.org/drawingml/2006/main">
            <a:off x="4540250" y="26574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다시 물어보기</a:t>
            </a:r>
          </a:p>
        </p:txBody>
      </p:sp>
      <p:sp>
        <p:nvSpPr>
          <p:cNvPr id="9" name="figure-97">
            <a:extLst xmlns:a="http://schemas.openxmlformats.org/drawingml/2006/main">
              <a:ext uri="{FF2B5EF4-FFF2-40B4-BE49-F238E27FC236}">
                <a16:creationId xmlns:a16="http://schemas.microsoft.com/office/drawing/2014/main" id="{7177274B-13AE-4532-A03B-EE670DF9E1AD}"/>
              </a:ext>
            </a:extLst>
          </p:cNvPr>
          <p:cNvSpPr>
            <a:spLocks xmlns:a="http://schemas.openxmlformats.org/drawingml/2006/main" noGrp="1"/>
          </p:cNvSpPr>
          <p:nvPr/>
        </p:nvSpPr>
        <p:spPr>
          <a:xfrm xmlns:a="http://schemas.openxmlformats.org/drawingml/2006/main">
            <a:off x="7870825" y="29813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98">
            <a:extLst xmlns:a="http://schemas.openxmlformats.org/drawingml/2006/main">
              <a:ext uri="{FF2B5EF4-FFF2-40B4-BE49-F238E27FC236}">
                <a16:creationId xmlns:a16="http://schemas.microsoft.com/office/drawing/2014/main" id="{B8210E08-1F31-4D5A-8788-33F369196836}"/>
              </a:ext>
            </a:extLst>
          </p:cNvPr>
          <p:cNvSpPr>
            <a:spLocks xmlns:a="http://schemas.openxmlformats.org/drawingml/2006/main" noGrp="1"/>
          </p:cNvSpPr>
          <p:nvPr/>
        </p:nvSpPr>
        <p:spPr>
          <a:xfrm xmlns:a="http://schemas.openxmlformats.org/drawingml/2006/main">
            <a:off x="8318500" y="26193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1" name="figure-99">
            <a:extLst xmlns:a="http://schemas.openxmlformats.org/drawingml/2006/main">
              <a:ext uri="{FF2B5EF4-FFF2-40B4-BE49-F238E27FC236}">
                <a16:creationId xmlns:a16="http://schemas.microsoft.com/office/drawing/2014/main" id="{062B28FE-274D-4EB3-B5E1-8D6DA92EC569}"/>
              </a:ext>
            </a:extLst>
          </p:cNvPr>
          <p:cNvSpPr>
            <a:spLocks xmlns:a="http://schemas.openxmlformats.org/drawingml/2006/main" noGrp="1"/>
          </p:cNvSpPr>
          <p:nvPr/>
        </p:nvSpPr>
        <p:spPr>
          <a:xfrm xmlns:a="http://schemas.openxmlformats.org/drawingml/2006/main">
            <a:off x="8394700" y="26574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한 번 더 물어보기</a:t>
            </a:r>
          </a:p>
        </p:txBody>
      </p:sp>
      <p:sp>
        <p:nvSpPr>
          <p:cNvPr id="12" name="figure-100">
            <a:extLst xmlns:a="http://schemas.openxmlformats.org/drawingml/2006/main">
              <a:ext uri="{FF2B5EF4-FFF2-40B4-BE49-F238E27FC236}">
                <a16:creationId xmlns:a16="http://schemas.microsoft.com/office/drawing/2014/main" id="{EEA5ED7B-B0F1-4D1D-878B-E692DD3D1C60}"/>
              </a:ext>
            </a:extLst>
          </p:cNvPr>
          <p:cNvSpPr>
            <a:spLocks xmlns:a="http://schemas.openxmlformats.org/drawingml/2006/main" noGrp="1"/>
          </p:cNvSpPr>
          <p:nvPr/>
        </p:nvSpPr>
        <p:spPr>
          <a:xfrm xmlns:a="http://schemas.openxmlformats.org/drawingml/2006/main">
            <a:off x="609600" y="39338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“신는 중이야”</a:t>
            </a:r>
          </a:p>
        </p:txBody>
      </p:sp>
      <p:sp>
        <p:nvSpPr>
          <p:cNvPr id="13" name="figure-101">
            <a:extLst xmlns:a="http://schemas.openxmlformats.org/drawingml/2006/main">
              <a:ext uri="{FF2B5EF4-FFF2-40B4-BE49-F238E27FC236}">
                <a16:creationId xmlns:a16="http://schemas.microsoft.com/office/drawing/2014/main" id="{769B75A7-C855-45BA-AC49-1E80423C741F}"/>
              </a:ext>
            </a:extLst>
          </p:cNvPr>
          <p:cNvSpPr>
            <a:spLocks xmlns:a="http://schemas.openxmlformats.org/drawingml/2006/main" noGrp="1"/>
          </p:cNvSpPr>
          <p:nvPr/>
        </p:nvSpPr>
        <p:spPr>
          <a:xfrm xmlns:a="http://schemas.openxmlformats.org/drawingml/2006/main">
            <a:off x="4324350" y="39338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“아직 신는 중이야”</a:t>
            </a:r>
          </a:p>
        </p:txBody>
      </p:sp>
      <p:sp>
        <p:nvSpPr>
          <p:cNvPr id="14" name="figure-102">
            <a:extLst xmlns:a="http://schemas.openxmlformats.org/drawingml/2006/main">
              <a:ext uri="{FF2B5EF4-FFF2-40B4-BE49-F238E27FC236}">
                <a16:creationId xmlns:a16="http://schemas.microsoft.com/office/drawing/2014/main" id="{E8C86567-6766-4548-A54E-BD60654874A6}"/>
              </a:ext>
            </a:extLst>
          </p:cNvPr>
          <p:cNvSpPr>
            <a:spLocks xmlns:a="http://schemas.openxmlformats.org/drawingml/2006/main" noGrp="1"/>
          </p:cNvSpPr>
          <p:nvPr/>
        </p:nvSpPr>
        <p:spPr>
          <a:xfrm xmlns:a="http://schemas.openxmlformats.org/drawingml/2006/main">
            <a:off x="8039100" y="39338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“다 신었어!”</a:t>
            </a:r>
          </a:p>
        </p:txBody>
      </p:sp>
      <p:sp>
        <p:nvSpPr>
          <p:cNvPr id="15" name="figure-103">
            <a:extLst xmlns:a="http://schemas.openxmlformats.org/drawingml/2006/main">
              <a:ext uri="{FF2B5EF4-FFF2-40B4-BE49-F238E27FC236}">
                <a16:creationId xmlns:a16="http://schemas.microsoft.com/office/drawing/2014/main" id="{635A6945-C0E6-4A55-8AA0-557DC74F3AB3}"/>
              </a:ext>
            </a:extLst>
          </p:cNvPr>
          <p:cNvSpPr>
            <a:spLocks xmlns:a="http://schemas.openxmlformats.org/drawingml/2006/main" noGrp="1"/>
          </p:cNvSpPr>
          <p:nvPr/>
        </p:nvSpPr>
        <p:spPr>
          <a:xfrm xmlns:a="http://schemas.openxmlformats.org/drawingml/2006/main">
            <a:off x="609600" y="5172075"/>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1">
                <a:solidFill>
                  <a:srgbClr val="151515"/>
                </a:solidFill>
                <a:latin typeface="Malgun Gothic"/>
                <a:ea typeface="Malgun Gothic"/>
                <a:cs typeface="Malgun Gothic"/>
              </a:defRPr>
            </a:pPr>
            <a:r>
              <a:rPr sz="2625" b="1">
                <a:solidFill>
                  <a:srgbClr val="151515"/>
                </a:solidFill>
                <a:latin typeface="Malgun Gothic"/>
                <a:ea typeface="Malgun Gothic"/>
                <a:cs typeface="Malgun Gothic"/>
              </a:rPr>
              <a:t>이렇게 한 번 확인하는 것을 Tick이라고 부른다</a:t>
            </a:r>
          </a:p>
        </p:txBody>
      </p:sp>
    </p:spTree>
    <p:extLst>
      <p:ext uri="{BB962C8B-B14F-4D97-AF65-F5344CB8AC3E}">
        <p14:creationId xmlns:p14="http://schemas.microsoft.com/office/powerpoint/2010/main" val="14748565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igure-104">
            <a:extLst xmlns:a="http://schemas.openxmlformats.org/drawingml/2006/main">
              <a:ext uri="{FF2B5EF4-FFF2-40B4-BE49-F238E27FC236}">
                <a16:creationId xmlns:a16="http://schemas.microsoft.com/office/drawing/2014/main" id="{B4207CF6-7524-4F15-B011-EBC4CD8C762E}"/>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몬스터에게도 같은 약속을 알려 준다</a:t>
            </a:r>
          </a:p>
        </p:txBody>
      </p:sp>
      <p:sp>
        <p:nvSpPr>
          <p:cNvPr id="2" name="figure-105">
            <a:extLst xmlns:a="http://schemas.openxmlformats.org/drawingml/2006/main">
              <a:ext uri="{FF2B5EF4-FFF2-40B4-BE49-F238E27FC236}">
                <a16:creationId xmlns:a16="http://schemas.microsoft.com/office/drawing/2014/main" id="{F5DBE0F8-7086-4D72-8023-E26531AB8CA5}"/>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우리가 정한 순서대로 할 수 있는 일을 고른다</a:t>
            </a:r>
          </a:p>
        </p:txBody>
      </p:sp>
      <p:sp>
        <p:nvSpPr>
          <p:cNvPr id="3" name="figure-106">
            <a:extLst xmlns:a="http://schemas.openxmlformats.org/drawingml/2006/main">
              <a:ext uri="{FF2B5EF4-FFF2-40B4-BE49-F238E27FC236}">
                <a16:creationId xmlns:a16="http://schemas.microsoft.com/office/drawing/2014/main" id="{A0A198B6-208D-4F00-AC07-0AAA709D0646}"/>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08</a:t>
            </a:r>
          </a:p>
        </p:txBody>
      </p:sp>
      <p:sp>
        <p:nvSpPr>
          <p:cNvPr id="4" name="figure-107">
            <a:extLst xmlns:a="http://schemas.openxmlformats.org/drawingml/2006/main">
              <a:ext uri="{FF2B5EF4-FFF2-40B4-BE49-F238E27FC236}">
                <a16:creationId xmlns:a16="http://schemas.microsoft.com/office/drawing/2014/main" id="{D99FD989-B9BB-4377-9027-5362FAF8621A}"/>
              </a:ext>
            </a:extLst>
          </p:cNvPr>
          <p:cNvSpPr>
            <a:spLocks xmlns:a="http://schemas.openxmlformats.org/drawingml/2006/main" noGrp="1"/>
          </p:cNvSpPr>
          <p:nvPr/>
        </p:nvSpPr>
        <p:spPr>
          <a:xfrm xmlns:a="http://schemas.openxmlformats.org/drawingml/2006/main">
            <a:off x="1762125" y="2676525"/>
            <a:ext cx="590550" cy="5905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1515"/>
            </a:solidFill>
          </a:ln>
        </p:spPr>
      </p:sp>
      <p:sp>
        <p:nvSpPr>
          <p:cNvPr id="5" name="figure-108">
            <a:extLst xmlns:a="http://schemas.openxmlformats.org/drawingml/2006/main">
              <a:ext uri="{FF2B5EF4-FFF2-40B4-BE49-F238E27FC236}">
                <a16:creationId xmlns:a16="http://schemas.microsoft.com/office/drawing/2014/main" id="{40134752-74A1-496F-B442-CAF5EA3486DC}"/>
              </a:ext>
            </a:extLst>
          </p:cNvPr>
          <p:cNvSpPr>
            <a:spLocks xmlns:a="http://schemas.openxmlformats.org/drawingml/2006/main" noGrp="1"/>
          </p:cNvSpPr>
          <p:nvPr/>
        </p:nvSpPr>
        <p:spPr>
          <a:xfrm xmlns:a="http://schemas.openxmlformats.org/drawingml/2006/main">
            <a:off x="1599724" y="3311366"/>
            <a:ext cx="915353" cy="959644"/>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6" name="line-109">
            <a:extLst xmlns:a="http://schemas.openxmlformats.org/drawingml/2006/main">
              <a:ext uri="{FF2B5EF4-FFF2-40B4-BE49-F238E27FC236}">
                <a16:creationId xmlns:a16="http://schemas.microsoft.com/office/drawing/2014/main" id="{C5129F53-9A9D-41FB-A5DA-BE879B390A2E}"/>
              </a:ext>
            </a:extLst>
          </p:cNvPr>
          <p:cNvSpPr>
            <a:spLocks xmlns:a="http://schemas.openxmlformats.org/drawingml/2006/main" noGrp="1"/>
          </p:cNvSpPr>
          <p:nvPr/>
        </p:nvSpPr>
        <p:spPr>
          <a:xfrm xmlns:a="http://schemas.openxmlformats.org/drawingml/2006/main">
            <a:off x="1393031" y="3444240"/>
            <a:ext cx="221456" cy="590550"/>
          </a:xfrm>
          <a:custGeom xmlns:a="http://schemas.openxmlformats.org/drawingml/2006/main">
            <a:pathLst>
              <a:path w="221456" h="590550">
                <a:moveTo>
                  <a:pt x="221456" y="0"/>
                </a:moveTo>
                <a:lnTo>
                  <a:pt x="0" y="590550"/>
                </a:lnTo>
              </a:path>
            </a:pathLst>
          </a:custGeom>
          <a:noFill xmlns:a="http://schemas.openxmlformats.org/drawingml/2006/main"/>
          <a:ln xmlns:a="http://schemas.openxmlformats.org/drawingml/2006/main" w="88583">
            <a:solidFill>
              <a:srgbClr val="151515"/>
            </a:solidFill>
            <a:prstDash val="solid"/>
          </a:ln>
        </p:spPr>
      </p:sp>
      <p:sp>
        <p:nvSpPr>
          <p:cNvPr id="7" name="line-110">
            <a:extLst xmlns:a="http://schemas.openxmlformats.org/drawingml/2006/main">
              <a:ext uri="{FF2B5EF4-FFF2-40B4-BE49-F238E27FC236}">
                <a16:creationId xmlns:a16="http://schemas.microsoft.com/office/drawing/2014/main" id="{FA25B217-41A7-4558-B266-BCD9B0C3B31D}"/>
              </a:ext>
            </a:extLst>
          </p:cNvPr>
          <p:cNvSpPr>
            <a:spLocks xmlns:a="http://schemas.openxmlformats.org/drawingml/2006/main" noGrp="1"/>
          </p:cNvSpPr>
          <p:nvPr/>
        </p:nvSpPr>
        <p:spPr>
          <a:xfrm xmlns:a="http://schemas.openxmlformats.org/drawingml/2006/main">
            <a:off x="2500313" y="3444240"/>
            <a:ext cx="236220" cy="590550"/>
          </a:xfrm>
          <a:custGeom xmlns:a="http://schemas.openxmlformats.org/drawingml/2006/main">
            <a:pathLst>
              <a:path w="236220" h="590550">
                <a:moveTo>
                  <a:pt x="0" y="0"/>
                </a:moveTo>
                <a:lnTo>
                  <a:pt x="236220" y="590550"/>
                </a:lnTo>
              </a:path>
            </a:pathLst>
          </a:custGeom>
          <a:noFill xmlns:a="http://schemas.openxmlformats.org/drawingml/2006/main"/>
          <a:ln xmlns:a="http://schemas.openxmlformats.org/drawingml/2006/main" w="88583">
            <a:solidFill>
              <a:srgbClr val="151515"/>
            </a:solidFill>
            <a:prstDash val="solid"/>
          </a:ln>
        </p:spPr>
      </p:sp>
      <p:sp>
        <p:nvSpPr>
          <p:cNvPr id="8" name="line-111">
            <a:extLst xmlns:a="http://schemas.openxmlformats.org/drawingml/2006/main">
              <a:ext uri="{FF2B5EF4-FFF2-40B4-BE49-F238E27FC236}">
                <a16:creationId xmlns:a16="http://schemas.microsoft.com/office/drawing/2014/main" id="{099FBD49-73F4-4C54-B3B1-523DD5B616A8}"/>
              </a:ext>
            </a:extLst>
          </p:cNvPr>
          <p:cNvSpPr>
            <a:spLocks xmlns:a="http://schemas.openxmlformats.org/drawingml/2006/main" noGrp="1"/>
          </p:cNvSpPr>
          <p:nvPr/>
        </p:nvSpPr>
        <p:spPr>
          <a:xfrm xmlns:a="http://schemas.openxmlformats.org/drawingml/2006/main">
            <a:off x="1703070" y="4271010"/>
            <a:ext cx="147638" cy="590550"/>
          </a:xfrm>
          <a:custGeom xmlns:a="http://schemas.openxmlformats.org/drawingml/2006/main">
            <a:pathLst>
              <a:path w="147638" h="590550">
                <a:moveTo>
                  <a:pt x="147638" y="0"/>
                </a:moveTo>
                <a:lnTo>
                  <a:pt x="0" y="590550"/>
                </a:lnTo>
              </a:path>
            </a:pathLst>
          </a:custGeom>
          <a:noFill xmlns:a="http://schemas.openxmlformats.org/drawingml/2006/main"/>
          <a:ln xmlns:a="http://schemas.openxmlformats.org/drawingml/2006/main" w="118110">
            <a:solidFill>
              <a:srgbClr val="151515"/>
            </a:solidFill>
            <a:prstDash val="solid"/>
          </a:ln>
        </p:spPr>
      </p:sp>
      <p:sp>
        <p:nvSpPr>
          <p:cNvPr id="9" name="line-112">
            <a:extLst xmlns:a="http://schemas.openxmlformats.org/drawingml/2006/main">
              <a:ext uri="{FF2B5EF4-FFF2-40B4-BE49-F238E27FC236}">
                <a16:creationId xmlns:a16="http://schemas.microsoft.com/office/drawing/2014/main" id="{488FF1B2-1ED4-4FC7-A29B-25A456863896}"/>
              </a:ext>
            </a:extLst>
          </p:cNvPr>
          <p:cNvSpPr>
            <a:spLocks xmlns:a="http://schemas.openxmlformats.org/drawingml/2006/main" noGrp="1"/>
          </p:cNvSpPr>
          <p:nvPr/>
        </p:nvSpPr>
        <p:spPr>
          <a:xfrm xmlns:a="http://schemas.openxmlformats.org/drawingml/2006/main">
            <a:off x="2264093" y="4271010"/>
            <a:ext cx="147638" cy="590550"/>
          </a:xfrm>
          <a:custGeom xmlns:a="http://schemas.openxmlformats.org/drawingml/2006/main">
            <a:pathLst>
              <a:path w="147638" h="590550">
                <a:moveTo>
                  <a:pt x="0" y="0"/>
                </a:moveTo>
                <a:lnTo>
                  <a:pt x="147638" y="590550"/>
                </a:lnTo>
              </a:path>
            </a:pathLst>
          </a:custGeom>
          <a:noFill xmlns:a="http://schemas.openxmlformats.org/drawingml/2006/main"/>
          <a:ln xmlns:a="http://schemas.openxmlformats.org/drawingml/2006/main" w="118110">
            <a:solidFill>
              <a:srgbClr val="151515"/>
            </a:solidFill>
            <a:prstDash val="solid"/>
          </a:ln>
        </p:spPr>
      </p:sp>
      <p:sp>
        <p:nvSpPr>
          <p:cNvPr id="10" name="figure-113">
            <a:extLst xmlns:a="http://schemas.openxmlformats.org/drawingml/2006/main">
              <a:ext uri="{FF2B5EF4-FFF2-40B4-BE49-F238E27FC236}">
                <a16:creationId xmlns:a16="http://schemas.microsoft.com/office/drawing/2014/main" id="{9C485BB4-05DB-4DA5-8C4E-C76720500278}"/>
              </a:ext>
            </a:extLst>
          </p:cNvPr>
          <p:cNvSpPr>
            <a:spLocks xmlns:a="http://schemas.openxmlformats.org/drawingml/2006/main" noGrp="1"/>
          </p:cNvSpPr>
          <p:nvPr/>
        </p:nvSpPr>
        <p:spPr>
          <a:xfrm xmlns:a="http://schemas.openxmlformats.org/drawingml/2006/main">
            <a:off x="4610100" y="2076450"/>
            <a:ext cx="676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151515"/>
                </a:solidFill>
                <a:latin typeface="Malgun Gothic"/>
                <a:ea typeface="Malgun Gothic"/>
                <a:cs typeface="Malgun Gothic"/>
              </a:defRPr>
            </a:pPr>
            <a:r>
              <a:rPr sz="2475" b="1">
                <a:solidFill>
                  <a:srgbClr val="151515"/>
                </a:solidFill>
                <a:latin typeface="Malgun Gothic"/>
                <a:ea typeface="Malgun Gothic"/>
                <a:cs typeface="Malgun Gothic"/>
              </a:rPr>
              <a:t>많이 다쳤으면 → 회복하기</a:t>
            </a:r>
          </a:p>
        </p:txBody>
      </p:sp>
      <p:sp>
        <p:nvSpPr>
          <p:cNvPr id="11" name="figure-114">
            <a:extLst xmlns:a="http://schemas.openxmlformats.org/drawingml/2006/main">
              <a:ext uri="{FF2B5EF4-FFF2-40B4-BE49-F238E27FC236}">
                <a16:creationId xmlns:a16="http://schemas.microsoft.com/office/drawing/2014/main" id="{965623A4-F9B3-4A7D-BDEF-BA60D32E6CDA}"/>
              </a:ext>
            </a:extLst>
          </p:cNvPr>
          <p:cNvSpPr>
            <a:spLocks xmlns:a="http://schemas.openxmlformats.org/drawingml/2006/main" noGrp="1"/>
          </p:cNvSpPr>
          <p:nvPr/>
        </p:nvSpPr>
        <p:spPr>
          <a:xfrm xmlns:a="http://schemas.openxmlformats.org/drawingml/2006/main">
            <a:off x="4610100" y="2914650"/>
            <a:ext cx="676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0">
                <a:solidFill>
                  <a:srgbClr val="151515"/>
                </a:solidFill>
                <a:latin typeface="Malgun Gothic"/>
                <a:ea typeface="Malgun Gothic"/>
                <a:cs typeface="Malgun Gothic"/>
              </a:defRPr>
            </a:pPr>
            <a:r>
              <a:rPr sz="2475" b="0">
                <a:solidFill>
                  <a:srgbClr val="151515"/>
                </a:solidFill>
                <a:latin typeface="Malgun Gothic"/>
                <a:ea typeface="Malgun Gothic"/>
                <a:cs typeface="Malgun Gothic"/>
              </a:rPr>
              <a:t>적이 가까우면 → 공격하기</a:t>
            </a:r>
          </a:p>
        </p:txBody>
      </p:sp>
      <p:sp>
        <p:nvSpPr>
          <p:cNvPr id="12" name="figure-115">
            <a:extLst xmlns:a="http://schemas.openxmlformats.org/drawingml/2006/main">
              <a:ext uri="{FF2B5EF4-FFF2-40B4-BE49-F238E27FC236}">
                <a16:creationId xmlns:a16="http://schemas.microsoft.com/office/drawing/2014/main" id="{08C1A37A-1CCE-4362-8616-DE9FD7304DF4}"/>
              </a:ext>
            </a:extLst>
          </p:cNvPr>
          <p:cNvSpPr>
            <a:spLocks xmlns:a="http://schemas.openxmlformats.org/drawingml/2006/main" noGrp="1"/>
          </p:cNvSpPr>
          <p:nvPr/>
        </p:nvSpPr>
        <p:spPr>
          <a:xfrm xmlns:a="http://schemas.openxmlformats.org/drawingml/2006/main">
            <a:off x="4610100" y="3752850"/>
            <a:ext cx="676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0">
                <a:solidFill>
                  <a:srgbClr val="151515"/>
                </a:solidFill>
                <a:latin typeface="Malgun Gothic"/>
                <a:ea typeface="Malgun Gothic"/>
                <a:cs typeface="Malgun Gothic"/>
              </a:defRPr>
            </a:pPr>
            <a:r>
              <a:rPr sz="2475" b="0">
                <a:solidFill>
                  <a:srgbClr val="151515"/>
                </a:solidFill>
                <a:latin typeface="Malgun Gothic"/>
                <a:ea typeface="Malgun Gothic"/>
                <a:cs typeface="Malgun Gothic"/>
              </a:rPr>
              <a:t>적이 보이면 → 따라가기</a:t>
            </a:r>
          </a:p>
        </p:txBody>
      </p:sp>
      <p:sp>
        <p:nvSpPr>
          <p:cNvPr id="13" name="figure-116">
            <a:extLst xmlns:a="http://schemas.openxmlformats.org/drawingml/2006/main">
              <a:ext uri="{FF2B5EF4-FFF2-40B4-BE49-F238E27FC236}">
                <a16:creationId xmlns:a16="http://schemas.microsoft.com/office/drawing/2014/main" id="{54A634FB-AB04-426A-AF65-2B4EAD204FB4}"/>
              </a:ext>
            </a:extLst>
          </p:cNvPr>
          <p:cNvSpPr>
            <a:spLocks xmlns:a="http://schemas.openxmlformats.org/drawingml/2006/main" noGrp="1"/>
          </p:cNvSpPr>
          <p:nvPr/>
        </p:nvSpPr>
        <p:spPr>
          <a:xfrm xmlns:a="http://schemas.openxmlformats.org/drawingml/2006/main">
            <a:off x="4610100" y="4591050"/>
            <a:ext cx="676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0">
                <a:solidFill>
                  <a:srgbClr val="151515"/>
                </a:solidFill>
                <a:latin typeface="Malgun Gothic"/>
                <a:ea typeface="Malgun Gothic"/>
                <a:cs typeface="Malgun Gothic"/>
              </a:defRPr>
            </a:pPr>
            <a:r>
              <a:rPr sz="2475" b="0">
                <a:solidFill>
                  <a:srgbClr val="151515"/>
                </a:solidFill>
                <a:latin typeface="Malgun Gothic"/>
                <a:ea typeface="Malgun Gothic"/>
                <a:cs typeface="Malgun Gothic"/>
              </a:rPr>
              <a:t>그 외에는 → 주변 돌아다니기</a:t>
            </a:r>
          </a:p>
        </p:txBody>
      </p:sp>
      <p:sp>
        <p:nvSpPr>
          <p:cNvPr id="14" name="figure-117">
            <a:extLst xmlns:a="http://schemas.openxmlformats.org/drawingml/2006/main">
              <a:ext uri="{FF2B5EF4-FFF2-40B4-BE49-F238E27FC236}">
                <a16:creationId xmlns:a16="http://schemas.microsoft.com/office/drawing/2014/main" id="{E4530125-CA6F-4D8F-B319-88B17092B2FA}"/>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여러 조건이 맞으면, 앞에 둔 일을 먼저 시도한다</a:t>
            </a:r>
          </a:p>
        </p:txBody>
      </p:sp>
    </p:spTree>
    <p:extLst>
      <p:ext uri="{BB962C8B-B14F-4D97-AF65-F5344CB8AC3E}">
        <p14:creationId xmlns:p14="http://schemas.microsoft.com/office/powerpoint/2010/main" val="12932414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figure-118">
            <a:extLst xmlns:a="http://schemas.openxmlformats.org/drawingml/2006/main">
              <a:ext uri="{FF2B5EF4-FFF2-40B4-BE49-F238E27FC236}">
                <a16:creationId xmlns:a16="http://schemas.microsoft.com/office/drawing/2014/main" id="{1BFA16C6-1A9D-450D-9DB7-B15C293028EF}"/>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이 약속을 그림으로 그리면 행동 나무다</a:t>
            </a:r>
          </a:p>
        </p:txBody>
      </p:sp>
      <p:sp>
        <p:nvSpPr>
          <p:cNvPr id="2" name="figure-119">
            <a:extLst xmlns:a="http://schemas.openxmlformats.org/drawingml/2006/main">
              <a:ext uri="{FF2B5EF4-FFF2-40B4-BE49-F238E27FC236}">
                <a16:creationId xmlns:a16="http://schemas.microsoft.com/office/drawing/2014/main" id="{67AAD0CF-5836-44ED-B667-4E8F91AFB396}"/>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윗칸에서 시작해, 연결된 작은 일을 살펴본다</a:t>
            </a:r>
          </a:p>
        </p:txBody>
      </p:sp>
      <p:sp>
        <p:nvSpPr>
          <p:cNvPr id="3" name="figure-120">
            <a:extLst xmlns:a="http://schemas.openxmlformats.org/drawingml/2006/main">
              <a:ext uri="{FF2B5EF4-FFF2-40B4-BE49-F238E27FC236}">
                <a16:creationId xmlns:a16="http://schemas.microsoft.com/office/drawing/2014/main" id="{77B41C17-6668-48D8-9036-6C176E13E92E}"/>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09</a:t>
            </a:r>
          </a:p>
        </p:txBody>
      </p:sp>
      <p:sp>
        <p:nvSpPr>
          <p:cNvPr id="4" name="figure-121">
            <a:extLst xmlns:a="http://schemas.openxmlformats.org/drawingml/2006/main">
              <a:ext uri="{FF2B5EF4-FFF2-40B4-BE49-F238E27FC236}">
                <a16:creationId xmlns:a16="http://schemas.microsoft.com/office/drawing/2014/main" id="{C5D4DCE1-9BE2-409C-AC72-E164764BE22B}"/>
              </a:ext>
            </a:extLst>
          </p:cNvPr>
          <p:cNvSpPr>
            <a:spLocks xmlns:a="http://schemas.openxmlformats.org/drawingml/2006/main" noGrp="1"/>
          </p:cNvSpPr>
          <p:nvPr/>
        </p:nvSpPr>
        <p:spPr>
          <a:xfrm xmlns:a="http://schemas.openxmlformats.org/drawingml/2006/main">
            <a:off x="4191000" y="1943100"/>
            <a:ext cx="3810000" cy="723900"/>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5" name="figure-122">
            <a:extLst xmlns:a="http://schemas.openxmlformats.org/drawingml/2006/main">
              <a:ext uri="{FF2B5EF4-FFF2-40B4-BE49-F238E27FC236}">
                <a16:creationId xmlns:a16="http://schemas.microsoft.com/office/drawing/2014/main" id="{D734AEEA-FDF4-439B-8553-A40545262C9A}"/>
              </a:ext>
            </a:extLst>
          </p:cNvPr>
          <p:cNvSpPr>
            <a:spLocks xmlns:a="http://schemas.openxmlformats.org/drawingml/2006/main" noGrp="1"/>
          </p:cNvSpPr>
          <p:nvPr/>
        </p:nvSpPr>
        <p:spPr>
          <a:xfrm xmlns:a="http://schemas.openxmlformats.org/drawingml/2006/main">
            <a:off x="4267200" y="1981200"/>
            <a:ext cx="3657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FFFFFF"/>
                </a:solidFill>
                <a:latin typeface="Malgun Gothic"/>
                <a:ea typeface="Malgun Gothic"/>
                <a:cs typeface="Malgun Gothic"/>
              </a:defRPr>
            </a:pPr>
            <a:r>
              <a:rPr sz="2400" b="1">
                <a:solidFill>
                  <a:srgbClr val="FFFFFF"/>
                </a:solidFill>
                <a:latin typeface="Malgun Gothic"/>
                <a:ea typeface="Malgun Gothic"/>
                <a:cs typeface="Malgun Gothic"/>
              </a:rPr>
              <a:t>하나 고르기</a:t>
            </a:r>
          </a:p>
        </p:txBody>
      </p:sp>
      <p:sp>
        <p:nvSpPr>
          <p:cNvPr id="6" name="figure-123">
            <a:extLst xmlns:a="http://schemas.openxmlformats.org/drawingml/2006/main">
              <a:ext uri="{FF2B5EF4-FFF2-40B4-BE49-F238E27FC236}">
                <a16:creationId xmlns:a16="http://schemas.microsoft.com/office/drawing/2014/main" id="{30393DED-192C-4143-B3EA-891B1D62D23C}"/>
              </a:ext>
            </a:extLst>
          </p:cNvPr>
          <p:cNvSpPr>
            <a:spLocks xmlns:a="http://schemas.openxmlformats.org/drawingml/2006/main" noGrp="1"/>
          </p:cNvSpPr>
          <p:nvPr/>
        </p:nvSpPr>
        <p:spPr>
          <a:xfrm xmlns:a="http://schemas.openxmlformats.org/drawingml/2006/main">
            <a:off x="609600" y="3914775"/>
            <a:ext cx="314325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7" name="figure-124">
            <a:extLst xmlns:a="http://schemas.openxmlformats.org/drawingml/2006/main">
              <a:ext uri="{FF2B5EF4-FFF2-40B4-BE49-F238E27FC236}">
                <a16:creationId xmlns:a16="http://schemas.microsoft.com/office/drawing/2014/main" id="{79565C86-A281-4AF0-A816-640EBA9012EA}"/>
              </a:ext>
            </a:extLst>
          </p:cNvPr>
          <p:cNvSpPr>
            <a:spLocks xmlns:a="http://schemas.openxmlformats.org/drawingml/2006/main" noGrp="1"/>
          </p:cNvSpPr>
          <p:nvPr/>
        </p:nvSpPr>
        <p:spPr>
          <a:xfrm xmlns:a="http://schemas.openxmlformats.org/drawingml/2006/main">
            <a:off x="685800" y="3952875"/>
            <a:ext cx="2990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공격 준비</a:t>
            </a:r>
          </a:p>
        </p:txBody>
      </p:sp>
      <p:sp>
        <p:nvSpPr>
          <p:cNvPr id="8" name="figure-125">
            <a:extLst xmlns:a="http://schemas.openxmlformats.org/drawingml/2006/main">
              <a:ext uri="{FF2B5EF4-FFF2-40B4-BE49-F238E27FC236}">
                <a16:creationId xmlns:a16="http://schemas.microsoft.com/office/drawing/2014/main" id="{5BAA7060-F034-471A-AFA4-54C1D55E5F79}"/>
              </a:ext>
            </a:extLst>
          </p:cNvPr>
          <p:cNvSpPr>
            <a:spLocks xmlns:a="http://schemas.openxmlformats.org/drawingml/2006/main" noGrp="1"/>
          </p:cNvSpPr>
          <p:nvPr/>
        </p:nvSpPr>
        <p:spPr>
          <a:xfrm xmlns:a="http://schemas.openxmlformats.org/drawingml/2006/main">
            <a:off x="4324350" y="3914775"/>
            <a:ext cx="314325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9" name="figure-126">
            <a:extLst xmlns:a="http://schemas.openxmlformats.org/drawingml/2006/main">
              <a:ext uri="{FF2B5EF4-FFF2-40B4-BE49-F238E27FC236}">
                <a16:creationId xmlns:a16="http://schemas.microsoft.com/office/drawing/2014/main" id="{0250F6E8-D559-4044-A813-FF77B5BEA938}"/>
              </a:ext>
            </a:extLst>
          </p:cNvPr>
          <p:cNvSpPr>
            <a:spLocks xmlns:a="http://schemas.openxmlformats.org/drawingml/2006/main" noGrp="1"/>
          </p:cNvSpPr>
          <p:nvPr/>
        </p:nvSpPr>
        <p:spPr>
          <a:xfrm xmlns:a="http://schemas.openxmlformats.org/drawingml/2006/main">
            <a:off x="4400550" y="3952875"/>
            <a:ext cx="2990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따라가기 준비</a:t>
            </a:r>
          </a:p>
        </p:txBody>
      </p:sp>
      <p:sp>
        <p:nvSpPr>
          <p:cNvPr id="10" name="figure-127">
            <a:extLst xmlns:a="http://schemas.openxmlformats.org/drawingml/2006/main">
              <a:ext uri="{FF2B5EF4-FFF2-40B4-BE49-F238E27FC236}">
                <a16:creationId xmlns:a16="http://schemas.microsoft.com/office/drawing/2014/main" id="{F8CC8EB8-21E0-460E-9C23-52F3C10F3E5A}"/>
              </a:ext>
            </a:extLst>
          </p:cNvPr>
          <p:cNvSpPr>
            <a:spLocks xmlns:a="http://schemas.openxmlformats.org/drawingml/2006/main" noGrp="1"/>
          </p:cNvSpPr>
          <p:nvPr/>
        </p:nvSpPr>
        <p:spPr>
          <a:xfrm xmlns:a="http://schemas.openxmlformats.org/drawingml/2006/main">
            <a:off x="8039100" y="3914775"/>
            <a:ext cx="314325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1" name="figure-128">
            <a:extLst xmlns:a="http://schemas.openxmlformats.org/drawingml/2006/main">
              <a:ext uri="{FF2B5EF4-FFF2-40B4-BE49-F238E27FC236}">
                <a16:creationId xmlns:a16="http://schemas.microsoft.com/office/drawing/2014/main" id="{8CA54075-1C2B-48CF-9EC6-7469D871C0D4}"/>
              </a:ext>
            </a:extLst>
          </p:cNvPr>
          <p:cNvSpPr>
            <a:spLocks xmlns:a="http://schemas.openxmlformats.org/drawingml/2006/main" noGrp="1"/>
          </p:cNvSpPr>
          <p:nvPr/>
        </p:nvSpPr>
        <p:spPr>
          <a:xfrm xmlns:a="http://schemas.openxmlformats.org/drawingml/2006/main">
            <a:off x="8115300" y="3952875"/>
            <a:ext cx="2990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돌아다니기</a:t>
            </a:r>
          </a:p>
        </p:txBody>
      </p:sp>
      <p:cxnSp>
        <p:nvCxnSpPr>
          <p:cNvPr id="30" name=""/>
          <p:cNvCxnSpPr>
            <a:stCxn xmlns:a="http://schemas.openxmlformats.org/drawingml/2006/main" id="4" idx="2"/>
            <a:endCxn xmlns:a="http://schemas.openxmlformats.org/drawingml/2006/main" id="6" idx="0"/>
          </p:cNvCxnSpPr>
          <p:nvPr/>
        </p:nvCxnSpPr>
        <p:spPr>
          <a:xfrm xmlns:a="http://schemas.openxmlformats.org/drawingml/2006/main" flipH="1">
            <a:off x="2181225" y="2667000"/>
            <a:ext cx="3914775" cy="1247775"/>
          </a:xfrm>
          <a:prstGeom xmlns:a="http://schemas.openxmlformats.org/drawingml/2006/main" prst="straightConnector1">
            <a:avLst/>
          </a:prstGeom>
          <a:ln xmlns:a="http://schemas.openxmlformats.org/drawingml/2006/main" w="19050">
            <a:solidFill>
              <a:srgbClr val="151515"/>
            </a:solidFill>
            <a:headEnd type="none" w="med" len="med"/>
          </a:ln>
        </p:spPr>
      </p:cxnSp>
      <p:cxnSp>
        <p:nvCxnSpPr>
          <p:cNvPr id="31" name=""/>
          <p:cNvCxnSpPr>
            <a:stCxn xmlns:a="http://schemas.openxmlformats.org/drawingml/2006/main" id="4" idx="2"/>
            <a:endCxn xmlns:a="http://schemas.openxmlformats.org/drawingml/2006/main" id="8" idx="0"/>
          </p:cNvCxnSpPr>
          <p:nvPr/>
        </p:nvCxnSpPr>
        <p:spPr>
          <a:xfrm xmlns:a="http://schemas.openxmlformats.org/drawingml/2006/main" flipH="1">
            <a:off x="5895975" y="2667000"/>
            <a:ext cx="200025" cy="1247775"/>
          </a:xfrm>
          <a:prstGeom xmlns:a="http://schemas.openxmlformats.org/drawingml/2006/main" prst="straightConnector1">
            <a:avLst/>
          </a:prstGeom>
          <a:ln xmlns:a="http://schemas.openxmlformats.org/drawingml/2006/main" w="19050">
            <a:solidFill>
              <a:srgbClr val="151515"/>
            </a:solidFill>
            <a:headEnd type="none" w="med" len="med"/>
          </a:ln>
        </p:spPr>
      </p:cxnSp>
      <p:cxnSp>
        <p:nvCxnSpPr>
          <p:cNvPr id="32" name=""/>
          <p:cNvCxnSpPr>
            <a:stCxn xmlns:a="http://schemas.openxmlformats.org/drawingml/2006/main" id="4" idx="2"/>
            <a:endCxn xmlns:a="http://schemas.openxmlformats.org/drawingml/2006/main" id="10" idx="0"/>
          </p:cNvCxnSpPr>
          <p:nvPr/>
        </p:nvCxnSpPr>
        <p:spPr>
          <a:xfrm xmlns:a="http://schemas.openxmlformats.org/drawingml/2006/main">
            <a:off x="6096000" y="2667000"/>
            <a:ext cx="3514725" cy="1247775"/>
          </a:xfrm>
          <a:prstGeom xmlns:a="http://schemas.openxmlformats.org/drawingml/2006/main" prst="straightConnector1">
            <a:avLst/>
          </a:prstGeom>
          <a:ln xmlns:a="http://schemas.openxmlformats.org/drawingml/2006/main" w="19050">
            <a:solidFill>
              <a:srgbClr val="151515"/>
            </a:solidFill>
            <a:headEnd type="none" w="med" len="med"/>
          </a:ln>
        </p:spPr>
      </p:cxnSp>
      <p:sp>
        <p:nvSpPr>
          <p:cNvPr id="15" name="figure-129">
            <a:extLst xmlns:a="http://schemas.openxmlformats.org/drawingml/2006/main">
              <a:ext uri="{FF2B5EF4-FFF2-40B4-BE49-F238E27FC236}">
                <a16:creationId xmlns:a16="http://schemas.microsoft.com/office/drawing/2014/main" id="{69F99955-6E40-4E07-A90B-94234F58A461}"/>
              </a:ext>
            </a:extLst>
          </p:cNvPr>
          <p:cNvSpPr>
            <a:spLocks xmlns:a="http://schemas.openxmlformats.org/drawingml/2006/main" noGrp="1"/>
          </p:cNvSpPr>
          <p:nvPr/>
        </p:nvSpPr>
        <p:spPr>
          <a:xfrm xmlns:a="http://schemas.openxmlformats.org/drawingml/2006/main">
            <a:off x="609600" y="4914900"/>
            <a:ext cx="314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1번부터</a:t>
            </a:r>
          </a:p>
        </p:txBody>
      </p:sp>
      <p:sp>
        <p:nvSpPr>
          <p:cNvPr id="16" name="figure-130">
            <a:extLst xmlns:a="http://schemas.openxmlformats.org/drawingml/2006/main">
              <a:ext uri="{FF2B5EF4-FFF2-40B4-BE49-F238E27FC236}">
                <a16:creationId xmlns:a16="http://schemas.microsoft.com/office/drawing/2014/main" id="{E149D5D3-73A0-47CF-81A8-BEC405A8BB1D}"/>
              </a:ext>
            </a:extLst>
          </p:cNvPr>
          <p:cNvSpPr>
            <a:spLocks xmlns:a="http://schemas.openxmlformats.org/drawingml/2006/main" noGrp="1"/>
          </p:cNvSpPr>
          <p:nvPr/>
        </p:nvSpPr>
        <p:spPr>
          <a:xfrm xmlns:a="http://schemas.openxmlformats.org/drawingml/2006/main">
            <a:off x="4324350" y="4914900"/>
            <a:ext cx="314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안 되면 2번</a:t>
            </a:r>
          </a:p>
        </p:txBody>
      </p:sp>
      <p:sp>
        <p:nvSpPr>
          <p:cNvPr id="17" name="figure-131">
            <a:extLst xmlns:a="http://schemas.openxmlformats.org/drawingml/2006/main">
              <a:ext uri="{FF2B5EF4-FFF2-40B4-BE49-F238E27FC236}">
                <a16:creationId xmlns:a16="http://schemas.microsoft.com/office/drawing/2014/main" id="{DC41F7B6-7FF8-4D0A-9ADF-FEBBD81AB83E}"/>
              </a:ext>
            </a:extLst>
          </p:cNvPr>
          <p:cNvSpPr>
            <a:spLocks xmlns:a="http://schemas.openxmlformats.org/drawingml/2006/main" noGrp="1"/>
          </p:cNvSpPr>
          <p:nvPr/>
        </p:nvSpPr>
        <p:spPr>
          <a:xfrm xmlns:a="http://schemas.openxmlformats.org/drawingml/2006/main">
            <a:off x="8039100" y="4914900"/>
            <a:ext cx="314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안 되면 3번</a:t>
            </a:r>
          </a:p>
        </p:txBody>
      </p:sp>
      <p:sp>
        <p:nvSpPr>
          <p:cNvPr id="18" name="figure-132">
            <a:extLst xmlns:a="http://schemas.openxmlformats.org/drawingml/2006/main">
              <a:ext uri="{FF2B5EF4-FFF2-40B4-BE49-F238E27FC236}">
                <a16:creationId xmlns:a16="http://schemas.microsoft.com/office/drawing/2014/main" id="{88756051-26E8-4666-9678-F62E1A15ABD4}"/>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각 칸을 노드라고 부른다. 노드는 그림 속 작은 일을 뜻한다</a:t>
            </a:r>
          </a:p>
        </p:txBody>
      </p:sp>
    </p:spTree>
    <p:extLst>
      <p:ext uri="{BB962C8B-B14F-4D97-AF65-F5344CB8AC3E}">
        <p14:creationId xmlns:p14="http://schemas.microsoft.com/office/powerpoint/2010/main" val="19362605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igure-133">
            <a:extLst xmlns:a="http://schemas.openxmlformats.org/drawingml/2006/main">
              <a:ext uri="{FF2B5EF4-FFF2-40B4-BE49-F238E27FC236}">
                <a16:creationId xmlns:a16="http://schemas.microsoft.com/office/drawing/2014/main" id="{542766E7-BC06-473D-B0A8-9EAA923610DC}"/>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작은 일은 “물어보기”와 “행동하기”다</a:t>
            </a:r>
          </a:p>
        </p:txBody>
      </p:sp>
      <p:sp>
        <p:nvSpPr>
          <p:cNvPr id="2" name="figure-134">
            <a:extLst xmlns:a="http://schemas.openxmlformats.org/drawingml/2006/main">
              <a:ext uri="{FF2B5EF4-FFF2-40B4-BE49-F238E27FC236}">
                <a16:creationId xmlns:a16="http://schemas.microsoft.com/office/drawing/2014/main" id="{F27C8E28-DAF9-45C0-A9CD-16CFD63A0B0F}"/>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조건을 확인한 뒤 실제 행동을 시킨다</a:t>
            </a:r>
          </a:p>
        </p:txBody>
      </p:sp>
      <p:sp>
        <p:nvSpPr>
          <p:cNvPr id="3" name="figure-135">
            <a:extLst xmlns:a="http://schemas.openxmlformats.org/drawingml/2006/main">
              <a:ext uri="{FF2B5EF4-FFF2-40B4-BE49-F238E27FC236}">
                <a16:creationId xmlns:a16="http://schemas.microsoft.com/office/drawing/2014/main" id="{92E3BEB5-AF4B-4F20-950E-0F1F0675E166}"/>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10</a:t>
            </a:r>
          </a:p>
        </p:txBody>
      </p:sp>
      <p:sp>
        <p:nvSpPr>
          <p:cNvPr id="4" name="line-136">
            <a:extLst xmlns:a="http://schemas.openxmlformats.org/drawingml/2006/main">
              <a:ext uri="{FF2B5EF4-FFF2-40B4-BE49-F238E27FC236}">
                <a16:creationId xmlns:a16="http://schemas.microsoft.com/office/drawing/2014/main" id="{4EE1110A-2B3E-481E-85C3-2AEA502E6FF6}"/>
              </a:ext>
            </a:extLst>
          </p:cNvPr>
          <p:cNvSpPr>
            <a:spLocks xmlns:a="http://schemas.openxmlformats.org/drawingml/2006/main" noGrp="1"/>
          </p:cNvSpPr>
          <p:nvPr/>
        </p:nvSpPr>
        <p:spPr>
          <a:xfrm xmlns:a="http://schemas.openxmlformats.org/drawingml/2006/main">
            <a:off x="6096000" y="2114550"/>
            <a:ext cx="9525" cy="3276600"/>
          </a:xfrm>
          <a:custGeom xmlns:a="http://schemas.openxmlformats.org/drawingml/2006/main">
            <a:pathLst>
              <a:path w="9525" h="3276600">
                <a:moveTo>
                  <a:pt x="0" y="0"/>
                </a:moveTo>
                <a:lnTo>
                  <a:pt x="0" y="3276600"/>
                </a:lnTo>
              </a:path>
            </a:pathLst>
          </a:custGeom>
          <a:noFill xmlns:a="http://schemas.openxmlformats.org/drawingml/2006/main"/>
          <a:ln xmlns:a="http://schemas.openxmlformats.org/drawingml/2006/main" w="9525">
            <a:solidFill>
              <a:srgbClr val="CCCCCC"/>
            </a:solidFill>
            <a:prstDash val="solid"/>
          </a:ln>
        </p:spPr>
      </p:sp>
      <p:sp>
        <p:nvSpPr>
          <p:cNvPr id="5" name="figure-137">
            <a:extLst xmlns:a="http://schemas.openxmlformats.org/drawingml/2006/main">
              <a:ext uri="{FF2B5EF4-FFF2-40B4-BE49-F238E27FC236}">
                <a16:creationId xmlns:a16="http://schemas.microsoft.com/office/drawing/2014/main" id="{9958710D-5166-453E-AF35-9A0B913EF4DA}"/>
              </a:ext>
            </a:extLst>
          </p:cNvPr>
          <p:cNvSpPr>
            <a:spLocks xmlns:a="http://schemas.openxmlformats.org/drawingml/2006/main" noGrp="1"/>
          </p:cNvSpPr>
          <p:nvPr/>
        </p:nvSpPr>
        <p:spPr>
          <a:xfrm xmlns:a="http://schemas.openxmlformats.org/drawingml/2006/main">
            <a:off x="914400" y="2114550"/>
            <a:ext cx="4429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151515"/>
                </a:solidFill>
                <a:latin typeface="Malgun Gothic"/>
                <a:ea typeface="Malgun Gothic"/>
                <a:cs typeface="Malgun Gothic"/>
              </a:defRPr>
            </a:pPr>
            <a:r>
              <a:rPr sz="2925" b="1">
                <a:solidFill>
                  <a:srgbClr val="151515"/>
                </a:solidFill>
                <a:latin typeface="Malgun Gothic"/>
                <a:ea typeface="Malgun Gothic"/>
                <a:cs typeface="Malgun Gothic"/>
              </a:rPr>
              <a:t>물어보기</a:t>
            </a:r>
          </a:p>
        </p:txBody>
      </p:sp>
      <p:sp>
        <p:nvSpPr>
          <p:cNvPr id="6" name="figure-138">
            <a:extLst xmlns:a="http://schemas.openxmlformats.org/drawingml/2006/main">
              <a:ext uri="{FF2B5EF4-FFF2-40B4-BE49-F238E27FC236}">
                <a16:creationId xmlns:a16="http://schemas.microsoft.com/office/drawing/2014/main" id="{2050E4EA-5AB3-477C-B735-E8F40BFAACB0}"/>
              </a:ext>
            </a:extLst>
          </p:cNvPr>
          <p:cNvSpPr>
            <a:spLocks xmlns:a="http://schemas.openxmlformats.org/drawingml/2006/main" noGrp="1"/>
          </p:cNvSpPr>
          <p:nvPr/>
        </p:nvSpPr>
        <p:spPr>
          <a:xfrm xmlns:a="http://schemas.openxmlformats.org/drawingml/2006/main">
            <a:off x="6924675" y="2114550"/>
            <a:ext cx="4429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151515"/>
                </a:solidFill>
                <a:latin typeface="Malgun Gothic"/>
                <a:ea typeface="Malgun Gothic"/>
                <a:cs typeface="Malgun Gothic"/>
              </a:defRPr>
            </a:pPr>
            <a:r>
              <a:rPr sz="2925" b="1">
                <a:solidFill>
                  <a:srgbClr val="151515"/>
                </a:solidFill>
                <a:latin typeface="Malgun Gothic"/>
                <a:ea typeface="Malgun Gothic"/>
                <a:cs typeface="Malgun Gothic"/>
              </a:rPr>
              <a:t>행동하기</a:t>
            </a:r>
          </a:p>
        </p:txBody>
      </p:sp>
      <p:sp>
        <p:nvSpPr>
          <p:cNvPr id="7" name="figure-139">
            <a:extLst xmlns:a="http://schemas.openxmlformats.org/drawingml/2006/main">
              <a:ext uri="{FF2B5EF4-FFF2-40B4-BE49-F238E27FC236}">
                <a16:creationId xmlns:a16="http://schemas.microsoft.com/office/drawing/2014/main" id="{A1BF610B-415B-4FB9-95FE-0098C1CF8FCC}"/>
              </a:ext>
            </a:extLst>
          </p:cNvPr>
          <p:cNvSpPr>
            <a:spLocks xmlns:a="http://schemas.openxmlformats.org/drawingml/2006/main" noGrp="1"/>
          </p:cNvSpPr>
          <p:nvPr/>
        </p:nvSpPr>
        <p:spPr>
          <a:xfrm xmlns:a="http://schemas.openxmlformats.org/drawingml/2006/main">
            <a:off x="1076325" y="3133725"/>
            <a:ext cx="4114800" cy="88582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8" name="figure-140">
            <a:extLst xmlns:a="http://schemas.openxmlformats.org/drawingml/2006/main">
              <a:ext uri="{FF2B5EF4-FFF2-40B4-BE49-F238E27FC236}">
                <a16:creationId xmlns:a16="http://schemas.microsoft.com/office/drawing/2014/main" id="{9820D2E3-0235-4C80-BD35-CA11314DF2D9}"/>
              </a:ext>
            </a:extLst>
          </p:cNvPr>
          <p:cNvSpPr>
            <a:spLocks xmlns:a="http://schemas.openxmlformats.org/drawingml/2006/main" noGrp="1"/>
          </p:cNvSpPr>
          <p:nvPr/>
        </p:nvSpPr>
        <p:spPr>
          <a:xfrm xmlns:a="http://schemas.openxmlformats.org/drawingml/2006/main">
            <a:off x="1152525" y="3171825"/>
            <a:ext cx="3962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75" b="1">
                <a:solidFill>
                  <a:srgbClr val="151515"/>
                </a:solidFill>
                <a:latin typeface="Malgun Gothic"/>
                <a:ea typeface="Malgun Gothic"/>
                <a:cs typeface="Malgun Gothic"/>
              </a:defRPr>
            </a:pPr>
            <a:r>
              <a:rPr sz="2775" b="1">
                <a:solidFill>
                  <a:srgbClr val="151515"/>
                </a:solidFill>
                <a:latin typeface="Malgun Gothic"/>
                <a:ea typeface="Malgun Gothic"/>
                <a:cs typeface="Malgun Gothic"/>
              </a:rPr>
              <a:t>적이 보이나?</a:t>
            </a:r>
          </a:p>
        </p:txBody>
      </p:sp>
      <p:sp>
        <p:nvSpPr>
          <p:cNvPr id="9" name="figure-141">
            <a:extLst xmlns:a="http://schemas.openxmlformats.org/drawingml/2006/main">
              <a:ext uri="{FF2B5EF4-FFF2-40B4-BE49-F238E27FC236}">
                <a16:creationId xmlns:a16="http://schemas.microsoft.com/office/drawing/2014/main" id="{AD04AF6F-EC88-4B4B-86E4-B8A9B90FD7C7}"/>
              </a:ext>
            </a:extLst>
          </p:cNvPr>
          <p:cNvSpPr>
            <a:spLocks xmlns:a="http://schemas.openxmlformats.org/drawingml/2006/main" noGrp="1"/>
          </p:cNvSpPr>
          <p:nvPr/>
        </p:nvSpPr>
        <p:spPr>
          <a:xfrm xmlns:a="http://schemas.openxmlformats.org/drawingml/2006/main">
            <a:off x="6981825" y="3133725"/>
            <a:ext cx="4114800" cy="885825"/>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10" name="figure-142">
            <a:extLst xmlns:a="http://schemas.openxmlformats.org/drawingml/2006/main">
              <a:ext uri="{FF2B5EF4-FFF2-40B4-BE49-F238E27FC236}">
                <a16:creationId xmlns:a16="http://schemas.microsoft.com/office/drawing/2014/main" id="{10977CD5-0BC0-408D-BE3D-906D8A8A3642}"/>
              </a:ext>
            </a:extLst>
          </p:cNvPr>
          <p:cNvSpPr>
            <a:spLocks xmlns:a="http://schemas.openxmlformats.org/drawingml/2006/main" noGrp="1"/>
          </p:cNvSpPr>
          <p:nvPr/>
        </p:nvSpPr>
        <p:spPr>
          <a:xfrm xmlns:a="http://schemas.openxmlformats.org/drawingml/2006/main">
            <a:off x="7058025" y="3171825"/>
            <a:ext cx="3962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75" b="1">
                <a:solidFill>
                  <a:srgbClr val="FFFFFF"/>
                </a:solidFill>
                <a:latin typeface="Malgun Gothic"/>
                <a:ea typeface="Malgun Gothic"/>
                <a:cs typeface="Malgun Gothic"/>
              </a:defRPr>
            </a:pPr>
            <a:r>
              <a:rPr sz="2775" b="1">
                <a:solidFill>
                  <a:srgbClr val="FFFFFF"/>
                </a:solidFill>
                <a:latin typeface="Malgun Gothic"/>
                <a:ea typeface="Malgun Gothic"/>
                <a:cs typeface="Malgun Gothic"/>
              </a:rPr>
              <a:t>적을 따라가기</a:t>
            </a:r>
          </a:p>
        </p:txBody>
      </p:sp>
      <p:sp>
        <p:nvSpPr>
          <p:cNvPr id="11" name="figure-143">
            <a:extLst xmlns:a="http://schemas.openxmlformats.org/drawingml/2006/main">
              <a:ext uri="{FF2B5EF4-FFF2-40B4-BE49-F238E27FC236}">
                <a16:creationId xmlns:a16="http://schemas.microsoft.com/office/drawing/2014/main" id="{F4F366F5-4C83-413B-A650-8816284F6DBD}"/>
              </a:ext>
            </a:extLst>
          </p:cNvPr>
          <p:cNvSpPr>
            <a:spLocks xmlns:a="http://schemas.openxmlformats.org/drawingml/2006/main" noGrp="1"/>
          </p:cNvSpPr>
          <p:nvPr/>
        </p:nvSpPr>
        <p:spPr>
          <a:xfrm xmlns:a="http://schemas.openxmlformats.org/drawingml/2006/main">
            <a:off x="1000125" y="4295775"/>
            <a:ext cx="4381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맞아 / 아니야</a:t>
            </a:r>
          </a:p>
        </p:txBody>
      </p:sp>
      <p:sp>
        <p:nvSpPr>
          <p:cNvPr id="12" name="figure-144">
            <a:extLst xmlns:a="http://schemas.openxmlformats.org/drawingml/2006/main">
              <a:ext uri="{FF2B5EF4-FFF2-40B4-BE49-F238E27FC236}">
                <a16:creationId xmlns:a16="http://schemas.microsoft.com/office/drawing/2014/main" id="{4AFF2F96-601D-4F4D-BF33-0250DAF876AF}"/>
              </a:ext>
            </a:extLst>
          </p:cNvPr>
          <p:cNvSpPr>
            <a:spLocks xmlns:a="http://schemas.openxmlformats.org/drawingml/2006/main" noGrp="1"/>
          </p:cNvSpPr>
          <p:nvPr/>
        </p:nvSpPr>
        <p:spPr>
          <a:xfrm xmlns:a="http://schemas.openxmlformats.org/drawingml/2006/main">
            <a:off x="6438900" y="4295775"/>
            <a:ext cx="5391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다 했어 / 못 해 / 하는 중</a:t>
            </a:r>
          </a:p>
        </p:txBody>
      </p:sp>
      <p:sp>
        <p:nvSpPr>
          <p:cNvPr id="13" name="figure-145">
            <a:extLst xmlns:a="http://schemas.openxmlformats.org/drawingml/2006/main">
              <a:ext uri="{FF2B5EF4-FFF2-40B4-BE49-F238E27FC236}">
                <a16:creationId xmlns:a16="http://schemas.microsoft.com/office/drawing/2014/main" id="{790EA121-5CE4-4BC6-80A1-42252715DD2A}"/>
              </a:ext>
            </a:extLst>
          </p:cNvPr>
          <p:cNvSpPr>
            <a:spLocks xmlns:a="http://schemas.openxmlformats.org/drawingml/2006/main" noGrp="1"/>
          </p:cNvSpPr>
          <p:nvPr/>
        </p:nvSpPr>
        <p:spPr>
          <a:xfrm xmlns:a="http://schemas.openxmlformats.org/drawingml/2006/main">
            <a:off x="990600" y="5162550"/>
            <a:ext cx="4476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조건 확인 = Condition</a:t>
            </a:r>
          </a:p>
        </p:txBody>
      </p:sp>
      <p:sp>
        <p:nvSpPr>
          <p:cNvPr id="14" name="figure-146">
            <a:extLst xmlns:a="http://schemas.openxmlformats.org/drawingml/2006/main">
              <a:ext uri="{FF2B5EF4-FFF2-40B4-BE49-F238E27FC236}">
                <a16:creationId xmlns:a16="http://schemas.microsoft.com/office/drawing/2014/main" id="{310F8D7A-B363-4B5E-B91F-3BB56486AF13}"/>
              </a:ext>
            </a:extLst>
          </p:cNvPr>
          <p:cNvSpPr>
            <a:spLocks xmlns:a="http://schemas.openxmlformats.org/drawingml/2006/main" noGrp="1"/>
          </p:cNvSpPr>
          <p:nvPr/>
        </p:nvSpPr>
        <p:spPr>
          <a:xfrm xmlns:a="http://schemas.openxmlformats.org/drawingml/2006/main">
            <a:off x="6905625" y="5162550"/>
            <a:ext cx="4476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실제 행동 = Action</a:t>
            </a:r>
          </a:p>
        </p:txBody>
      </p:sp>
    </p:spTree>
    <p:extLst>
      <p:ext uri="{BB962C8B-B14F-4D97-AF65-F5344CB8AC3E}">
        <p14:creationId xmlns:p14="http://schemas.microsoft.com/office/powerpoint/2010/main" val="20529788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figure-147">
            <a:extLst xmlns:a="http://schemas.openxmlformats.org/drawingml/2006/main">
              <a:ext uri="{FF2B5EF4-FFF2-40B4-BE49-F238E27FC236}">
                <a16:creationId xmlns:a16="http://schemas.microsoft.com/office/drawing/2014/main" id="{A37A7219-C966-4AE5-8F23-889C6FD78FA5}"/>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행동은 세 가지로 대답한다</a:t>
            </a:r>
          </a:p>
        </p:txBody>
      </p:sp>
      <p:sp>
        <p:nvSpPr>
          <p:cNvPr id="2" name="figure-148">
            <a:extLst xmlns:a="http://schemas.openxmlformats.org/drawingml/2006/main">
              <a:ext uri="{FF2B5EF4-FFF2-40B4-BE49-F238E27FC236}">
                <a16:creationId xmlns:a16="http://schemas.microsoft.com/office/drawing/2014/main" id="{85E32C17-58FB-4AFC-AD65-4F354136EC76}"/>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따라가기 행동을 예로 생각해 보자</a:t>
            </a:r>
          </a:p>
        </p:txBody>
      </p:sp>
      <p:sp>
        <p:nvSpPr>
          <p:cNvPr id="3" name="figure-149">
            <a:extLst xmlns:a="http://schemas.openxmlformats.org/drawingml/2006/main">
              <a:ext uri="{FF2B5EF4-FFF2-40B4-BE49-F238E27FC236}">
                <a16:creationId xmlns:a16="http://schemas.microsoft.com/office/drawing/2014/main" id="{EA0273CB-FBAA-4948-8834-5F7F199291C0}"/>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11</a:t>
            </a:r>
          </a:p>
        </p:txBody>
      </p:sp>
      <p:graphicFrame>
        <p:nvGraphicFramePr>
          <p:cNvPr id="9" name=""/>
          <p:cNvGraphicFramePr/>
          <p:nvPr/>
        </p:nvGraphicFramePr>
        <p:xfrm>
          <a:off xmlns:a="http://schemas.openxmlformats.org/drawingml/2006/main" x="609600" y="2076450"/>
          <a:ext xmlns:a="http://schemas.openxmlformats.org/drawingml/2006/main" cx="10972800" cy="3209925"/>
        </p:xfrm>
        <a:graphic xmlns:a="http://schemas.openxmlformats.org/drawingml/2006/main">
          <a:graphicData uri="http://schemas.openxmlformats.org/drawingml/2006/table">
            <a:tbl>
              <a:tblPr/>
              <a:tblGrid>
                <a:gridCol w="3295650"/>
                <a:gridCol w="7677150"/>
              </a:tblGrid>
              <a:tr h="802481">
                <a:tc>
                  <a:txBody>
                    <a:bodyPr lIns="152400" tIns="85725" rIns="114300" bIns="85725">
                      <a:noAutofit/>
                    </a:bodyPr>
                    <a:lstStyle/>
                    <a:p>
                      <a:r>
                        <a:rPr sz="2025" b="1">
                          <a:solidFill>
                            <a:srgbClr val="FFFFFF"/>
                          </a:solidFill>
                          <a:latin typeface="Malgun Gothic"/>
                          <a:ea typeface="Malgun Gothic"/>
                          <a:cs typeface="Malgun Gothic"/>
                        </a:rPr>
                        <a:t>쉬운 말</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경비병의 상황</a:t>
                      </a:r>
                    </a:p>
                  </a:txBody>
                  <a:tcPr marL="91440" marR="91440" marT="45720" marB="45720" anchor="ctr">
                    <a:solidFill>
                      <a:srgbClr val="151515"/>
                    </a:solidFill>
                  </a:tcPr>
                </a:tc>
              </a:tr>
              <a:tr h="802481">
                <a:tc>
                  <a:txBody>
                    <a:bodyPr lIns="152400" tIns="85725" rIns="114300" bIns="85725">
                      <a:noAutofit/>
                    </a:bodyPr>
                    <a:lstStyle/>
                    <a:p>
                      <a:r>
                        <a:rPr sz="2025" b="0">
                          <a:solidFill>
                            <a:srgbClr val="151515"/>
                          </a:solidFill>
                          <a:latin typeface="Malgun Gothic"/>
                          <a:ea typeface="Malgun Gothic"/>
                          <a:cs typeface="Malgun Gothic"/>
                        </a:rPr>
                        <a:t>다 했어</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목표가 있는 곳에 도착했다</a:t>
                      </a:r>
                    </a:p>
                  </a:txBody>
                  <a:tcPr marL="91440" marR="91440" marT="45720" marB="45720" anchor="ctr">
                    <a:solidFill>
                      <a:srgbClr val="FFFFFF"/>
                    </a:solidFill>
                  </a:tcPr>
                </a:tc>
              </a:tr>
              <a:tr h="802481">
                <a:tc>
                  <a:txBody>
                    <a:bodyPr lIns="152400" tIns="85725" rIns="114300" bIns="85725">
                      <a:noAutofit/>
                    </a:bodyPr>
                    <a:lstStyle/>
                    <a:p>
                      <a:r>
                        <a:rPr sz="2025" b="0">
                          <a:solidFill>
                            <a:srgbClr val="151515"/>
                          </a:solidFill>
                          <a:latin typeface="Malgun Gothic"/>
                          <a:ea typeface="Malgun Gothic"/>
                          <a:cs typeface="Malgun Gothic"/>
                        </a:rPr>
                        <a:t>못 하겠어</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갈 수 있는 길이 없다</a:t>
                      </a:r>
                    </a:p>
                  </a:txBody>
                  <a:tcPr marL="91440" marR="91440" marT="45720" marB="45720" anchor="ctr">
                    <a:solidFill>
                      <a:srgbClr val="F6F6F6"/>
                    </a:solidFill>
                  </a:tcPr>
                </a:tc>
              </a:tr>
              <a:tr h="802481">
                <a:tc>
                  <a:txBody>
                    <a:bodyPr lIns="152400" tIns="85725" rIns="114300" bIns="85725">
                      <a:noAutofit/>
                    </a:bodyPr>
                    <a:lstStyle/>
                    <a:p>
                      <a:r>
                        <a:rPr sz="2025" b="0">
                          <a:solidFill>
                            <a:srgbClr val="151515"/>
                          </a:solidFill>
                          <a:latin typeface="Malgun Gothic"/>
                          <a:ea typeface="Malgun Gothic"/>
                          <a:cs typeface="Malgun Gothic"/>
                        </a:rPr>
                        <a:t>하는 중이야</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아직 걸어가고 있다</a:t>
                      </a:r>
                    </a:p>
                  </a:txBody>
                  <a:tcPr marL="91440" marR="91440" marT="45720" marB="45720" anchor="ctr">
                    <a:solidFill>
                      <a:srgbClr val="FFFFFF"/>
                    </a:solidFill>
                  </a:tcPr>
                </a:tc>
              </a:tr>
            </a:tbl>
          </a:graphicData>
        </a:graphic>
      </p:graphicFrame>
      <p:sp>
        <p:nvSpPr>
          <p:cNvPr id="5" name="figure-150">
            <a:extLst xmlns:a="http://schemas.openxmlformats.org/drawingml/2006/main">
              <a:ext uri="{FF2B5EF4-FFF2-40B4-BE49-F238E27FC236}">
                <a16:creationId xmlns:a16="http://schemas.microsoft.com/office/drawing/2014/main" id="{B451E5D3-8DB3-4DCF-A851-9F295EEE4500}"/>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“아직 하는 중”을 “실패”로 착각하지 않는다</a:t>
            </a:r>
          </a:p>
        </p:txBody>
      </p:sp>
    </p:spTree>
    <p:extLst>
      <p:ext uri="{BB962C8B-B14F-4D97-AF65-F5344CB8AC3E}">
        <p14:creationId xmlns:p14="http://schemas.microsoft.com/office/powerpoint/2010/main" val="131887246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figure-151">
            <a:extLst xmlns:a="http://schemas.openxmlformats.org/drawingml/2006/main">
              <a:ext uri="{FF2B5EF4-FFF2-40B4-BE49-F238E27FC236}">
                <a16:creationId xmlns:a16="http://schemas.microsoft.com/office/drawing/2014/main" id="{8E9D6F87-0516-434F-9DCC-076BD03E5010}"/>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영어 이름도 이제 연결할 수 있다</a:t>
            </a:r>
          </a:p>
        </p:txBody>
      </p:sp>
      <p:sp>
        <p:nvSpPr>
          <p:cNvPr id="2" name="figure-152">
            <a:extLst xmlns:a="http://schemas.openxmlformats.org/drawingml/2006/main">
              <a:ext uri="{FF2B5EF4-FFF2-40B4-BE49-F238E27FC236}">
                <a16:creationId xmlns:a16="http://schemas.microsoft.com/office/drawing/2014/main" id="{65F1CC85-DB88-41ED-9ED7-E837B5FF9272}"/>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뜻을 먼저 이해하고 이름을 붙인다</a:t>
            </a:r>
          </a:p>
        </p:txBody>
      </p:sp>
      <p:sp>
        <p:nvSpPr>
          <p:cNvPr id="3" name="figure-153">
            <a:extLst xmlns:a="http://schemas.openxmlformats.org/drawingml/2006/main">
              <a:ext uri="{FF2B5EF4-FFF2-40B4-BE49-F238E27FC236}">
                <a16:creationId xmlns:a16="http://schemas.microsoft.com/office/drawing/2014/main" id="{E6C1B9E3-D81D-4EF5-9C65-B8A53831FB15}"/>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12</a:t>
            </a:r>
          </a:p>
        </p:txBody>
      </p:sp>
      <p:graphicFrame>
        <p:nvGraphicFramePr>
          <p:cNvPr id="9" name=""/>
          <p:cNvGraphicFramePr/>
          <p:nvPr/>
        </p:nvGraphicFramePr>
        <p:xfrm>
          <a:off xmlns:a="http://schemas.openxmlformats.org/drawingml/2006/main" x="609600" y="2009775"/>
          <a:ext xmlns:a="http://schemas.openxmlformats.org/drawingml/2006/main" cx="10972800" cy="3438525"/>
        </p:xfrm>
        <a:graphic xmlns:a="http://schemas.openxmlformats.org/drawingml/2006/main">
          <a:graphicData uri="http://schemas.openxmlformats.org/drawingml/2006/table">
            <a:tbl>
              <a:tblPr/>
              <a:tblGrid>
                <a:gridCol w="6667500"/>
                <a:gridCol w="4305300"/>
              </a:tblGrid>
              <a:tr h="687705">
                <a:tc>
                  <a:txBody>
                    <a:bodyPr lIns="152400" tIns="85725" rIns="114300" bIns="85725">
                      <a:noAutofit/>
                    </a:bodyPr>
                    <a:lstStyle/>
                    <a:p>
                      <a:r>
                        <a:rPr sz="2025" b="1">
                          <a:solidFill>
                            <a:srgbClr val="FFFFFF"/>
                          </a:solidFill>
                          <a:latin typeface="Malgun Gothic"/>
                          <a:ea typeface="Malgun Gothic"/>
                          <a:cs typeface="Malgun Gothic"/>
                        </a:rPr>
                        <a:t>우리가 쓴 말</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영어 이름</a:t>
                      </a:r>
                    </a:p>
                  </a:txBody>
                  <a:tcPr marL="91440" marR="91440" marT="45720" marB="45720" anchor="ctr">
                    <a:solidFill>
                      <a:srgbClr val="151515"/>
                    </a:solidFill>
                  </a:tcPr>
                </a:tc>
              </a:tr>
              <a:tr h="687705">
                <a:tc>
                  <a:txBody>
                    <a:bodyPr lIns="152400" tIns="85725" rIns="114300" bIns="85725">
                      <a:noAutofit/>
                    </a:bodyPr>
                    <a:lstStyle/>
                    <a:p>
                      <a:r>
                        <a:rPr sz="2025" b="0">
                          <a:solidFill>
                            <a:srgbClr val="151515"/>
                          </a:solidFill>
                          <a:latin typeface="Malgun Gothic"/>
                          <a:ea typeface="Malgun Gothic"/>
                          <a:cs typeface="Malgun Gothic"/>
                        </a:rPr>
                        <a:t>다 했어 / 조건이 맞아</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Success</a:t>
                      </a:r>
                    </a:p>
                  </a:txBody>
                  <a:tcPr marL="91440" marR="91440" marT="45720" marB="45720" anchor="ctr">
                    <a:solidFill>
                      <a:srgbClr val="FFFFFF"/>
                    </a:solidFill>
                  </a:tcPr>
                </a:tc>
              </a:tr>
              <a:tr h="687705">
                <a:tc>
                  <a:txBody>
                    <a:bodyPr lIns="152400" tIns="85725" rIns="114300" bIns="85725">
                      <a:noAutofit/>
                    </a:bodyPr>
                    <a:lstStyle/>
                    <a:p>
                      <a:r>
                        <a:rPr sz="2025" b="0">
                          <a:solidFill>
                            <a:srgbClr val="151515"/>
                          </a:solidFill>
                          <a:latin typeface="Malgun Gothic"/>
                          <a:ea typeface="Malgun Gothic"/>
                          <a:cs typeface="Malgun Gothic"/>
                        </a:rPr>
                        <a:t>못 하겠어 / 조건이 아니야</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Failure</a:t>
                      </a:r>
                    </a:p>
                  </a:txBody>
                  <a:tcPr marL="91440" marR="91440" marT="45720" marB="45720" anchor="ctr">
                    <a:solidFill>
                      <a:srgbClr val="F6F6F6"/>
                    </a:solidFill>
                  </a:tcPr>
                </a:tc>
              </a:tr>
              <a:tr h="687705">
                <a:tc>
                  <a:txBody>
                    <a:bodyPr lIns="152400" tIns="85725" rIns="114300" bIns="85725">
                      <a:noAutofit/>
                    </a:bodyPr>
                    <a:lstStyle/>
                    <a:p>
                      <a:r>
                        <a:rPr sz="2025" b="0">
                          <a:solidFill>
                            <a:srgbClr val="151515"/>
                          </a:solidFill>
                          <a:latin typeface="Malgun Gothic"/>
                          <a:ea typeface="Malgun Gothic"/>
                          <a:cs typeface="Malgun Gothic"/>
                        </a:rPr>
                        <a:t>아직 하는 중이야</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Running</a:t>
                      </a:r>
                    </a:p>
                  </a:txBody>
                  <a:tcPr marL="91440" marR="91440" marT="45720" marB="45720" anchor="ctr">
                    <a:solidFill>
                      <a:srgbClr val="FFFFFF"/>
                    </a:solidFill>
                  </a:tcPr>
                </a:tc>
              </a:tr>
              <a:tr h="687705">
                <a:tc>
                  <a:txBody>
                    <a:bodyPr lIns="152400" tIns="85725" rIns="114300" bIns="85725">
                      <a:noAutofit/>
                    </a:bodyPr>
                    <a:lstStyle/>
                    <a:p>
                      <a:r>
                        <a:rPr sz="2025" b="0">
                          <a:solidFill>
                            <a:srgbClr val="151515"/>
                          </a:solidFill>
                          <a:latin typeface="Malgun Gothic"/>
                          <a:ea typeface="Malgun Gothic"/>
                          <a:cs typeface="Malgun Gothic"/>
                        </a:rPr>
                        <a:t>한 번 확인하기</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Tick</a:t>
                      </a:r>
                    </a:p>
                  </a:txBody>
                  <a:tcPr marL="91440" marR="91440" marT="45720" marB="45720" anchor="ctr">
                    <a:solidFill>
                      <a:srgbClr val="F6F6F6"/>
                    </a:solidFill>
                  </a:tcPr>
                </a:tc>
              </a:tr>
            </a:tbl>
          </a:graphicData>
        </a:graphic>
      </p:graphicFrame>
      <p:sp>
        <p:nvSpPr>
          <p:cNvPr id="5" name="figure-154">
            <a:extLst xmlns:a="http://schemas.openxmlformats.org/drawingml/2006/main">
              <a:ext uri="{FF2B5EF4-FFF2-40B4-BE49-F238E27FC236}">
                <a16:creationId xmlns:a16="http://schemas.microsoft.com/office/drawing/2014/main" id="{3A39E55B-5501-4711-BBAC-2399D2C258FB}"/>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앞으로 그림에서는 쉬운 한국어를 계속 사용한다</a:t>
            </a:r>
          </a:p>
        </p:txBody>
      </p:sp>
    </p:spTree>
    <p:extLst>
      <p:ext uri="{BB962C8B-B14F-4D97-AF65-F5344CB8AC3E}">
        <p14:creationId xmlns:p14="http://schemas.microsoft.com/office/powerpoint/2010/main" val="188063860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figure-155">
            <a:extLst xmlns:a="http://schemas.openxmlformats.org/drawingml/2006/main">
              <a:ext uri="{FF2B5EF4-FFF2-40B4-BE49-F238E27FC236}">
                <a16:creationId xmlns:a16="http://schemas.microsoft.com/office/drawing/2014/main" id="{6250F996-911D-4775-A768-D999586225DE}"/>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차례대로 하기</a:t>
            </a:r>
          </a:p>
        </p:txBody>
      </p:sp>
      <p:sp>
        <p:nvSpPr>
          <p:cNvPr id="2" name="figure-156">
            <a:extLst xmlns:a="http://schemas.openxmlformats.org/drawingml/2006/main">
              <a:ext uri="{FF2B5EF4-FFF2-40B4-BE49-F238E27FC236}">
                <a16:creationId xmlns:a16="http://schemas.microsoft.com/office/drawing/2014/main" id="{D0B9C5D4-46CA-4931-A0EE-B4C232657D0A}"/>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외출 준비와 같은 방법 · 영어 이름은 Sequence</a:t>
            </a:r>
          </a:p>
        </p:txBody>
      </p:sp>
      <p:sp>
        <p:nvSpPr>
          <p:cNvPr id="3" name="figure-157">
            <a:extLst xmlns:a="http://schemas.openxmlformats.org/drawingml/2006/main">
              <a:ext uri="{FF2B5EF4-FFF2-40B4-BE49-F238E27FC236}">
                <a16:creationId xmlns:a16="http://schemas.microsoft.com/office/drawing/2014/main" id="{150D3143-97EC-414C-A825-3B6F5FE59252}"/>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13</a:t>
            </a:r>
          </a:p>
        </p:txBody>
      </p:sp>
      <p:sp>
        <p:nvSpPr>
          <p:cNvPr id="4" name="figure-158">
            <a:extLst xmlns:a="http://schemas.openxmlformats.org/drawingml/2006/main">
              <a:ext uri="{FF2B5EF4-FFF2-40B4-BE49-F238E27FC236}">
                <a16:creationId xmlns:a16="http://schemas.microsoft.com/office/drawing/2014/main" id="{B998F87B-AFD8-4425-B5B7-650FDDE4617A}"/>
              </a:ext>
            </a:extLst>
          </p:cNvPr>
          <p:cNvSpPr>
            <a:spLocks xmlns:a="http://schemas.openxmlformats.org/drawingml/2006/main" noGrp="1"/>
          </p:cNvSpPr>
          <p:nvPr/>
        </p:nvSpPr>
        <p:spPr>
          <a:xfrm xmlns:a="http://schemas.openxmlformats.org/drawingml/2006/main">
            <a:off x="6096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159">
            <a:extLst xmlns:a="http://schemas.openxmlformats.org/drawingml/2006/main">
              <a:ext uri="{FF2B5EF4-FFF2-40B4-BE49-F238E27FC236}">
                <a16:creationId xmlns:a16="http://schemas.microsoft.com/office/drawing/2014/main" id="{85061175-6EDF-4EB2-B9F2-7357BA1CF2A8}"/>
              </a:ext>
            </a:extLst>
          </p:cNvPr>
          <p:cNvSpPr>
            <a:spLocks xmlns:a="http://schemas.openxmlformats.org/drawingml/2006/main" noGrp="1"/>
          </p:cNvSpPr>
          <p:nvPr/>
        </p:nvSpPr>
        <p:spPr>
          <a:xfrm xmlns:a="http://schemas.openxmlformats.org/drawingml/2006/main">
            <a:off x="6858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적이 보이나?</a:t>
            </a:r>
          </a:p>
        </p:txBody>
      </p:sp>
      <p:sp>
        <p:nvSpPr>
          <p:cNvPr id="6" name="figure-160">
            <a:extLst xmlns:a="http://schemas.openxmlformats.org/drawingml/2006/main">
              <a:ext uri="{FF2B5EF4-FFF2-40B4-BE49-F238E27FC236}">
                <a16:creationId xmlns:a16="http://schemas.microsoft.com/office/drawing/2014/main" id="{FFBFE550-F963-4E38-8B87-46C66D4609CC}"/>
              </a:ext>
            </a:extLst>
          </p:cNvPr>
          <p:cNvSpPr>
            <a:spLocks xmlns:a="http://schemas.openxmlformats.org/drawingml/2006/main" noGrp="1"/>
          </p:cNvSpPr>
          <p:nvPr/>
        </p:nvSpPr>
        <p:spPr>
          <a:xfrm xmlns:a="http://schemas.openxmlformats.org/drawingml/2006/main">
            <a:off x="401637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161">
            <a:extLst xmlns:a="http://schemas.openxmlformats.org/drawingml/2006/main">
              <a:ext uri="{FF2B5EF4-FFF2-40B4-BE49-F238E27FC236}">
                <a16:creationId xmlns:a16="http://schemas.microsoft.com/office/drawing/2014/main" id="{06FCF11B-CB4B-4A4F-A786-D71E4AA80364}"/>
              </a:ext>
            </a:extLst>
          </p:cNvPr>
          <p:cNvSpPr>
            <a:spLocks xmlns:a="http://schemas.openxmlformats.org/drawingml/2006/main" noGrp="1"/>
          </p:cNvSpPr>
          <p:nvPr/>
        </p:nvSpPr>
        <p:spPr>
          <a:xfrm xmlns:a="http://schemas.openxmlformats.org/drawingml/2006/main">
            <a:off x="4464050" y="2809875"/>
            <a:ext cx="3263900" cy="914400"/>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8" name="figure-162">
            <a:extLst xmlns:a="http://schemas.openxmlformats.org/drawingml/2006/main">
              <a:ext uri="{FF2B5EF4-FFF2-40B4-BE49-F238E27FC236}">
                <a16:creationId xmlns:a16="http://schemas.microsoft.com/office/drawing/2014/main" id="{D1AC58E3-42DD-46B4-9BC0-9300FD4A7533}"/>
              </a:ext>
            </a:extLst>
          </p:cNvPr>
          <p:cNvSpPr>
            <a:spLocks xmlns:a="http://schemas.openxmlformats.org/drawingml/2006/main" noGrp="1"/>
          </p:cNvSpPr>
          <p:nvPr/>
        </p:nvSpPr>
        <p:spPr>
          <a:xfrm xmlns:a="http://schemas.openxmlformats.org/drawingml/2006/main">
            <a:off x="454025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가까이 가기</a:t>
            </a:r>
          </a:p>
        </p:txBody>
      </p:sp>
      <p:sp>
        <p:nvSpPr>
          <p:cNvPr id="9" name="figure-163">
            <a:extLst xmlns:a="http://schemas.openxmlformats.org/drawingml/2006/main">
              <a:ext uri="{FF2B5EF4-FFF2-40B4-BE49-F238E27FC236}">
                <a16:creationId xmlns:a16="http://schemas.microsoft.com/office/drawing/2014/main" id="{EB9A707E-A68D-44CD-85B5-214DC066DF88}"/>
              </a:ext>
            </a:extLst>
          </p:cNvPr>
          <p:cNvSpPr>
            <a:spLocks xmlns:a="http://schemas.openxmlformats.org/drawingml/2006/main" noGrp="1"/>
          </p:cNvSpPr>
          <p:nvPr/>
        </p:nvSpPr>
        <p:spPr>
          <a:xfrm xmlns:a="http://schemas.openxmlformats.org/drawingml/2006/main">
            <a:off x="787082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164">
            <a:extLst xmlns:a="http://schemas.openxmlformats.org/drawingml/2006/main">
              <a:ext uri="{FF2B5EF4-FFF2-40B4-BE49-F238E27FC236}">
                <a16:creationId xmlns:a16="http://schemas.microsoft.com/office/drawing/2014/main" id="{7E9D0519-1E99-4B57-ABB9-E454B76948CA}"/>
              </a:ext>
            </a:extLst>
          </p:cNvPr>
          <p:cNvSpPr>
            <a:spLocks xmlns:a="http://schemas.openxmlformats.org/drawingml/2006/main" noGrp="1"/>
          </p:cNvSpPr>
          <p:nvPr/>
        </p:nvSpPr>
        <p:spPr>
          <a:xfrm xmlns:a="http://schemas.openxmlformats.org/drawingml/2006/main">
            <a:off x="83185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11" name="figure-165">
            <a:extLst xmlns:a="http://schemas.openxmlformats.org/drawingml/2006/main">
              <a:ext uri="{FF2B5EF4-FFF2-40B4-BE49-F238E27FC236}">
                <a16:creationId xmlns:a16="http://schemas.microsoft.com/office/drawing/2014/main" id="{449A487F-70A7-45C2-9D0E-01CB66C99EEC}"/>
              </a:ext>
            </a:extLst>
          </p:cNvPr>
          <p:cNvSpPr>
            <a:spLocks xmlns:a="http://schemas.openxmlformats.org/drawingml/2006/main" noGrp="1"/>
          </p:cNvSpPr>
          <p:nvPr/>
        </p:nvSpPr>
        <p:spPr>
          <a:xfrm xmlns:a="http://schemas.openxmlformats.org/drawingml/2006/main">
            <a:off x="83947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888888"/>
                </a:solidFill>
                <a:latin typeface="Malgun Gothic"/>
                <a:ea typeface="Malgun Gothic"/>
                <a:cs typeface="Malgun Gothic"/>
              </a:defRPr>
            </a:pPr>
            <a:r>
              <a:rPr sz="2550" b="1">
                <a:solidFill>
                  <a:srgbClr val="888888"/>
                </a:solidFill>
                <a:latin typeface="Malgun Gothic"/>
                <a:ea typeface="Malgun Gothic"/>
                <a:cs typeface="Malgun Gothic"/>
              </a:rPr>
              <a:t>공격하기</a:t>
            </a:r>
          </a:p>
        </p:txBody>
      </p:sp>
      <p:sp>
        <p:nvSpPr>
          <p:cNvPr id="12" name="figure-166">
            <a:extLst xmlns:a="http://schemas.openxmlformats.org/drawingml/2006/main">
              <a:ext uri="{FF2B5EF4-FFF2-40B4-BE49-F238E27FC236}">
                <a16:creationId xmlns:a16="http://schemas.microsoft.com/office/drawing/2014/main" id="{DBA53110-0544-4AD0-9F23-BB0D922AC2CF}"/>
              </a:ext>
            </a:extLst>
          </p:cNvPr>
          <p:cNvSpPr>
            <a:spLocks xmlns:a="http://schemas.openxmlformats.org/drawingml/2006/main" noGrp="1"/>
          </p:cNvSpPr>
          <p:nvPr/>
        </p:nvSpPr>
        <p:spPr>
          <a:xfrm xmlns:a="http://schemas.openxmlformats.org/drawingml/2006/main">
            <a:off x="60960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맞아</a:t>
            </a:r>
          </a:p>
        </p:txBody>
      </p:sp>
      <p:sp>
        <p:nvSpPr>
          <p:cNvPr id="13" name="figure-167">
            <a:extLst xmlns:a="http://schemas.openxmlformats.org/drawingml/2006/main">
              <a:ext uri="{FF2B5EF4-FFF2-40B4-BE49-F238E27FC236}">
                <a16:creationId xmlns:a16="http://schemas.microsoft.com/office/drawing/2014/main" id="{B02ECD77-EE12-4EFB-B8CA-DF6DEF0E880F}"/>
              </a:ext>
            </a:extLst>
          </p:cNvPr>
          <p:cNvSpPr>
            <a:spLocks xmlns:a="http://schemas.openxmlformats.org/drawingml/2006/main" noGrp="1"/>
          </p:cNvSpPr>
          <p:nvPr/>
        </p:nvSpPr>
        <p:spPr>
          <a:xfrm xmlns:a="http://schemas.openxmlformats.org/drawingml/2006/main">
            <a:off x="432435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가는 중이야</a:t>
            </a:r>
          </a:p>
        </p:txBody>
      </p:sp>
      <p:sp>
        <p:nvSpPr>
          <p:cNvPr id="14" name="figure-168">
            <a:extLst xmlns:a="http://schemas.openxmlformats.org/drawingml/2006/main">
              <a:ext uri="{FF2B5EF4-FFF2-40B4-BE49-F238E27FC236}">
                <a16:creationId xmlns:a16="http://schemas.microsoft.com/office/drawing/2014/main" id="{534B0446-1D5C-4FDD-9B07-B7B541D4CF5A}"/>
              </a:ext>
            </a:extLst>
          </p:cNvPr>
          <p:cNvSpPr>
            <a:spLocks xmlns:a="http://schemas.openxmlformats.org/drawingml/2006/main" noGrp="1"/>
          </p:cNvSpPr>
          <p:nvPr/>
        </p:nvSpPr>
        <p:spPr>
          <a:xfrm xmlns:a="http://schemas.openxmlformats.org/drawingml/2006/main">
            <a:off x="803910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아직 안 해</a:t>
            </a:r>
          </a:p>
        </p:txBody>
      </p:sp>
      <p:sp>
        <p:nvSpPr>
          <p:cNvPr id="15" name="figure-169">
            <a:extLst xmlns:a="http://schemas.openxmlformats.org/drawingml/2006/main">
              <a:ext uri="{FF2B5EF4-FFF2-40B4-BE49-F238E27FC236}">
                <a16:creationId xmlns:a16="http://schemas.microsoft.com/office/drawing/2014/main" id="{39EDDF11-3D33-4A8D-AA89-36382C6D490D}"/>
              </a:ext>
            </a:extLst>
          </p:cNvPr>
          <p:cNvSpPr>
            <a:spLocks xmlns:a="http://schemas.openxmlformats.org/drawingml/2006/main" noGrp="1"/>
          </p:cNvSpPr>
          <p:nvPr/>
        </p:nvSpPr>
        <p:spPr>
          <a:xfrm xmlns:a="http://schemas.openxmlformats.org/drawingml/2006/main">
            <a:off x="609600" y="5095875"/>
            <a:ext cx="1009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1">
                <a:solidFill>
                  <a:srgbClr val="151515"/>
                </a:solidFill>
                <a:latin typeface="Malgun Gothic"/>
                <a:ea typeface="Malgun Gothic"/>
                <a:cs typeface="Malgun Gothic"/>
              </a:defRPr>
            </a:pPr>
            <a:r>
              <a:rPr sz="2475" b="1">
                <a:solidFill>
                  <a:srgbClr val="151515"/>
                </a:solidFill>
                <a:latin typeface="Malgun Gothic"/>
                <a:ea typeface="Malgun Gothic"/>
                <a:cs typeface="Malgun Gothic"/>
              </a:rPr>
              <a:t>앞 일이 끝나면 → 다음 일</a:t>
            </a:r>
          </a:p>
        </p:txBody>
      </p:sp>
      <p:sp>
        <p:nvSpPr>
          <p:cNvPr id="16" name="figure-170">
            <a:extLst xmlns:a="http://schemas.openxmlformats.org/drawingml/2006/main">
              <a:ext uri="{FF2B5EF4-FFF2-40B4-BE49-F238E27FC236}">
                <a16:creationId xmlns:a16="http://schemas.microsoft.com/office/drawing/2014/main" id="{28C42520-54DF-4B13-A243-AB8D40DEAD82}"/>
              </a:ext>
            </a:extLst>
          </p:cNvPr>
          <p:cNvSpPr>
            <a:spLocks xmlns:a="http://schemas.openxmlformats.org/drawingml/2006/main" noGrp="1"/>
          </p:cNvSpPr>
          <p:nvPr/>
        </p:nvSpPr>
        <p:spPr>
          <a:xfrm xmlns:a="http://schemas.openxmlformats.org/drawingml/2006/main">
            <a:off x="609600" y="56292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0">
                <a:solidFill>
                  <a:srgbClr val="151515"/>
                </a:solidFill>
                <a:latin typeface="Malgun Gothic"/>
                <a:ea typeface="Malgun Gothic"/>
                <a:cs typeface="Malgun Gothic"/>
              </a:defRPr>
            </a:pPr>
            <a:r>
              <a:rPr sz="2325" b="0">
                <a:solidFill>
                  <a:srgbClr val="151515"/>
                </a:solidFill>
                <a:latin typeface="Malgun Gothic"/>
                <a:ea typeface="Malgun Gothic"/>
                <a:cs typeface="Malgun Gothic"/>
              </a:rPr>
              <a:t>앞 일이 하는 중이면 → 다음 일은 기다림</a:t>
            </a:r>
          </a:p>
        </p:txBody>
      </p:sp>
    </p:spTree>
    <p:extLst>
      <p:ext uri="{BB962C8B-B14F-4D97-AF65-F5344CB8AC3E}">
        <p14:creationId xmlns:p14="http://schemas.microsoft.com/office/powerpoint/2010/main" val="32873045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figure-171">
            <a:extLst xmlns:a="http://schemas.openxmlformats.org/drawingml/2006/main">
              <a:ext uri="{FF2B5EF4-FFF2-40B4-BE49-F238E27FC236}">
                <a16:creationId xmlns:a16="http://schemas.microsoft.com/office/drawing/2014/main" id="{835698ED-8A6B-4C10-8173-25ECC76F8FEA}"/>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차례대로 하다가 막히면 멈춘다</a:t>
            </a:r>
          </a:p>
        </p:txBody>
      </p:sp>
      <p:sp>
        <p:nvSpPr>
          <p:cNvPr id="2" name="figure-172">
            <a:extLst xmlns:a="http://schemas.openxmlformats.org/drawingml/2006/main">
              <a:ext uri="{FF2B5EF4-FFF2-40B4-BE49-F238E27FC236}">
                <a16:creationId xmlns:a16="http://schemas.microsoft.com/office/drawing/2014/main" id="{793B77AE-CFCA-4F23-B489-1FBAF7A0F205}"/>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앞 일을 할 수 없으면 뒤의 일을 실행하지 않는다</a:t>
            </a:r>
          </a:p>
        </p:txBody>
      </p:sp>
      <p:sp>
        <p:nvSpPr>
          <p:cNvPr id="3" name="figure-173">
            <a:extLst xmlns:a="http://schemas.openxmlformats.org/drawingml/2006/main">
              <a:ext uri="{FF2B5EF4-FFF2-40B4-BE49-F238E27FC236}">
                <a16:creationId xmlns:a16="http://schemas.microsoft.com/office/drawing/2014/main" id="{4DFA9CF3-6A8E-4D73-AA91-C61479C1DD83}"/>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14</a:t>
            </a:r>
          </a:p>
        </p:txBody>
      </p:sp>
      <p:sp>
        <p:nvSpPr>
          <p:cNvPr id="4" name="figure-174">
            <a:extLst xmlns:a="http://schemas.openxmlformats.org/drawingml/2006/main">
              <a:ext uri="{FF2B5EF4-FFF2-40B4-BE49-F238E27FC236}">
                <a16:creationId xmlns:a16="http://schemas.microsoft.com/office/drawing/2014/main" id="{BC734BFD-6A38-4385-8231-AA7C8EFA5693}"/>
              </a:ext>
            </a:extLst>
          </p:cNvPr>
          <p:cNvSpPr>
            <a:spLocks xmlns:a="http://schemas.openxmlformats.org/drawingml/2006/main" noGrp="1"/>
          </p:cNvSpPr>
          <p:nvPr/>
        </p:nvSpPr>
        <p:spPr>
          <a:xfrm xmlns:a="http://schemas.openxmlformats.org/drawingml/2006/main">
            <a:off x="6096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175">
            <a:extLst xmlns:a="http://schemas.openxmlformats.org/drawingml/2006/main">
              <a:ext uri="{FF2B5EF4-FFF2-40B4-BE49-F238E27FC236}">
                <a16:creationId xmlns:a16="http://schemas.microsoft.com/office/drawing/2014/main" id="{FF1612A6-2757-44EF-AD97-129E92E942D4}"/>
              </a:ext>
            </a:extLst>
          </p:cNvPr>
          <p:cNvSpPr>
            <a:spLocks xmlns:a="http://schemas.openxmlformats.org/drawingml/2006/main" noGrp="1"/>
          </p:cNvSpPr>
          <p:nvPr/>
        </p:nvSpPr>
        <p:spPr>
          <a:xfrm xmlns:a="http://schemas.openxmlformats.org/drawingml/2006/main">
            <a:off x="6858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적이 보이나?</a:t>
            </a:r>
          </a:p>
        </p:txBody>
      </p:sp>
      <p:sp>
        <p:nvSpPr>
          <p:cNvPr id="6" name="figure-176">
            <a:extLst xmlns:a="http://schemas.openxmlformats.org/drawingml/2006/main">
              <a:ext uri="{FF2B5EF4-FFF2-40B4-BE49-F238E27FC236}">
                <a16:creationId xmlns:a16="http://schemas.microsoft.com/office/drawing/2014/main" id="{00A86AE7-F494-41A7-B492-35F4F2435B40}"/>
              </a:ext>
            </a:extLst>
          </p:cNvPr>
          <p:cNvSpPr>
            <a:spLocks xmlns:a="http://schemas.openxmlformats.org/drawingml/2006/main" noGrp="1"/>
          </p:cNvSpPr>
          <p:nvPr/>
        </p:nvSpPr>
        <p:spPr>
          <a:xfrm xmlns:a="http://schemas.openxmlformats.org/drawingml/2006/main">
            <a:off x="401637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177">
            <a:extLst xmlns:a="http://schemas.openxmlformats.org/drawingml/2006/main">
              <a:ext uri="{FF2B5EF4-FFF2-40B4-BE49-F238E27FC236}">
                <a16:creationId xmlns:a16="http://schemas.microsoft.com/office/drawing/2014/main" id="{40316BE5-CD35-4B74-B035-C15994E09E72}"/>
              </a:ext>
            </a:extLst>
          </p:cNvPr>
          <p:cNvSpPr>
            <a:spLocks xmlns:a="http://schemas.openxmlformats.org/drawingml/2006/main" noGrp="1"/>
          </p:cNvSpPr>
          <p:nvPr/>
        </p:nvSpPr>
        <p:spPr>
          <a:xfrm xmlns:a="http://schemas.openxmlformats.org/drawingml/2006/main">
            <a:off x="4464050" y="2809875"/>
            <a:ext cx="3263900" cy="914400"/>
          </a:xfrm>
          <a:prstGeom xmlns:a="http://schemas.openxmlformats.org/drawingml/2006/main" prst="rect">
            <a:avLst/>
          </a:prstGeom>
          <a:solidFill xmlns:a="http://schemas.openxmlformats.org/drawingml/2006/main">
            <a:srgbClr val="EAEAEA"/>
          </a:solidFill>
          <a:ln xmlns:a="http://schemas.openxmlformats.org/drawingml/2006/main" w="19050">
            <a:solidFill>
              <a:srgbClr val="151515"/>
            </a:solidFill>
          </a:ln>
        </p:spPr>
      </p:sp>
      <p:sp>
        <p:nvSpPr>
          <p:cNvPr id="8" name="figure-178">
            <a:extLst xmlns:a="http://schemas.openxmlformats.org/drawingml/2006/main">
              <a:ext uri="{FF2B5EF4-FFF2-40B4-BE49-F238E27FC236}">
                <a16:creationId xmlns:a16="http://schemas.microsoft.com/office/drawing/2014/main" id="{B253B872-D67B-4D66-AC75-55F248D8F655}"/>
              </a:ext>
            </a:extLst>
          </p:cNvPr>
          <p:cNvSpPr>
            <a:spLocks xmlns:a="http://schemas.openxmlformats.org/drawingml/2006/main" noGrp="1"/>
          </p:cNvSpPr>
          <p:nvPr/>
        </p:nvSpPr>
        <p:spPr>
          <a:xfrm xmlns:a="http://schemas.openxmlformats.org/drawingml/2006/main">
            <a:off x="454025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가까이 가기</a:t>
            </a:r>
          </a:p>
        </p:txBody>
      </p:sp>
      <p:sp>
        <p:nvSpPr>
          <p:cNvPr id="9" name="figure-179">
            <a:extLst xmlns:a="http://schemas.openxmlformats.org/drawingml/2006/main">
              <a:ext uri="{FF2B5EF4-FFF2-40B4-BE49-F238E27FC236}">
                <a16:creationId xmlns:a16="http://schemas.microsoft.com/office/drawing/2014/main" id="{0D6073AD-A3EA-46EF-B0E0-375638D8D332}"/>
              </a:ext>
            </a:extLst>
          </p:cNvPr>
          <p:cNvSpPr>
            <a:spLocks xmlns:a="http://schemas.openxmlformats.org/drawingml/2006/main" noGrp="1"/>
          </p:cNvSpPr>
          <p:nvPr/>
        </p:nvSpPr>
        <p:spPr>
          <a:xfrm xmlns:a="http://schemas.openxmlformats.org/drawingml/2006/main">
            <a:off x="787082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180">
            <a:extLst xmlns:a="http://schemas.openxmlformats.org/drawingml/2006/main">
              <a:ext uri="{FF2B5EF4-FFF2-40B4-BE49-F238E27FC236}">
                <a16:creationId xmlns:a16="http://schemas.microsoft.com/office/drawing/2014/main" id="{97F8D652-49BA-4527-A990-D1A360B401BC}"/>
              </a:ext>
            </a:extLst>
          </p:cNvPr>
          <p:cNvSpPr>
            <a:spLocks xmlns:a="http://schemas.openxmlformats.org/drawingml/2006/main" noGrp="1"/>
          </p:cNvSpPr>
          <p:nvPr/>
        </p:nvSpPr>
        <p:spPr>
          <a:xfrm xmlns:a="http://schemas.openxmlformats.org/drawingml/2006/main">
            <a:off x="83185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11" name="figure-181">
            <a:extLst xmlns:a="http://schemas.openxmlformats.org/drawingml/2006/main">
              <a:ext uri="{FF2B5EF4-FFF2-40B4-BE49-F238E27FC236}">
                <a16:creationId xmlns:a16="http://schemas.microsoft.com/office/drawing/2014/main" id="{D8D4A71B-65F2-4F91-AC57-568BC52B4D11}"/>
              </a:ext>
            </a:extLst>
          </p:cNvPr>
          <p:cNvSpPr>
            <a:spLocks xmlns:a="http://schemas.openxmlformats.org/drawingml/2006/main" noGrp="1"/>
          </p:cNvSpPr>
          <p:nvPr/>
        </p:nvSpPr>
        <p:spPr>
          <a:xfrm xmlns:a="http://schemas.openxmlformats.org/drawingml/2006/main">
            <a:off x="83947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888888"/>
                </a:solidFill>
                <a:latin typeface="Malgun Gothic"/>
                <a:ea typeface="Malgun Gothic"/>
                <a:cs typeface="Malgun Gothic"/>
              </a:defRPr>
            </a:pPr>
            <a:r>
              <a:rPr sz="2550" b="1">
                <a:solidFill>
                  <a:srgbClr val="888888"/>
                </a:solidFill>
                <a:latin typeface="Malgun Gothic"/>
                <a:ea typeface="Malgun Gothic"/>
                <a:cs typeface="Malgun Gothic"/>
              </a:rPr>
              <a:t>공격하기</a:t>
            </a:r>
          </a:p>
        </p:txBody>
      </p:sp>
      <p:sp>
        <p:nvSpPr>
          <p:cNvPr id="12" name="figure-182">
            <a:extLst xmlns:a="http://schemas.openxmlformats.org/drawingml/2006/main">
              <a:ext uri="{FF2B5EF4-FFF2-40B4-BE49-F238E27FC236}">
                <a16:creationId xmlns:a16="http://schemas.microsoft.com/office/drawing/2014/main" id="{ACBED982-B366-41B3-87F8-134A92B7062D}"/>
              </a:ext>
            </a:extLst>
          </p:cNvPr>
          <p:cNvSpPr>
            <a:spLocks xmlns:a="http://schemas.openxmlformats.org/drawingml/2006/main" noGrp="1"/>
          </p:cNvSpPr>
          <p:nvPr/>
        </p:nvSpPr>
        <p:spPr>
          <a:xfrm xmlns:a="http://schemas.openxmlformats.org/drawingml/2006/main">
            <a:off x="60960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맞아</a:t>
            </a:r>
          </a:p>
        </p:txBody>
      </p:sp>
      <p:sp>
        <p:nvSpPr>
          <p:cNvPr id="13" name="figure-183">
            <a:extLst xmlns:a="http://schemas.openxmlformats.org/drawingml/2006/main">
              <a:ext uri="{FF2B5EF4-FFF2-40B4-BE49-F238E27FC236}">
                <a16:creationId xmlns:a16="http://schemas.microsoft.com/office/drawing/2014/main" id="{8C073E0C-93F2-48D1-A418-E58EEB7AC932}"/>
              </a:ext>
            </a:extLst>
          </p:cNvPr>
          <p:cNvSpPr>
            <a:spLocks xmlns:a="http://schemas.openxmlformats.org/drawingml/2006/main" noGrp="1"/>
          </p:cNvSpPr>
          <p:nvPr/>
        </p:nvSpPr>
        <p:spPr>
          <a:xfrm xmlns:a="http://schemas.openxmlformats.org/drawingml/2006/main">
            <a:off x="432435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길이 없어서 못 해</a:t>
            </a:r>
          </a:p>
        </p:txBody>
      </p:sp>
      <p:sp>
        <p:nvSpPr>
          <p:cNvPr id="14" name="figure-184">
            <a:extLst xmlns:a="http://schemas.openxmlformats.org/drawingml/2006/main">
              <a:ext uri="{FF2B5EF4-FFF2-40B4-BE49-F238E27FC236}">
                <a16:creationId xmlns:a16="http://schemas.microsoft.com/office/drawing/2014/main" id="{3EC810E5-3BD6-4722-8427-313D8C06E6A2}"/>
              </a:ext>
            </a:extLst>
          </p:cNvPr>
          <p:cNvSpPr>
            <a:spLocks xmlns:a="http://schemas.openxmlformats.org/drawingml/2006/main" noGrp="1"/>
          </p:cNvSpPr>
          <p:nvPr/>
        </p:nvSpPr>
        <p:spPr>
          <a:xfrm xmlns:a="http://schemas.openxmlformats.org/drawingml/2006/main">
            <a:off x="803910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아직 안 해</a:t>
            </a:r>
          </a:p>
        </p:txBody>
      </p:sp>
      <p:sp>
        <p:nvSpPr>
          <p:cNvPr id="15" name="figure-185">
            <a:extLst xmlns:a="http://schemas.openxmlformats.org/drawingml/2006/main">
              <a:ext uri="{FF2B5EF4-FFF2-40B4-BE49-F238E27FC236}">
                <a16:creationId xmlns:a16="http://schemas.microsoft.com/office/drawing/2014/main" id="{36664C8F-20B7-4DD2-A3A4-F9020BBCEFBB}"/>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이 작업 목록도 “못 하겠어”라고 윗칸에 알려 준다</a:t>
            </a:r>
          </a:p>
        </p:txBody>
      </p:sp>
    </p:spTree>
    <p:extLst>
      <p:ext uri="{BB962C8B-B14F-4D97-AF65-F5344CB8AC3E}">
        <p14:creationId xmlns:p14="http://schemas.microsoft.com/office/powerpoint/2010/main" val="14396975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igure-186">
            <a:extLst xmlns:a="http://schemas.openxmlformats.org/drawingml/2006/main">
              <a:ext uri="{FF2B5EF4-FFF2-40B4-BE49-F238E27FC236}">
                <a16:creationId xmlns:a16="http://schemas.microsoft.com/office/drawing/2014/main" id="{5B754F4A-7904-4ADB-A130-67D430DA4919}"/>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하나 고르기</a:t>
            </a:r>
          </a:p>
        </p:txBody>
      </p:sp>
      <p:sp>
        <p:nvSpPr>
          <p:cNvPr id="2" name="figure-187">
            <a:extLst xmlns:a="http://schemas.openxmlformats.org/drawingml/2006/main">
              <a:ext uri="{FF2B5EF4-FFF2-40B4-BE49-F238E27FC236}">
                <a16:creationId xmlns:a16="http://schemas.microsoft.com/office/drawing/2014/main" id="{57F98E71-ACCA-4595-9697-E7F6002684F7}"/>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점심 메뉴와 같은 방법 · 영어 이름은 Selector</a:t>
            </a:r>
          </a:p>
        </p:txBody>
      </p:sp>
      <p:sp>
        <p:nvSpPr>
          <p:cNvPr id="3" name="figure-188">
            <a:extLst xmlns:a="http://schemas.openxmlformats.org/drawingml/2006/main">
              <a:ext uri="{FF2B5EF4-FFF2-40B4-BE49-F238E27FC236}">
                <a16:creationId xmlns:a16="http://schemas.microsoft.com/office/drawing/2014/main" id="{F07A8591-B878-4D7D-92FF-C339185D70BC}"/>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15</a:t>
            </a:r>
          </a:p>
        </p:txBody>
      </p:sp>
      <p:sp>
        <p:nvSpPr>
          <p:cNvPr id="4" name="figure-189">
            <a:extLst xmlns:a="http://schemas.openxmlformats.org/drawingml/2006/main">
              <a:ext uri="{FF2B5EF4-FFF2-40B4-BE49-F238E27FC236}">
                <a16:creationId xmlns:a16="http://schemas.microsoft.com/office/drawing/2014/main" id="{D8823A07-DC84-435E-9B6E-F00B1FF5AD45}"/>
              </a:ext>
            </a:extLst>
          </p:cNvPr>
          <p:cNvSpPr>
            <a:spLocks xmlns:a="http://schemas.openxmlformats.org/drawingml/2006/main" noGrp="1"/>
          </p:cNvSpPr>
          <p:nvPr/>
        </p:nvSpPr>
        <p:spPr>
          <a:xfrm xmlns:a="http://schemas.openxmlformats.org/drawingml/2006/main">
            <a:off x="6096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190">
            <a:extLst xmlns:a="http://schemas.openxmlformats.org/drawingml/2006/main">
              <a:ext uri="{FF2B5EF4-FFF2-40B4-BE49-F238E27FC236}">
                <a16:creationId xmlns:a16="http://schemas.microsoft.com/office/drawing/2014/main" id="{C1DC5BF4-D1AC-4936-91E3-C8D545D6E0E6}"/>
              </a:ext>
            </a:extLst>
          </p:cNvPr>
          <p:cNvSpPr>
            <a:spLocks xmlns:a="http://schemas.openxmlformats.org/drawingml/2006/main" noGrp="1"/>
          </p:cNvSpPr>
          <p:nvPr/>
        </p:nvSpPr>
        <p:spPr>
          <a:xfrm xmlns:a="http://schemas.openxmlformats.org/drawingml/2006/main">
            <a:off x="6858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공격하기</a:t>
            </a:r>
          </a:p>
        </p:txBody>
      </p:sp>
      <p:sp>
        <p:nvSpPr>
          <p:cNvPr id="6" name="figure-191">
            <a:extLst xmlns:a="http://schemas.openxmlformats.org/drawingml/2006/main">
              <a:ext uri="{FF2B5EF4-FFF2-40B4-BE49-F238E27FC236}">
                <a16:creationId xmlns:a16="http://schemas.microsoft.com/office/drawing/2014/main" id="{1B585028-BF50-43DA-9BC8-35E5F0653CDB}"/>
              </a:ext>
            </a:extLst>
          </p:cNvPr>
          <p:cNvSpPr>
            <a:spLocks xmlns:a="http://schemas.openxmlformats.org/drawingml/2006/main" noGrp="1"/>
          </p:cNvSpPr>
          <p:nvPr/>
        </p:nvSpPr>
        <p:spPr>
          <a:xfrm xmlns:a="http://schemas.openxmlformats.org/drawingml/2006/main">
            <a:off x="401637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192">
            <a:extLst xmlns:a="http://schemas.openxmlformats.org/drawingml/2006/main">
              <a:ext uri="{FF2B5EF4-FFF2-40B4-BE49-F238E27FC236}">
                <a16:creationId xmlns:a16="http://schemas.microsoft.com/office/drawing/2014/main" id="{33C2DAFE-1E45-4D16-9FF1-72F6FF8BC081}"/>
              </a:ext>
            </a:extLst>
          </p:cNvPr>
          <p:cNvSpPr>
            <a:spLocks xmlns:a="http://schemas.openxmlformats.org/drawingml/2006/main" noGrp="1"/>
          </p:cNvSpPr>
          <p:nvPr/>
        </p:nvSpPr>
        <p:spPr>
          <a:xfrm xmlns:a="http://schemas.openxmlformats.org/drawingml/2006/main">
            <a:off x="446405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8" name="figure-193">
            <a:extLst xmlns:a="http://schemas.openxmlformats.org/drawingml/2006/main">
              <a:ext uri="{FF2B5EF4-FFF2-40B4-BE49-F238E27FC236}">
                <a16:creationId xmlns:a16="http://schemas.microsoft.com/office/drawing/2014/main" id="{74FA71AA-0466-486B-B289-30780AEEFE75}"/>
              </a:ext>
            </a:extLst>
          </p:cNvPr>
          <p:cNvSpPr>
            <a:spLocks xmlns:a="http://schemas.openxmlformats.org/drawingml/2006/main" noGrp="1"/>
          </p:cNvSpPr>
          <p:nvPr/>
        </p:nvSpPr>
        <p:spPr>
          <a:xfrm xmlns:a="http://schemas.openxmlformats.org/drawingml/2006/main">
            <a:off x="454025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따라가기</a:t>
            </a:r>
          </a:p>
        </p:txBody>
      </p:sp>
      <p:sp>
        <p:nvSpPr>
          <p:cNvPr id="9" name="figure-194">
            <a:extLst xmlns:a="http://schemas.openxmlformats.org/drawingml/2006/main">
              <a:ext uri="{FF2B5EF4-FFF2-40B4-BE49-F238E27FC236}">
                <a16:creationId xmlns:a16="http://schemas.microsoft.com/office/drawing/2014/main" id="{98B0218C-08A7-42F7-B6FA-E172074202F8}"/>
              </a:ext>
            </a:extLst>
          </p:cNvPr>
          <p:cNvSpPr>
            <a:spLocks xmlns:a="http://schemas.openxmlformats.org/drawingml/2006/main" noGrp="1"/>
          </p:cNvSpPr>
          <p:nvPr/>
        </p:nvSpPr>
        <p:spPr>
          <a:xfrm xmlns:a="http://schemas.openxmlformats.org/drawingml/2006/main">
            <a:off x="787082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195">
            <a:extLst xmlns:a="http://schemas.openxmlformats.org/drawingml/2006/main">
              <a:ext uri="{FF2B5EF4-FFF2-40B4-BE49-F238E27FC236}">
                <a16:creationId xmlns:a16="http://schemas.microsoft.com/office/drawing/2014/main" id="{06C1FE17-E6F2-4EFE-8104-9FCCB828630E}"/>
              </a:ext>
            </a:extLst>
          </p:cNvPr>
          <p:cNvSpPr>
            <a:spLocks xmlns:a="http://schemas.openxmlformats.org/drawingml/2006/main" noGrp="1"/>
          </p:cNvSpPr>
          <p:nvPr/>
        </p:nvSpPr>
        <p:spPr>
          <a:xfrm xmlns:a="http://schemas.openxmlformats.org/drawingml/2006/main">
            <a:off x="83185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1" name="figure-196">
            <a:extLst xmlns:a="http://schemas.openxmlformats.org/drawingml/2006/main">
              <a:ext uri="{FF2B5EF4-FFF2-40B4-BE49-F238E27FC236}">
                <a16:creationId xmlns:a16="http://schemas.microsoft.com/office/drawing/2014/main" id="{B8A49036-F401-43FF-8884-BE0182066F4B}"/>
              </a:ext>
            </a:extLst>
          </p:cNvPr>
          <p:cNvSpPr>
            <a:spLocks xmlns:a="http://schemas.openxmlformats.org/drawingml/2006/main" noGrp="1"/>
          </p:cNvSpPr>
          <p:nvPr/>
        </p:nvSpPr>
        <p:spPr>
          <a:xfrm xmlns:a="http://schemas.openxmlformats.org/drawingml/2006/main">
            <a:off x="83947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돌아다니기</a:t>
            </a:r>
          </a:p>
        </p:txBody>
      </p:sp>
      <p:sp>
        <p:nvSpPr>
          <p:cNvPr id="12" name="figure-197">
            <a:extLst xmlns:a="http://schemas.openxmlformats.org/drawingml/2006/main">
              <a:ext uri="{FF2B5EF4-FFF2-40B4-BE49-F238E27FC236}">
                <a16:creationId xmlns:a16="http://schemas.microsoft.com/office/drawing/2014/main" id="{DAF7F68E-E33E-4548-95B2-EAAB3B8E89D3}"/>
              </a:ext>
            </a:extLst>
          </p:cNvPr>
          <p:cNvSpPr>
            <a:spLocks xmlns:a="http://schemas.openxmlformats.org/drawingml/2006/main" noGrp="1"/>
          </p:cNvSpPr>
          <p:nvPr/>
        </p:nvSpPr>
        <p:spPr>
          <a:xfrm xmlns:a="http://schemas.openxmlformats.org/drawingml/2006/main">
            <a:off x="609600" y="43148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1">
                <a:solidFill>
                  <a:srgbClr val="151515"/>
                </a:solidFill>
                <a:latin typeface="Malgun Gothic"/>
                <a:ea typeface="Malgun Gothic"/>
                <a:cs typeface="Malgun Gothic"/>
              </a:defRPr>
            </a:pPr>
            <a:r>
              <a:rPr sz="2625" b="1">
                <a:solidFill>
                  <a:srgbClr val="151515"/>
                </a:solidFill>
                <a:latin typeface="Malgun Gothic"/>
                <a:ea typeface="Malgun Gothic"/>
                <a:cs typeface="Malgun Gothic"/>
              </a:rPr>
              <a:t>앞 후보부터 살펴보고</a:t>
            </a:r>
          </a:p>
        </p:txBody>
      </p:sp>
      <p:sp>
        <p:nvSpPr>
          <p:cNvPr id="13" name="figure-198">
            <a:extLst xmlns:a="http://schemas.openxmlformats.org/drawingml/2006/main">
              <a:ext uri="{FF2B5EF4-FFF2-40B4-BE49-F238E27FC236}">
                <a16:creationId xmlns:a16="http://schemas.microsoft.com/office/drawing/2014/main" id="{EC3CFBFF-1F2C-46F8-B2C0-B47BEC5BFC0A}"/>
              </a:ext>
            </a:extLst>
          </p:cNvPr>
          <p:cNvSpPr>
            <a:spLocks xmlns:a="http://schemas.openxmlformats.org/drawingml/2006/main" noGrp="1"/>
          </p:cNvSpPr>
          <p:nvPr/>
        </p:nvSpPr>
        <p:spPr>
          <a:xfrm xmlns:a="http://schemas.openxmlformats.org/drawingml/2006/main">
            <a:off x="609600" y="49339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0">
                <a:solidFill>
                  <a:srgbClr val="151515"/>
                </a:solidFill>
                <a:latin typeface="Malgun Gothic"/>
                <a:ea typeface="Malgun Gothic"/>
                <a:cs typeface="Malgun Gothic"/>
              </a:defRPr>
            </a:pPr>
            <a:r>
              <a:rPr sz="2625" b="0">
                <a:solidFill>
                  <a:srgbClr val="151515"/>
                </a:solidFill>
                <a:latin typeface="Malgun Gothic"/>
                <a:ea typeface="Malgun Gothic"/>
                <a:cs typeface="Malgun Gothic"/>
              </a:rPr>
              <a:t>안 되면 다음 후보를 시도한다</a:t>
            </a:r>
          </a:p>
        </p:txBody>
      </p:sp>
      <p:sp>
        <p:nvSpPr>
          <p:cNvPr id="14" name="figure-199">
            <a:extLst xmlns:a="http://schemas.openxmlformats.org/drawingml/2006/main">
              <a:ext uri="{FF2B5EF4-FFF2-40B4-BE49-F238E27FC236}">
                <a16:creationId xmlns:a16="http://schemas.microsoft.com/office/drawing/2014/main" id="{001851C0-5262-4EBF-AE90-68472658E7E1}"/>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하나를 골라 하는 중이면, 뒤 후보는 이번에 살펴보지 않는다</a:t>
            </a:r>
          </a:p>
        </p:txBody>
      </p:sp>
    </p:spTree>
    <p:extLst>
      <p:ext uri="{BB962C8B-B14F-4D97-AF65-F5344CB8AC3E}">
        <p14:creationId xmlns:p14="http://schemas.microsoft.com/office/powerpoint/2010/main" val="6949505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figure-200">
            <a:extLst xmlns:a="http://schemas.openxmlformats.org/drawingml/2006/main">
              <a:ext uri="{FF2B5EF4-FFF2-40B4-BE49-F238E27FC236}">
                <a16:creationId xmlns:a16="http://schemas.microsoft.com/office/drawing/2014/main" id="{B253F427-43D8-490A-A26E-525CEE5810E0}"/>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멀리 있는 적은 따라간다</a:t>
            </a:r>
          </a:p>
        </p:txBody>
      </p:sp>
      <p:sp>
        <p:nvSpPr>
          <p:cNvPr id="2" name="figure-201">
            <a:extLst xmlns:a="http://schemas.openxmlformats.org/drawingml/2006/main">
              <a:ext uri="{FF2B5EF4-FFF2-40B4-BE49-F238E27FC236}">
                <a16:creationId xmlns:a16="http://schemas.microsoft.com/office/drawing/2014/main" id="{8B498533-1150-4C16-9ED7-96482A9AD9F9}"/>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공격은 안 되지만 따라가기는 할 수 있다</a:t>
            </a:r>
          </a:p>
        </p:txBody>
      </p:sp>
      <p:sp>
        <p:nvSpPr>
          <p:cNvPr id="3" name="figure-202">
            <a:extLst xmlns:a="http://schemas.openxmlformats.org/drawingml/2006/main">
              <a:ext uri="{FF2B5EF4-FFF2-40B4-BE49-F238E27FC236}">
                <a16:creationId xmlns:a16="http://schemas.microsoft.com/office/drawing/2014/main" id="{74FBB9B6-4C7D-4875-B204-8416A1E0064E}"/>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16</a:t>
            </a:r>
          </a:p>
        </p:txBody>
      </p:sp>
      <p:sp>
        <p:nvSpPr>
          <p:cNvPr id="4" name="figure-203">
            <a:extLst xmlns:a="http://schemas.openxmlformats.org/drawingml/2006/main">
              <a:ext uri="{FF2B5EF4-FFF2-40B4-BE49-F238E27FC236}">
                <a16:creationId xmlns:a16="http://schemas.microsoft.com/office/drawing/2014/main" id="{761F63B7-D2AB-4B7A-A9E7-8CB4FFF4B32A}"/>
              </a:ext>
            </a:extLst>
          </p:cNvPr>
          <p:cNvSpPr>
            <a:spLocks xmlns:a="http://schemas.openxmlformats.org/drawingml/2006/main" noGrp="1"/>
          </p:cNvSpPr>
          <p:nvPr/>
        </p:nvSpPr>
        <p:spPr>
          <a:xfrm xmlns:a="http://schemas.openxmlformats.org/drawingml/2006/main">
            <a:off x="609600" y="2809875"/>
            <a:ext cx="3263900" cy="914400"/>
          </a:xfrm>
          <a:prstGeom xmlns:a="http://schemas.openxmlformats.org/drawingml/2006/main" prst="rect">
            <a:avLst/>
          </a:prstGeom>
          <a:solidFill xmlns:a="http://schemas.openxmlformats.org/drawingml/2006/main">
            <a:srgbClr val="EAEAEA"/>
          </a:solidFill>
          <a:ln xmlns:a="http://schemas.openxmlformats.org/drawingml/2006/main" w="19050">
            <a:solidFill>
              <a:srgbClr val="151515"/>
            </a:solidFill>
          </a:ln>
        </p:spPr>
      </p:sp>
      <p:sp>
        <p:nvSpPr>
          <p:cNvPr id="5" name="figure-204">
            <a:extLst xmlns:a="http://schemas.openxmlformats.org/drawingml/2006/main">
              <a:ext uri="{FF2B5EF4-FFF2-40B4-BE49-F238E27FC236}">
                <a16:creationId xmlns:a16="http://schemas.microsoft.com/office/drawing/2014/main" id="{497CE74D-238C-4ECA-9671-77BE453C96D2}"/>
              </a:ext>
            </a:extLst>
          </p:cNvPr>
          <p:cNvSpPr>
            <a:spLocks xmlns:a="http://schemas.openxmlformats.org/drawingml/2006/main" noGrp="1"/>
          </p:cNvSpPr>
          <p:nvPr/>
        </p:nvSpPr>
        <p:spPr>
          <a:xfrm xmlns:a="http://schemas.openxmlformats.org/drawingml/2006/main">
            <a:off x="6858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공격하기</a:t>
            </a:r>
          </a:p>
        </p:txBody>
      </p:sp>
      <p:sp>
        <p:nvSpPr>
          <p:cNvPr id="6" name="figure-205">
            <a:extLst xmlns:a="http://schemas.openxmlformats.org/drawingml/2006/main">
              <a:ext uri="{FF2B5EF4-FFF2-40B4-BE49-F238E27FC236}">
                <a16:creationId xmlns:a16="http://schemas.microsoft.com/office/drawing/2014/main" id="{1803F70D-6C71-4960-B557-CE7A7A7BE5DD}"/>
              </a:ext>
            </a:extLst>
          </p:cNvPr>
          <p:cNvSpPr>
            <a:spLocks xmlns:a="http://schemas.openxmlformats.org/drawingml/2006/main" noGrp="1"/>
          </p:cNvSpPr>
          <p:nvPr/>
        </p:nvSpPr>
        <p:spPr>
          <a:xfrm xmlns:a="http://schemas.openxmlformats.org/drawingml/2006/main">
            <a:off x="401637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206">
            <a:extLst xmlns:a="http://schemas.openxmlformats.org/drawingml/2006/main">
              <a:ext uri="{FF2B5EF4-FFF2-40B4-BE49-F238E27FC236}">
                <a16:creationId xmlns:a16="http://schemas.microsoft.com/office/drawing/2014/main" id="{4407CAFE-A4EB-465E-8A95-AC8836B293E3}"/>
              </a:ext>
            </a:extLst>
          </p:cNvPr>
          <p:cNvSpPr>
            <a:spLocks xmlns:a="http://schemas.openxmlformats.org/drawingml/2006/main" noGrp="1"/>
          </p:cNvSpPr>
          <p:nvPr/>
        </p:nvSpPr>
        <p:spPr>
          <a:xfrm xmlns:a="http://schemas.openxmlformats.org/drawingml/2006/main">
            <a:off x="4464050" y="2809875"/>
            <a:ext cx="3263900" cy="914400"/>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8" name="figure-207">
            <a:extLst xmlns:a="http://schemas.openxmlformats.org/drawingml/2006/main">
              <a:ext uri="{FF2B5EF4-FFF2-40B4-BE49-F238E27FC236}">
                <a16:creationId xmlns:a16="http://schemas.microsoft.com/office/drawing/2014/main" id="{964E159F-5CEC-4A4C-A840-27D7018729BE}"/>
              </a:ext>
            </a:extLst>
          </p:cNvPr>
          <p:cNvSpPr>
            <a:spLocks xmlns:a="http://schemas.openxmlformats.org/drawingml/2006/main" noGrp="1"/>
          </p:cNvSpPr>
          <p:nvPr/>
        </p:nvSpPr>
        <p:spPr>
          <a:xfrm xmlns:a="http://schemas.openxmlformats.org/drawingml/2006/main">
            <a:off x="454025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따라가기</a:t>
            </a:r>
          </a:p>
        </p:txBody>
      </p:sp>
      <p:sp>
        <p:nvSpPr>
          <p:cNvPr id="9" name="figure-208">
            <a:extLst xmlns:a="http://schemas.openxmlformats.org/drawingml/2006/main">
              <a:ext uri="{FF2B5EF4-FFF2-40B4-BE49-F238E27FC236}">
                <a16:creationId xmlns:a16="http://schemas.microsoft.com/office/drawing/2014/main" id="{CF280726-3EA3-4414-A14E-DB046A397CD9}"/>
              </a:ext>
            </a:extLst>
          </p:cNvPr>
          <p:cNvSpPr>
            <a:spLocks xmlns:a="http://schemas.openxmlformats.org/drawingml/2006/main" noGrp="1"/>
          </p:cNvSpPr>
          <p:nvPr/>
        </p:nvSpPr>
        <p:spPr>
          <a:xfrm xmlns:a="http://schemas.openxmlformats.org/drawingml/2006/main">
            <a:off x="7870825" y="31718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209">
            <a:extLst xmlns:a="http://schemas.openxmlformats.org/drawingml/2006/main">
              <a:ext uri="{FF2B5EF4-FFF2-40B4-BE49-F238E27FC236}">
                <a16:creationId xmlns:a16="http://schemas.microsoft.com/office/drawing/2014/main" id="{1BCAAE0B-F8C7-4656-BE71-D5DBCD1AE3FD}"/>
              </a:ext>
            </a:extLst>
          </p:cNvPr>
          <p:cNvSpPr>
            <a:spLocks xmlns:a="http://schemas.openxmlformats.org/drawingml/2006/main" noGrp="1"/>
          </p:cNvSpPr>
          <p:nvPr/>
        </p:nvSpPr>
        <p:spPr>
          <a:xfrm xmlns:a="http://schemas.openxmlformats.org/drawingml/2006/main">
            <a:off x="8318500" y="28098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11" name="figure-210">
            <a:extLst xmlns:a="http://schemas.openxmlformats.org/drawingml/2006/main">
              <a:ext uri="{FF2B5EF4-FFF2-40B4-BE49-F238E27FC236}">
                <a16:creationId xmlns:a16="http://schemas.microsoft.com/office/drawing/2014/main" id="{50AA2459-6442-4C48-958E-F9EDFA4E37F0}"/>
              </a:ext>
            </a:extLst>
          </p:cNvPr>
          <p:cNvSpPr>
            <a:spLocks xmlns:a="http://schemas.openxmlformats.org/drawingml/2006/main" noGrp="1"/>
          </p:cNvSpPr>
          <p:nvPr/>
        </p:nvSpPr>
        <p:spPr>
          <a:xfrm xmlns:a="http://schemas.openxmlformats.org/drawingml/2006/main">
            <a:off x="8394700" y="28479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888888"/>
                </a:solidFill>
                <a:latin typeface="Malgun Gothic"/>
                <a:ea typeface="Malgun Gothic"/>
                <a:cs typeface="Malgun Gothic"/>
              </a:defRPr>
            </a:pPr>
            <a:r>
              <a:rPr sz="2550" b="1">
                <a:solidFill>
                  <a:srgbClr val="888888"/>
                </a:solidFill>
                <a:latin typeface="Malgun Gothic"/>
                <a:ea typeface="Malgun Gothic"/>
                <a:cs typeface="Malgun Gothic"/>
              </a:rPr>
              <a:t>돌아다니기</a:t>
            </a:r>
          </a:p>
        </p:txBody>
      </p:sp>
      <p:sp>
        <p:nvSpPr>
          <p:cNvPr id="12" name="figure-211">
            <a:extLst xmlns:a="http://schemas.openxmlformats.org/drawingml/2006/main">
              <a:ext uri="{FF2B5EF4-FFF2-40B4-BE49-F238E27FC236}">
                <a16:creationId xmlns:a16="http://schemas.microsoft.com/office/drawing/2014/main" id="{25C53930-AF15-4CD1-9421-2B20368BE1F3}"/>
              </a:ext>
            </a:extLst>
          </p:cNvPr>
          <p:cNvSpPr>
            <a:spLocks xmlns:a="http://schemas.openxmlformats.org/drawingml/2006/main" noGrp="1"/>
          </p:cNvSpPr>
          <p:nvPr/>
        </p:nvSpPr>
        <p:spPr>
          <a:xfrm xmlns:a="http://schemas.openxmlformats.org/drawingml/2006/main">
            <a:off x="60960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멀어서 안 돼</a:t>
            </a:r>
          </a:p>
        </p:txBody>
      </p:sp>
      <p:sp>
        <p:nvSpPr>
          <p:cNvPr id="13" name="figure-212">
            <a:extLst xmlns:a="http://schemas.openxmlformats.org/drawingml/2006/main">
              <a:ext uri="{FF2B5EF4-FFF2-40B4-BE49-F238E27FC236}">
                <a16:creationId xmlns:a16="http://schemas.microsoft.com/office/drawing/2014/main" id="{B083D7C1-71B2-4196-A466-2C35F276E15E}"/>
              </a:ext>
            </a:extLst>
          </p:cNvPr>
          <p:cNvSpPr>
            <a:spLocks xmlns:a="http://schemas.openxmlformats.org/drawingml/2006/main" noGrp="1"/>
          </p:cNvSpPr>
          <p:nvPr/>
        </p:nvSpPr>
        <p:spPr>
          <a:xfrm xmlns:a="http://schemas.openxmlformats.org/drawingml/2006/main">
            <a:off x="432435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따라가는 중</a:t>
            </a:r>
          </a:p>
        </p:txBody>
      </p:sp>
      <p:sp>
        <p:nvSpPr>
          <p:cNvPr id="14" name="figure-213">
            <a:extLst xmlns:a="http://schemas.openxmlformats.org/drawingml/2006/main">
              <a:ext uri="{FF2B5EF4-FFF2-40B4-BE49-F238E27FC236}">
                <a16:creationId xmlns:a16="http://schemas.microsoft.com/office/drawing/2014/main" id="{0010137E-FA27-4A93-BD19-6A4B864B6B42}"/>
              </a:ext>
            </a:extLst>
          </p:cNvPr>
          <p:cNvSpPr>
            <a:spLocks xmlns:a="http://schemas.openxmlformats.org/drawingml/2006/main" noGrp="1"/>
          </p:cNvSpPr>
          <p:nvPr/>
        </p:nvSpPr>
        <p:spPr>
          <a:xfrm xmlns:a="http://schemas.openxmlformats.org/drawingml/2006/main">
            <a:off x="8039100" y="40386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아직 안 봄</a:t>
            </a:r>
          </a:p>
        </p:txBody>
      </p:sp>
      <p:sp>
        <p:nvSpPr>
          <p:cNvPr id="15" name="figure-214">
            <a:extLst xmlns:a="http://schemas.openxmlformats.org/drawingml/2006/main">
              <a:ext uri="{FF2B5EF4-FFF2-40B4-BE49-F238E27FC236}">
                <a16:creationId xmlns:a16="http://schemas.microsoft.com/office/drawing/2014/main" id="{111348C1-52F2-4D9E-977C-DF2213B222E6}"/>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하나 고르기는 “아직 하는 중”이라고 윗칸에 답한다</a:t>
            </a:r>
          </a:p>
        </p:txBody>
      </p:sp>
    </p:spTree>
    <p:extLst>
      <p:ext uri="{BB962C8B-B14F-4D97-AF65-F5344CB8AC3E}">
        <p14:creationId xmlns:p14="http://schemas.microsoft.com/office/powerpoint/2010/main" val="112843248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figure-215">
            <a:extLst xmlns:a="http://schemas.openxmlformats.org/drawingml/2006/main">
              <a:ext uri="{FF2B5EF4-FFF2-40B4-BE49-F238E27FC236}">
                <a16:creationId xmlns:a16="http://schemas.microsoft.com/office/drawing/2014/main" id="{A391A0BF-87CD-4C51-AC7A-9AEA9DE11062}"/>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두 방법의 차이는 이것뿐이다</a:t>
            </a:r>
          </a:p>
        </p:txBody>
      </p:sp>
      <p:sp>
        <p:nvSpPr>
          <p:cNvPr id="2" name="figure-216">
            <a:extLst xmlns:a="http://schemas.openxmlformats.org/drawingml/2006/main">
              <a:ext uri="{FF2B5EF4-FFF2-40B4-BE49-F238E27FC236}">
                <a16:creationId xmlns:a16="http://schemas.microsoft.com/office/drawing/2014/main" id="{2400E3F1-EB8C-4C08-9AEA-36280DD75C96}"/>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같은 답을 받아도 다음 행동이 다르다</a:t>
            </a:r>
          </a:p>
        </p:txBody>
      </p:sp>
      <p:sp>
        <p:nvSpPr>
          <p:cNvPr id="3" name="figure-217">
            <a:extLst xmlns:a="http://schemas.openxmlformats.org/drawingml/2006/main">
              <a:ext uri="{FF2B5EF4-FFF2-40B4-BE49-F238E27FC236}">
                <a16:creationId xmlns:a16="http://schemas.microsoft.com/office/drawing/2014/main" id="{FA317A0F-A064-4C70-BC64-F11BCE62D82B}"/>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17</a:t>
            </a:r>
          </a:p>
        </p:txBody>
      </p:sp>
      <p:graphicFrame>
        <p:nvGraphicFramePr>
          <p:cNvPr id="9" name=""/>
          <p:cNvGraphicFramePr/>
          <p:nvPr/>
        </p:nvGraphicFramePr>
        <p:xfrm>
          <a:off xmlns:a="http://schemas.openxmlformats.org/drawingml/2006/main" x="609600" y="2114550"/>
          <a:ext xmlns:a="http://schemas.openxmlformats.org/drawingml/2006/main" cx="10972800" cy="2876550"/>
        </p:xfrm>
        <a:graphic xmlns:a="http://schemas.openxmlformats.org/drawingml/2006/main">
          <a:graphicData uri="http://schemas.openxmlformats.org/drawingml/2006/table">
            <a:tbl>
              <a:tblPr/>
              <a:tblGrid>
                <a:gridCol w="3429000"/>
                <a:gridCol w="3771900"/>
                <a:gridCol w="3771900"/>
              </a:tblGrid>
              <a:tr h="719138">
                <a:tc>
                  <a:txBody>
                    <a:bodyPr lIns="152400" tIns="85725" rIns="114300" bIns="85725">
                      <a:noAutofit/>
                    </a:bodyPr>
                    <a:lstStyle/>
                    <a:p>
                      <a:r>
                        <a:rPr sz="2025" b="1">
                          <a:solidFill>
                            <a:srgbClr val="FFFFFF"/>
                          </a:solidFill>
                          <a:latin typeface="Malgun Gothic"/>
                          <a:ea typeface="Malgun Gothic"/>
                          <a:cs typeface="Malgun Gothic"/>
                        </a:rPr>
                        <a:t>자식이 한 말</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차례대로 하기</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하나 고르기</a:t>
                      </a:r>
                    </a:p>
                  </a:txBody>
                  <a:tcPr marL="91440" marR="91440" marT="45720" marB="45720" anchor="ctr">
                    <a:solidFill>
                      <a:srgbClr val="151515"/>
                    </a:solidFill>
                  </a:tcPr>
                </a:tc>
              </a:tr>
              <a:tr h="719138">
                <a:tc>
                  <a:txBody>
                    <a:bodyPr lIns="152400" tIns="85725" rIns="114300" bIns="85725">
                      <a:noAutofit/>
                    </a:bodyPr>
                    <a:lstStyle/>
                    <a:p>
                      <a:r>
                        <a:rPr sz="2025" b="0">
                          <a:solidFill>
                            <a:srgbClr val="151515"/>
                          </a:solidFill>
                          <a:latin typeface="Malgun Gothic"/>
                          <a:ea typeface="Malgun Gothic"/>
                          <a:cs typeface="Malgun Gothic"/>
                        </a:rPr>
                        <a:t>다 했어 / 맞아</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다음 일로 간다</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이번 선택은 끝</a:t>
                      </a:r>
                    </a:p>
                  </a:txBody>
                  <a:tcPr marL="91440" marR="91440" marT="45720" marB="45720" anchor="ctr">
                    <a:solidFill>
                      <a:srgbClr val="FFFFFF"/>
                    </a:solidFill>
                  </a:tcPr>
                </a:tc>
              </a:tr>
              <a:tr h="719138">
                <a:tc>
                  <a:txBody>
                    <a:bodyPr lIns="152400" tIns="85725" rIns="114300" bIns="85725">
                      <a:noAutofit/>
                    </a:bodyPr>
                    <a:lstStyle/>
                    <a:p>
                      <a:r>
                        <a:rPr sz="2025" b="0">
                          <a:solidFill>
                            <a:srgbClr val="151515"/>
                          </a:solidFill>
                          <a:latin typeface="Malgun Gothic"/>
                          <a:ea typeface="Malgun Gothic"/>
                          <a:cs typeface="Malgun Gothic"/>
                        </a:rPr>
                        <a:t>못 하겠어 / 아니야</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이 목록을 멈춘다</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다음 후보를 본다</a:t>
                      </a:r>
                    </a:p>
                  </a:txBody>
                  <a:tcPr marL="91440" marR="91440" marT="45720" marB="45720" anchor="ctr">
                    <a:solidFill>
                      <a:srgbClr val="F6F6F6"/>
                    </a:solidFill>
                  </a:tcPr>
                </a:tc>
              </a:tr>
              <a:tr h="719138">
                <a:tc>
                  <a:txBody>
                    <a:bodyPr lIns="152400" tIns="85725" rIns="114300" bIns="85725">
                      <a:noAutofit/>
                    </a:bodyPr>
                    <a:lstStyle/>
                    <a:p>
                      <a:r>
                        <a:rPr sz="2025" b="0">
                          <a:solidFill>
                            <a:srgbClr val="151515"/>
                          </a:solidFill>
                          <a:latin typeface="Malgun Gothic"/>
                          <a:ea typeface="Malgun Gothic"/>
                          <a:cs typeface="Malgun Gothic"/>
                        </a:rPr>
                        <a:t>하는 중이야</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기다리고 다시 확인</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고른 일을 계속 확인</a:t>
                      </a:r>
                    </a:p>
                  </a:txBody>
                  <a:tcPr marL="91440" marR="91440" marT="45720" marB="45720" anchor="ctr">
                    <a:solidFill>
                      <a:srgbClr val="FFFFFF"/>
                    </a:solidFill>
                  </a:tcPr>
                </a:tc>
              </a:tr>
            </a:tbl>
          </a:graphicData>
        </a:graphic>
      </p:graphicFrame>
      <p:sp>
        <p:nvSpPr>
          <p:cNvPr id="5" name="figure-218">
            <a:extLst xmlns:a="http://schemas.openxmlformats.org/drawingml/2006/main">
              <a:ext uri="{FF2B5EF4-FFF2-40B4-BE49-F238E27FC236}">
                <a16:creationId xmlns:a16="http://schemas.microsoft.com/office/drawing/2014/main" id="{BE2C3359-7ED8-492E-ABD3-CEA5DE94AA49}"/>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차례대로는 일을 이어 하고, 하나 고르기는 대안을 찾는다</a:t>
            </a:r>
          </a:p>
        </p:txBody>
      </p:sp>
    </p:spTree>
    <p:extLst>
      <p:ext uri="{BB962C8B-B14F-4D97-AF65-F5344CB8AC3E}">
        <p14:creationId xmlns:p14="http://schemas.microsoft.com/office/powerpoint/2010/main" val="136002189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figure-219">
            <a:extLst xmlns:a="http://schemas.openxmlformats.org/drawingml/2006/main">
              <a:ext uri="{FF2B5EF4-FFF2-40B4-BE49-F238E27FC236}">
                <a16:creationId xmlns:a16="http://schemas.microsoft.com/office/drawing/2014/main" id="{E004FBDF-8F0A-4E49-A38E-35ACD3AAD4F1}"/>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작은 약속을 묶어 경비병에게 준다</a:t>
            </a:r>
          </a:p>
        </p:txBody>
      </p:sp>
      <p:sp>
        <p:nvSpPr>
          <p:cNvPr id="2" name="figure-220">
            <a:extLst xmlns:a="http://schemas.openxmlformats.org/drawingml/2006/main">
              <a:ext uri="{FF2B5EF4-FFF2-40B4-BE49-F238E27FC236}">
                <a16:creationId xmlns:a16="http://schemas.microsoft.com/office/drawing/2014/main" id="{BC4FD124-953A-4966-B8DA-9FFF312EDD75}"/>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공격을 해 보고, 안 되면 따라가고, 그것도 안 되면 돌아다닌다</a:t>
            </a:r>
          </a:p>
        </p:txBody>
      </p:sp>
      <p:sp>
        <p:nvSpPr>
          <p:cNvPr id="3" name="figure-221">
            <a:extLst xmlns:a="http://schemas.openxmlformats.org/drawingml/2006/main">
              <a:ext uri="{FF2B5EF4-FFF2-40B4-BE49-F238E27FC236}">
                <a16:creationId xmlns:a16="http://schemas.microsoft.com/office/drawing/2014/main" id="{AF9FB488-C818-4D94-8ED4-336A3828B1B3}"/>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18</a:t>
            </a:r>
          </a:p>
        </p:txBody>
      </p:sp>
      <p:sp>
        <p:nvSpPr>
          <p:cNvPr id="4" name="figure-222">
            <a:extLst xmlns:a="http://schemas.openxmlformats.org/drawingml/2006/main">
              <a:ext uri="{FF2B5EF4-FFF2-40B4-BE49-F238E27FC236}">
                <a16:creationId xmlns:a16="http://schemas.microsoft.com/office/drawing/2014/main" id="{1892759E-99B9-4234-9E9E-ADB6021D0287}"/>
              </a:ext>
            </a:extLst>
          </p:cNvPr>
          <p:cNvSpPr>
            <a:spLocks xmlns:a="http://schemas.openxmlformats.org/drawingml/2006/main" noGrp="1"/>
          </p:cNvSpPr>
          <p:nvPr/>
        </p:nvSpPr>
        <p:spPr>
          <a:xfrm xmlns:a="http://schemas.openxmlformats.org/drawingml/2006/main">
            <a:off x="4191000" y="1809750"/>
            <a:ext cx="381000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223">
            <a:extLst xmlns:a="http://schemas.openxmlformats.org/drawingml/2006/main">
              <a:ext uri="{FF2B5EF4-FFF2-40B4-BE49-F238E27FC236}">
                <a16:creationId xmlns:a16="http://schemas.microsoft.com/office/drawing/2014/main" id="{2ADABCDE-96A1-4FB9-B4E5-75831810878C}"/>
              </a:ext>
            </a:extLst>
          </p:cNvPr>
          <p:cNvSpPr>
            <a:spLocks xmlns:a="http://schemas.openxmlformats.org/drawingml/2006/main" noGrp="1"/>
          </p:cNvSpPr>
          <p:nvPr/>
        </p:nvSpPr>
        <p:spPr>
          <a:xfrm xmlns:a="http://schemas.openxmlformats.org/drawingml/2006/main">
            <a:off x="4267200" y="1847850"/>
            <a:ext cx="365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151515"/>
                </a:solidFill>
                <a:latin typeface="Malgun Gothic"/>
                <a:ea typeface="Malgun Gothic"/>
                <a:cs typeface="Malgun Gothic"/>
              </a:defRPr>
            </a:pPr>
            <a:r>
              <a:rPr sz="2250" b="1">
                <a:solidFill>
                  <a:srgbClr val="151515"/>
                </a:solidFill>
                <a:latin typeface="Malgun Gothic"/>
                <a:ea typeface="Malgun Gothic"/>
                <a:cs typeface="Malgun Gothic"/>
              </a:rPr>
              <a:t>하나 고르기</a:t>
            </a:r>
          </a:p>
        </p:txBody>
      </p:sp>
      <p:sp>
        <p:nvSpPr>
          <p:cNvPr id="6" name="line-224">
            <a:extLst xmlns:a="http://schemas.openxmlformats.org/drawingml/2006/main">
              <a:ext uri="{FF2B5EF4-FFF2-40B4-BE49-F238E27FC236}">
                <a16:creationId xmlns:a16="http://schemas.microsoft.com/office/drawing/2014/main" id="{2F1357D4-9463-429F-B407-6EEA554279B7}"/>
              </a:ext>
            </a:extLst>
          </p:cNvPr>
          <p:cNvSpPr>
            <a:spLocks xmlns:a="http://schemas.openxmlformats.org/drawingml/2006/main" noGrp="1"/>
          </p:cNvSpPr>
          <p:nvPr/>
        </p:nvSpPr>
        <p:spPr>
          <a:xfrm xmlns:a="http://schemas.openxmlformats.org/drawingml/2006/main">
            <a:off x="6096000" y="2428875"/>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9050">
            <a:solidFill>
              <a:srgbClr val="151515"/>
            </a:solidFill>
            <a:prstDash val="solid"/>
          </a:ln>
        </p:spPr>
      </p:sp>
      <p:sp>
        <p:nvSpPr>
          <p:cNvPr id="7" name="line-225">
            <a:extLst xmlns:a="http://schemas.openxmlformats.org/drawingml/2006/main">
              <a:ext uri="{FF2B5EF4-FFF2-40B4-BE49-F238E27FC236}">
                <a16:creationId xmlns:a16="http://schemas.microsoft.com/office/drawing/2014/main" id="{05EB12CF-E7A1-4CF1-9B9F-D7B3E85FABCD}"/>
              </a:ext>
            </a:extLst>
          </p:cNvPr>
          <p:cNvSpPr>
            <a:spLocks xmlns:a="http://schemas.openxmlformats.org/drawingml/2006/main" noGrp="1"/>
          </p:cNvSpPr>
          <p:nvPr/>
        </p:nvSpPr>
        <p:spPr>
          <a:xfrm xmlns:a="http://schemas.openxmlformats.org/drawingml/2006/main">
            <a:off x="2181225" y="2657475"/>
            <a:ext cx="7429500" cy="9525"/>
          </a:xfrm>
          <a:custGeom xmlns:a="http://schemas.openxmlformats.org/drawingml/2006/main">
            <a:pathLst>
              <a:path w="7429500" h="9525">
                <a:moveTo>
                  <a:pt x="0" y="0"/>
                </a:moveTo>
                <a:lnTo>
                  <a:pt x="7429500" y="0"/>
                </a:lnTo>
              </a:path>
            </a:pathLst>
          </a:custGeom>
          <a:noFill xmlns:a="http://schemas.openxmlformats.org/drawingml/2006/main"/>
          <a:ln xmlns:a="http://schemas.openxmlformats.org/drawingml/2006/main" w="19050">
            <a:solidFill>
              <a:srgbClr val="151515"/>
            </a:solidFill>
            <a:prstDash val="solid"/>
          </a:ln>
        </p:spPr>
      </p:sp>
      <p:sp>
        <p:nvSpPr>
          <p:cNvPr id="8" name="line-226">
            <a:extLst xmlns:a="http://schemas.openxmlformats.org/drawingml/2006/main">
              <a:ext uri="{FF2B5EF4-FFF2-40B4-BE49-F238E27FC236}">
                <a16:creationId xmlns:a16="http://schemas.microsoft.com/office/drawing/2014/main" id="{C2EC3F9C-B3CD-42CE-8BF2-E8AD6D9FE61B}"/>
              </a:ext>
            </a:extLst>
          </p:cNvPr>
          <p:cNvSpPr>
            <a:spLocks xmlns:a="http://schemas.openxmlformats.org/drawingml/2006/main" noGrp="1"/>
          </p:cNvSpPr>
          <p:nvPr/>
        </p:nvSpPr>
        <p:spPr>
          <a:xfrm xmlns:a="http://schemas.openxmlformats.org/drawingml/2006/main">
            <a:off x="2181225" y="2657475"/>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151515"/>
            </a:solidFill>
            <a:prstDash val="solid"/>
          </a:ln>
        </p:spPr>
      </p:sp>
      <p:sp>
        <p:nvSpPr>
          <p:cNvPr id="9" name="figure-227">
            <a:extLst xmlns:a="http://schemas.openxmlformats.org/drawingml/2006/main">
              <a:ext uri="{FF2B5EF4-FFF2-40B4-BE49-F238E27FC236}">
                <a16:creationId xmlns:a16="http://schemas.microsoft.com/office/drawing/2014/main" id="{33810CF2-CED6-4DD6-A18E-B5B6DF1C66E9}"/>
              </a:ext>
            </a:extLst>
          </p:cNvPr>
          <p:cNvSpPr>
            <a:spLocks xmlns:a="http://schemas.openxmlformats.org/drawingml/2006/main" noGrp="1"/>
          </p:cNvSpPr>
          <p:nvPr/>
        </p:nvSpPr>
        <p:spPr>
          <a:xfrm xmlns:a="http://schemas.openxmlformats.org/drawingml/2006/main">
            <a:off x="609600" y="2895600"/>
            <a:ext cx="314325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0" name="figure-228">
            <a:extLst xmlns:a="http://schemas.openxmlformats.org/drawingml/2006/main">
              <a:ext uri="{FF2B5EF4-FFF2-40B4-BE49-F238E27FC236}">
                <a16:creationId xmlns:a16="http://schemas.microsoft.com/office/drawing/2014/main" id="{6AF359D5-7FD2-44A7-98DA-28FEE780EFFD}"/>
              </a:ext>
            </a:extLst>
          </p:cNvPr>
          <p:cNvSpPr>
            <a:spLocks xmlns:a="http://schemas.openxmlformats.org/drawingml/2006/main" noGrp="1"/>
          </p:cNvSpPr>
          <p:nvPr/>
        </p:nvSpPr>
        <p:spPr>
          <a:xfrm xmlns:a="http://schemas.openxmlformats.org/drawingml/2006/main">
            <a:off x="685800" y="2933700"/>
            <a:ext cx="2990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151515"/>
                </a:solidFill>
                <a:latin typeface="Malgun Gothic"/>
                <a:ea typeface="Malgun Gothic"/>
                <a:cs typeface="Malgun Gothic"/>
              </a:defRPr>
            </a:pPr>
            <a:r>
              <a:rPr sz="2250" b="1">
                <a:solidFill>
                  <a:srgbClr val="151515"/>
                </a:solidFill>
                <a:latin typeface="Malgun Gothic"/>
                <a:ea typeface="Malgun Gothic"/>
                <a:cs typeface="Malgun Gothic"/>
              </a:rPr>
              <a:t>공격 준비</a:t>
            </a:r>
          </a:p>
        </p:txBody>
      </p:sp>
      <p:sp>
        <p:nvSpPr>
          <p:cNvPr id="11" name="line-229">
            <a:extLst xmlns:a="http://schemas.openxmlformats.org/drawingml/2006/main">
              <a:ext uri="{FF2B5EF4-FFF2-40B4-BE49-F238E27FC236}">
                <a16:creationId xmlns:a16="http://schemas.microsoft.com/office/drawing/2014/main" id="{E0A36030-5D01-4F21-B3A7-12E63AD789B6}"/>
              </a:ext>
            </a:extLst>
          </p:cNvPr>
          <p:cNvSpPr>
            <a:spLocks xmlns:a="http://schemas.openxmlformats.org/drawingml/2006/main" noGrp="1"/>
          </p:cNvSpPr>
          <p:nvPr/>
        </p:nvSpPr>
        <p:spPr>
          <a:xfrm xmlns:a="http://schemas.openxmlformats.org/drawingml/2006/main">
            <a:off x="2181225" y="3514725"/>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9050">
            <a:solidFill>
              <a:srgbClr val="151515"/>
            </a:solidFill>
            <a:prstDash val="solid"/>
          </a:ln>
        </p:spPr>
      </p:sp>
      <p:sp>
        <p:nvSpPr>
          <p:cNvPr id="12" name="line-230">
            <a:extLst xmlns:a="http://schemas.openxmlformats.org/drawingml/2006/main">
              <a:ext uri="{FF2B5EF4-FFF2-40B4-BE49-F238E27FC236}">
                <a16:creationId xmlns:a16="http://schemas.microsoft.com/office/drawing/2014/main" id="{78E5129A-0A53-44A9-80BC-1043C15FE7DC}"/>
              </a:ext>
            </a:extLst>
          </p:cNvPr>
          <p:cNvSpPr>
            <a:spLocks xmlns:a="http://schemas.openxmlformats.org/drawingml/2006/main" noGrp="1"/>
          </p:cNvSpPr>
          <p:nvPr/>
        </p:nvSpPr>
        <p:spPr>
          <a:xfrm xmlns:a="http://schemas.openxmlformats.org/drawingml/2006/main">
            <a:off x="723900" y="3686175"/>
            <a:ext cx="1457325" cy="9525"/>
          </a:xfrm>
          <a:custGeom xmlns:a="http://schemas.openxmlformats.org/drawingml/2006/main">
            <a:pathLst>
              <a:path w="1457325" h="9525">
                <a:moveTo>
                  <a:pt x="0" y="0"/>
                </a:moveTo>
                <a:lnTo>
                  <a:pt x="1457325" y="0"/>
                </a:lnTo>
              </a:path>
            </a:pathLst>
          </a:custGeom>
          <a:noFill xmlns:a="http://schemas.openxmlformats.org/drawingml/2006/main"/>
          <a:ln xmlns:a="http://schemas.openxmlformats.org/drawingml/2006/main" w="19050">
            <a:solidFill>
              <a:srgbClr val="151515"/>
            </a:solidFill>
            <a:prstDash val="solid"/>
          </a:ln>
        </p:spPr>
      </p:sp>
      <p:sp>
        <p:nvSpPr>
          <p:cNvPr id="13" name="line-231">
            <a:extLst xmlns:a="http://schemas.openxmlformats.org/drawingml/2006/main">
              <a:ext uri="{FF2B5EF4-FFF2-40B4-BE49-F238E27FC236}">
                <a16:creationId xmlns:a16="http://schemas.microsoft.com/office/drawing/2014/main" id="{B0874FC7-7B98-4484-B5FA-CE363829647D}"/>
              </a:ext>
            </a:extLst>
          </p:cNvPr>
          <p:cNvSpPr>
            <a:spLocks xmlns:a="http://schemas.openxmlformats.org/drawingml/2006/main" noGrp="1"/>
          </p:cNvSpPr>
          <p:nvPr/>
        </p:nvSpPr>
        <p:spPr>
          <a:xfrm xmlns:a="http://schemas.openxmlformats.org/drawingml/2006/main">
            <a:off x="723900" y="3686175"/>
            <a:ext cx="9525" cy="1581150"/>
          </a:xfrm>
          <a:custGeom xmlns:a="http://schemas.openxmlformats.org/drawingml/2006/main">
            <a:pathLst>
              <a:path w="9525" h="1581150">
                <a:moveTo>
                  <a:pt x="0" y="0"/>
                </a:moveTo>
                <a:lnTo>
                  <a:pt x="0" y="1581150"/>
                </a:lnTo>
              </a:path>
            </a:pathLst>
          </a:custGeom>
          <a:noFill xmlns:a="http://schemas.openxmlformats.org/drawingml/2006/main"/>
          <a:ln xmlns:a="http://schemas.openxmlformats.org/drawingml/2006/main" w="19050">
            <a:solidFill>
              <a:srgbClr val="151515"/>
            </a:solidFill>
            <a:prstDash val="solid"/>
          </a:ln>
        </p:spPr>
      </p:sp>
      <p:sp>
        <p:nvSpPr>
          <p:cNvPr id="14" name="line-232">
            <a:extLst xmlns:a="http://schemas.openxmlformats.org/drawingml/2006/main">
              <a:ext uri="{FF2B5EF4-FFF2-40B4-BE49-F238E27FC236}">
                <a16:creationId xmlns:a16="http://schemas.microsoft.com/office/drawing/2014/main" id="{1B811694-F2A1-44E5-985D-F52CBBA19D77}"/>
              </a:ext>
            </a:extLst>
          </p:cNvPr>
          <p:cNvSpPr>
            <a:spLocks xmlns:a="http://schemas.openxmlformats.org/drawingml/2006/main" noGrp="1"/>
          </p:cNvSpPr>
          <p:nvPr/>
        </p:nvSpPr>
        <p:spPr>
          <a:xfrm xmlns:a="http://schemas.openxmlformats.org/drawingml/2006/main">
            <a:off x="723900" y="39909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15" name="figure-233">
            <a:extLst xmlns:a="http://schemas.openxmlformats.org/drawingml/2006/main">
              <a:ext uri="{FF2B5EF4-FFF2-40B4-BE49-F238E27FC236}">
                <a16:creationId xmlns:a16="http://schemas.microsoft.com/office/drawing/2014/main" id="{C87F2792-CC84-4975-A883-D372AAC7C51D}"/>
              </a:ext>
            </a:extLst>
          </p:cNvPr>
          <p:cNvSpPr>
            <a:spLocks xmlns:a="http://schemas.openxmlformats.org/drawingml/2006/main" noGrp="1"/>
          </p:cNvSpPr>
          <p:nvPr/>
        </p:nvSpPr>
        <p:spPr>
          <a:xfrm xmlns:a="http://schemas.openxmlformats.org/drawingml/2006/main">
            <a:off x="942975" y="3724275"/>
            <a:ext cx="28098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6" name="figure-234">
            <a:extLst xmlns:a="http://schemas.openxmlformats.org/drawingml/2006/main">
              <a:ext uri="{FF2B5EF4-FFF2-40B4-BE49-F238E27FC236}">
                <a16:creationId xmlns:a16="http://schemas.microsoft.com/office/drawing/2014/main" id="{A60323A7-ADDA-4D27-B9ED-4FD353769862}"/>
              </a:ext>
            </a:extLst>
          </p:cNvPr>
          <p:cNvSpPr>
            <a:spLocks xmlns:a="http://schemas.openxmlformats.org/drawingml/2006/main" noGrp="1"/>
          </p:cNvSpPr>
          <p:nvPr/>
        </p:nvSpPr>
        <p:spPr>
          <a:xfrm xmlns:a="http://schemas.openxmlformats.org/drawingml/2006/main">
            <a:off x="1019175" y="37623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1 적이 보이나?</a:t>
            </a:r>
          </a:p>
        </p:txBody>
      </p:sp>
      <p:sp>
        <p:nvSpPr>
          <p:cNvPr id="17" name="line-235">
            <a:extLst xmlns:a="http://schemas.openxmlformats.org/drawingml/2006/main">
              <a:ext uri="{FF2B5EF4-FFF2-40B4-BE49-F238E27FC236}">
                <a16:creationId xmlns:a16="http://schemas.microsoft.com/office/drawing/2014/main" id="{8556E0CD-5914-478A-A52A-86076DD334B2}"/>
              </a:ext>
            </a:extLst>
          </p:cNvPr>
          <p:cNvSpPr>
            <a:spLocks xmlns:a="http://schemas.openxmlformats.org/drawingml/2006/main" noGrp="1"/>
          </p:cNvSpPr>
          <p:nvPr/>
        </p:nvSpPr>
        <p:spPr>
          <a:xfrm xmlns:a="http://schemas.openxmlformats.org/drawingml/2006/main">
            <a:off x="723900" y="46386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18" name="figure-236">
            <a:extLst xmlns:a="http://schemas.openxmlformats.org/drawingml/2006/main">
              <a:ext uri="{FF2B5EF4-FFF2-40B4-BE49-F238E27FC236}">
                <a16:creationId xmlns:a16="http://schemas.microsoft.com/office/drawing/2014/main" id="{07490393-56FF-4F9D-8AFE-AAD53C3DCF8E}"/>
              </a:ext>
            </a:extLst>
          </p:cNvPr>
          <p:cNvSpPr>
            <a:spLocks xmlns:a="http://schemas.openxmlformats.org/drawingml/2006/main" noGrp="1"/>
          </p:cNvSpPr>
          <p:nvPr/>
        </p:nvSpPr>
        <p:spPr>
          <a:xfrm xmlns:a="http://schemas.openxmlformats.org/drawingml/2006/main">
            <a:off x="942975" y="4371975"/>
            <a:ext cx="28098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9" name="figure-237">
            <a:extLst xmlns:a="http://schemas.openxmlformats.org/drawingml/2006/main">
              <a:ext uri="{FF2B5EF4-FFF2-40B4-BE49-F238E27FC236}">
                <a16:creationId xmlns:a16="http://schemas.microsoft.com/office/drawing/2014/main" id="{893AAF94-B1C8-4569-8E96-47826B6D2849}"/>
              </a:ext>
            </a:extLst>
          </p:cNvPr>
          <p:cNvSpPr>
            <a:spLocks xmlns:a="http://schemas.openxmlformats.org/drawingml/2006/main" noGrp="1"/>
          </p:cNvSpPr>
          <p:nvPr/>
        </p:nvSpPr>
        <p:spPr>
          <a:xfrm xmlns:a="http://schemas.openxmlformats.org/drawingml/2006/main">
            <a:off x="1019175" y="44100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2 가까이 있나?</a:t>
            </a:r>
          </a:p>
        </p:txBody>
      </p:sp>
      <p:sp>
        <p:nvSpPr>
          <p:cNvPr id="20" name="line-238">
            <a:extLst xmlns:a="http://schemas.openxmlformats.org/drawingml/2006/main">
              <a:ext uri="{FF2B5EF4-FFF2-40B4-BE49-F238E27FC236}">
                <a16:creationId xmlns:a16="http://schemas.microsoft.com/office/drawing/2014/main" id="{C4742224-C233-4766-8C54-286E4F0C068D}"/>
              </a:ext>
            </a:extLst>
          </p:cNvPr>
          <p:cNvSpPr>
            <a:spLocks xmlns:a="http://schemas.openxmlformats.org/drawingml/2006/main" noGrp="1"/>
          </p:cNvSpPr>
          <p:nvPr/>
        </p:nvSpPr>
        <p:spPr>
          <a:xfrm xmlns:a="http://schemas.openxmlformats.org/drawingml/2006/main">
            <a:off x="723900" y="52863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21" name="figure-239">
            <a:extLst xmlns:a="http://schemas.openxmlformats.org/drawingml/2006/main">
              <a:ext uri="{FF2B5EF4-FFF2-40B4-BE49-F238E27FC236}">
                <a16:creationId xmlns:a16="http://schemas.microsoft.com/office/drawing/2014/main" id="{01E0AC59-6AB4-4DB6-A094-0E75EFAF5761}"/>
              </a:ext>
            </a:extLst>
          </p:cNvPr>
          <p:cNvSpPr>
            <a:spLocks xmlns:a="http://schemas.openxmlformats.org/drawingml/2006/main" noGrp="1"/>
          </p:cNvSpPr>
          <p:nvPr/>
        </p:nvSpPr>
        <p:spPr>
          <a:xfrm xmlns:a="http://schemas.openxmlformats.org/drawingml/2006/main">
            <a:off x="942975" y="5019675"/>
            <a:ext cx="28098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22" name="figure-240">
            <a:extLst xmlns:a="http://schemas.openxmlformats.org/drawingml/2006/main">
              <a:ext uri="{FF2B5EF4-FFF2-40B4-BE49-F238E27FC236}">
                <a16:creationId xmlns:a16="http://schemas.microsoft.com/office/drawing/2014/main" id="{602F9A12-E70B-4AF7-9822-A6DFB6976FF1}"/>
              </a:ext>
            </a:extLst>
          </p:cNvPr>
          <p:cNvSpPr>
            <a:spLocks xmlns:a="http://schemas.openxmlformats.org/drawingml/2006/main" noGrp="1"/>
          </p:cNvSpPr>
          <p:nvPr/>
        </p:nvSpPr>
        <p:spPr>
          <a:xfrm xmlns:a="http://schemas.openxmlformats.org/drawingml/2006/main">
            <a:off x="1019175" y="50577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3 공격하기</a:t>
            </a:r>
          </a:p>
        </p:txBody>
      </p:sp>
      <p:sp>
        <p:nvSpPr>
          <p:cNvPr id="23" name="line-241">
            <a:extLst xmlns:a="http://schemas.openxmlformats.org/drawingml/2006/main">
              <a:ext uri="{FF2B5EF4-FFF2-40B4-BE49-F238E27FC236}">
                <a16:creationId xmlns:a16="http://schemas.microsoft.com/office/drawing/2014/main" id="{3241F2B0-139E-48BE-A6A9-78D1CE824A67}"/>
              </a:ext>
            </a:extLst>
          </p:cNvPr>
          <p:cNvSpPr>
            <a:spLocks xmlns:a="http://schemas.openxmlformats.org/drawingml/2006/main" noGrp="1"/>
          </p:cNvSpPr>
          <p:nvPr/>
        </p:nvSpPr>
        <p:spPr>
          <a:xfrm xmlns:a="http://schemas.openxmlformats.org/drawingml/2006/main">
            <a:off x="5895975" y="2657475"/>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151515"/>
            </a:solidFill>
            <a:prstDash val="solid"/>
          </a:ln>
        </p:spPr>
      </p:sp>
      <p:sp>
        <p:nvSpPr>
          <p:cNvPr id="24" name="figure-242">
            <a:extLst xmlns:a="http://schemas.openxmlformats.org/drawingml/2006/main">
              <a:ext uri="{FF2B5EF4-FFF2-40B4-BE49-F238E27FC236}">
                <a16:creationId xmlns:a16="http://schemas.microsoft.com/office/drawing/2014/main" id="{5560D36B-0A80-4BDA-9385-85779842DAFB}"/>
              </a:ext>
            </a:extLst>
          </p:cNvPr>
          <p:cNvSpPr>
            <a:spLocks xmlns:a="http://schemas.openxmlformats.org/drawingml/2006/main" noGrp="1"/>
          </p:cNvSpPr>
          <p:nvPr/>
        </p:nvSpPr>
        <p:spPr>
          <a:xfrm xmlns:a="http://schemas.openxmlformats.org/drawingml/2006/main">
            <a:off x="4324350" y="2895600"/>
            <a:ext cx="314325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25" name="figure-243">
            <a:extLst xmlns:a="http://schemas.openxmlformats.org/drawingml/2006/main">
              <a:ext uri="{FF2B5EF4-FFF2-40B4-BE49-F238E27FC236}">
                <a16:creationId xmlns:a16="http://schemas.microsoft.com/office/drawing/2014/main" id="{5A7C849F-04B8-4F7C-8FE7-2A8B80FE4B84}"/>
              </a:ext>
            </a:extLst>
          </p:cNvPr>
          <p:cNvSpPr>
            <a:spLocks xmlns:a="http://schemas.openxmlformats.org/drawingml/2006/main" noGrp="1"/>
          </p:cNvSpPr>
          <p:nvPr/>
        </p:nvSpPr>
        <p:spPr>
          <a:xfrm xmlns:a="http://schemas.openxmlformats.org/drawingml/2006/main">
            <a:off x="4400550" y="2933700"/>
            <a:ext cx="2990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151515"/>
                </a:solidFill>
                <a:latin typeface="Malgun Gothic"/>
                <a:ea typeface="Malgun Gothic"/>
                <a:cs typeface="Malgun Gothic"/>
              </a:defRPr>
            </a:pPr>
            <a:r>
              <a:rPr sz="2250" b="1">
                <a:solidFill>
                  <a:srgbClr val="151515"/>
                </a:solidFill>
                <a:latin typeface="Malgun Gothic"/>
                <a:ea typeface="Malgun Gothic"/>
                <a:cs typeface="Malgun Gothic"/>
              </a:rPr>
              <a:t>따라가기 준비</a:t>
            </a:r>
          </a:p>
        </p:txBody>
      </p:sp>
      <p:sp>
        <p:nvSpPr>
          <p:cNvPr id="26" name="line-244">
            <a:extLst xmlns:a="http://schemas.openxmlformats.org/drawingml/2006/main">
              <a:ext uri="{FF2B5EF4-FFF2-40B4-BE49-F238E27FC236}">
                <a16:creationId xmlns:a16="http://schemas.microsoft.com/office/drawing/2014/main" id="{76AB57D2-B597-46D6-B669-DA5D7160AF1D}"/>
              </a:ext>
            </a:extLst>
          </p:cNvPr>
          <p:cNvSpPr>
            <a:spLocks xmlns:a="http://schemas.openxmlformats.org/drawingml/2006/main" noGrp="1"/>
          </p:cNvSpPr>
          <p:nvPr/>
        </p:nvSpPr>
        <p:spPr>
          <a:xfrm xmlns:a="http://schemas.openxmlformats.org/drawingml/2006/main">
            <a:off x="5895975" y="3514725"/>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9050">
            <a:solidFill>
              <a:srgbClr val="151515"/>
            </a:solidFill>
            <a:prstDash val="solid"/>
          </a:ln>
        </p:spPr>
      </p:sp>
      <p:sp>
        <p:nvSpPr>
          <p:cNvPr id="27" name="line-245">
            <a:extLst xmlns:a="http://schemas.openxmlformats.org/drawingml/2006/main">
              <a:ext uri="{FF2B5EF4-FFF2-40B4-BE49-F238E27FC236}">
                <a16:creationId xmlns:a16="http://schemas.microsoft.com/office/drawing/2014/main" id="{7827F434-69E9-4575-9D77-739D4FE3D5BE}"/>
              </a:ext>
            </a:extLst>
          </p:cNvPr>
          <p:cNvSpPr>
            <a:spLocks xmlns:a="http://schemas.openxmlformats.org/drawingml/2006/main" noGrp="1"/>
          </p:cNvSpPr>
          <p:nvPr/>
        </p:nvSpPr>
        <p:spPr>
          <a:xfrm xmlns:a="http://schemas.openxmlformats.org/drawingml/2006/main">
            <a:off x="4438650" y="3686175"/>
            <a:ext cx="1457325" cy="9525"/>
          </a:xfrm>
          <a:custGeom xmlns:a="http://schemas.openxmlformats.org/drawingml/2006/main">
            <a:pathLst>
              <a:path w="1457325" h="9525">
                <a:moveTo>
                  <a:pt x="0" y="0"/>
                </a:moveTo>
                <a:lnTo>
                  <a:pt x="1457325" y="0"/>
                </a:lnTo>
              </a:path>
            </a:pathLst>
          </a:custGeom>
          <a:noFill xmlns:a="http://schemas.openxmlformats.org/drawingml/2006/main"/>
          <a:ln xmlns:a="http://schemas.openxmlformats.org/drawingml/2006/main" w="19050">
            <a:solidFill>
              <a:srgbClr val="151515"/>
            </a:solidFill>
            <a:prstDash val="solid"/>
          </a:ln>
        </p:spPr>
      </p:sp>
      <p:sp>
        <p:nvSpPr>
          <p:cNvPr id="28" name="line-246">
            <a:extLst xmlns:a="http://schemas.openxmlformats.org/drawingml/2006/main">
              <a:ext uri="{FF2B5EF4-FFF2-40B4-BE49-F238E27FC236}">
                <a16:creationId xmlns:a16="http://schemas.microsoft.com/office/drawing/2014/main" id="{DEA17757-6342-4CE5-BD05-D0145DB4E5CD}"/>
              </a:ext>
            </a:extLst>
          </p:cNvPr>
          <p:cNvSpPr>
            <a:spLocks xmlns:a="http://schemas.openxmlformats.org/drawingml/2006/main" noGrp="1"/>
          </p:cNvSpPr>
          <p:nvPr/>
        </p:nvSpPr>
        <p:spPr>
          <a:xfrm xmlns:a="http://schemas.openxmlformats.org/drawingml/2006/main">
            <a:off x="4438650" y="3686175"/>
            <a:ext cx="9525" cy="933450"/>
          </a:xfrm>
          <a:custGeom xmlns:a="http://schemas.openxmlformats.org/drawingml/2006/main">
            <a:pathLst>
              <a:path w="9525" h="933450">
                <a:moveTo>
                  <a:pt x="0" y="0"/>
                </a:moveTo>
                <a:lnTo>
                  <a:pt x="0" y="933450"/>
                </a:lnTo>
              </a:path>
            </a:pathLst>
          </a:custGeom>
          <a:noFill xmlns:a="http://schemas.openxmlformats.org/drawingml/2006/main"/>
          <a:ln xmlns:a="http://schemas.openxmlformats.org/drawingml/2006/main" w="19050">
            <a:solidFill>
              <a:srgbClr val="151515"/>
            </a:solidFill>
            <a:prstDash val="solid"/>
          </a:ln>
        </p:spPr>
      </p:sp>
      <p:sp>
        <p:nvSpPr>
          <p:cNvPr id="29" name="line-247">
            <a:extLst xmlns:a="http://schemas.openxmlformats.org/drawingml/2006/main">
              <a:ext uri="{FF2B5EF4-FFF2-40B4-BE49-F238E27FC236}">
                <a16:creationId xmlns:a16="http://schemas.microsoft.com/office/drawing/2014/main" id="{2D5788DB-0DD2-45F2-9EF8-37388E773EB4}"/>
              </a:ext>
            </a:extLst>
          </p:cNvPr>
          <p:cNvSpPr>
            <a:spLocks xmlns:a="http://schemas.openxmlformats.org/drawingml/2006/main" noGrp="1"/>
          </p:cNvSpPr>
          <p:nvPr/>
        </p:nvSpPr>
        <p:spPr>
          <a:xfrm xmlns:a="http://schemas.openxmlformats.org/drawingml/2006/main">
            <a:off x="4438650" y="39909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30" name="figure-248">
            <a:extLst xmlns:a="http://schemas.openxmlformats.org/drawingml/2006/main">
              <a:ext uri="{FF2B5EF4-FFF2-40B4-BE49-F238E27FC236}">
                <a16:creationId xmlns:a16="http://schemas.microsoft.com/office/drawing/2014/main" id="{61772223-6AB9-438A-9A6E-ADDD52188807}"/>
              </a:ext>
            </a:extLst>
          </p:cNvPr>
          <p:cNvSpPr>
            <a:spLocks xmlns:a="http://schemas.openxmlformats.org/drawingml/2006/main" noGrp="1"/>
          </p:cNvSpPr>
          <p:nvPr/>
        </p:nvSpPr>
        <p:spPr>
          <a:xfrm xmlns:a="http://schemas.openxmlformats.org/drawingml/2006/main">
            <a:off x="4657725" y="3724275"/>
            <a:ext cx="28098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31" name="figure-249">
            <a:extLst xmlns:a="http://schemas.openxmlformats.org/drawingml/2006/main">
              <a:ext uri="{FF2B5EF4-FFF2-40B4-BE49-F238E27FC236}">
                <a16:creationId xmlns:a16="http://schemas.microsoft.com/office/drawing/2014/main" id="{403D4257-FCF6-4457-9A43-E9355CF25F2E}"/>
              </a:ext>
            </a:extLst>
          </p:cNvPr>
          <p:cNvSpPr>
            <a:spLocks xmlns:a="http://schemas.openxmlformats.org/drawingml/2006/main" noGrp="1"/>
          </p:cNvSpPr>
          <p:nvPr/>
        </p:nvSpPr>
        <p:spPr>
          <a:xfrm xmlns:a="http://schemas.openxmlformats.org/drawingml/2006/main">
            <a:off x="4733925" y="37623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1 적이 보이나?</a:t>
            </a:r>
          </a:p>
        </p:txBody>
      </p:sp>
      <p:sp>
        <p:nvSpPr>
          <p:cNvPr id="32" name="line-250">
            <a:extLst xmlns:a="http://schemas.openxmlformats.org/drawingml/2006/main">
              <a:ext uri="{FF2B5EF4-FFF2-40B4-BE49-F238E27FC236}">
                <a16:creationId xmlns:a16="http://schemas.microsoft.com/office/drawing/2014/main" id="{72C1ED6C-532B-4FAC-827A-25A554ECDCFE}"/>
              </a:ext>
            </a:extLst>
          </p:cNvPr>
          <p:cNvSpPr>
            <a:spLocks xmlns:a="http://schemas.openxmlformats.org/drawingml/2006/main" noGrp="1"/>
          </p:cNvSpPr>
          <p:nvPr/>
        </p:nvSpPr>
        <p:spPr>
          <a:xfrm xmlns:a="http://schemas.openxmlformats.org/drawingml/2006/main">
            <a:off x="4438650" y="46386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33" name="figure-251">
            <a:extLst xmlns:a="http://schemas.openxmlformats.org/drawingml/2006/main">
              <a:ext uri="{FF2B5EF4-FFF2-40B4-BE49-F238E27FC236}">
                <a16:creationId xmlns:a16="http://schemas.microsoft.com/office/drawing/2014/main" id="{0C5860B5-1597-4013-8D2D-533D89DBA091}"/>
              </a:ext>
            </a:extLst>
          </p:cNvPr>
          <p:cNvSpPr>
            <a:spLocks xmlns:a="http://schemas.openxmlformats.org/drawingml/2006/main" noGrp="1"/>
          </p:cNvSpPr>
          <p:nvPr/>
        </p:nvSpPr>
        <p:spPr>
          <a:xfrm xmlns:a="http://schemas.openxmlformats.org/drawingml/2006/main">
            <a:off x="4657725" y="4371975"/>
            <a:ext cx="28098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34" name="figure-252">
            <a:extLst xmlns:a="http://schemas.openxmlformats.org/drawingml/2006/main">
              <a:ext uri="{FF2B5EF4-FFF2-40B4-BE49-F238E27FC236}">
                <a16:creationId xmlns:a16="http://schemas.microsoft.com/office/drawing/2014/main" id="{D784FC13-528D-4AB3-93BC-B0712F5E4F44}"/>
              </a:ext>
            </a:extLst>
          </p:cNvPr>
          <p:cNvSpPr>
            <a:spLocks xmlns:a="http://schemas.openxmlformats.org/drawingml/2006/main" noGrp="1"/>
          </p:cNvSpPr>
          <p:nvPr/>
        </p:nvSpPr>
        <p:spPr>
          <a:xfrm xmlns:a="http://schemas.openxmlformats.org/drawingml/2006/main">
            <a:off x="4733925" y="44100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2 따라가기</a:t>
            </a:r>
          </a:p>
        </p:txBody>
      </p:sp>
      <p:sp>
        <p:nvSpPr>
          <p:cNvPr id="35" name="line-253">
            <a:extLst xmlns:a="http://schemas.openxmlformats.org/drawingml/2006/main">
              <a:ext uri="{FF2B5EF4-FFF2-40B4-BE49-F238E27FC236}">
                <a16:creationId xmlns:a16="http://schemas.microsoft.com/office/drawing/2014/main" id="{2A84F460-498F-4256-8F28-3D89BD5D3104}"/>
              </a:ext>
            </a:extLst>
          </p:cNvPr>
          <p:cNvSpPr>
            <a:spLocks xmlns:a="http://schemas.openxmlformats.org/drawingml/2006/main" noGrp="1"/>
          </p:cNvSpPr>
          <p:nvPr/>
        </p:nvSpPr>
        <p:spPr>
          <a:xfrm xmlns:a="http://schemas.openxmlformats.org/drawingml/2006/main">
            <a:off x="9610725" y="2657475"/>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151515"/>
            </a:solidFill>
            <a:prstDash val="solid"/>
          </a:ln>
        </p:spPr>
      </p:sp>
      <p:sp>
        <p:nvSpPr>
          <p:cNvPr id="36" name="figure-254">
            <a:extLst xmlns:a="http://schemas.openxmlformats.org/drawingml/2006/main">
              <a:ext uri="{FF2B5EF4-FFF2-40B4-BE49-F238E27FC236}">
                <a16:creationId xmlns:a16="http://schemas.microsoft.com/office/drawing/2014/main" id="{35ED3B3C-5785-4E89-8806-68E45FFEA960}"/>
              </a:ext>
            </a:extLst>
          </p:cNvPr>
          <p:cNvSpPr>
            <a:spLocks xmlns:a="http://schemas.openxmlformats.org/drawingml/2006/main" noGrp="1"/>
          </p:cNvSpPr>
          <p:nvPr/>
        </p:nvSpPr>
        <p:spPr>
          <a:xfrm xmlns:a="http://schemas.openxmlformats.org/drawingml/2006/main">
            <a:off x="8039100" y="2895600"/>
            <a:ext cx="314325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37" name="figure-255">
            <a:extLst xmlns:a="http://schemas.openxmlformats.org/drawingml/2006/main">
              <a:ext uri="{FF2B5EF4-FFF2-40B4-BE49-F238E27FC236}">
                <a16:creationId xmlns:a16="http://schemas.microsoft.com/office/drawing/2014/main" id="{EDD8AB43-A979-44D5-ADCA-668D8B9AF34B}"/>
              </a:ext>
            </a:extLst>
          </p:cNvPr>
          <p:cNvSpPr>
            <a:spLocks xmlns:a="http://schemas.openxmlformats.org/drawingml/2006/main" noGrp="1"/>
          </p:cNvSpPr>
          <p:nvPr/>
        </p:nvSpPr>
        <p:spPr>
          <a:xfrm xmlns:a="http://schemas.openxmlformats.org/drawingml/2006/main">
            <a:off x="8115300" y="2933700"/>
            <a:ext cx="2990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151515"/>
                </a:solidFill>
                <a:latin typeface="Malgun Gothic"/>
                <a:ea typeface="Malgun Gothic"/>
                <a:cs typeface="Malgun Gothic"/>
              </a:defRPr>
            </a:pPr>
            <a:r>
              <a:rPr sz="2250" b="1">
                <a:solidFill>
                  <a:srgbClr val="151515"/>
                </a:solidFill>
                <a:latin typeface="Malgun Gothic"/>
                <a:ea typeface="Malgun Gothic"/>
                <a:cs typeface="Malgun Gothic"/>
              </a:rPr>
              <a:t>주변 돌아다니기</a:t>
            </a:r>
          </a:p>
        </p:txBody>
      </p:sp>
      <p:sp>
        <p:nvSpPr>
          <p:cNvPr id="38" name="figure-256">
            <a:extLst xmlns:a="http://schemas.openxmlformats.org/drawingml/2006/main">
              <a:ext uri="{FF2B5EF4-FFF2-40B4-BE49-F238E27FC236}">
                <a16:creationId xmlns:a16="http://schemas.microsoft.com/office/drawing/2014/main" id="{F2914A93-F5F4-484B-914A-FA9B3A1617C9}"/>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공격 준비와 따라가기 준비 안에서는 차례대로 확인한다</a:t>
            </a:r>
          </a:p>
        </p:txBody>
      </p:sp>
    </p:spTree>
    <p:extLst>
      <p:ext uri="{BB962C8B-B14F-4D97-AF65-F5344CB8AC3E}">
        <p14:creationId xmlns:p14="http://schemas.microsoft.com/office/powerpoint/2010/main" val="210301385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figure-257">
            <a:extLst xmlns:a="http://schemas.openxmlformats.org/drawingml/2006/main">
              <a:ext uri="{FF2B5EF4-FFF2-40B4-BE49-F238E27FC236}">
                <a16:creationId xmlns:a16="http://schemas.microsoft.com/office/drawing/2014/main" id="{322036CE-1BA6-4206-9D5B-CFC58B3FAA7B}"/>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아무도 안 보이면 주변을 돌아다닌다</a:t>
            </a:r>
          </a:p>
        </p:txBody>
      </p:sp>
      <p:sp>
        <p:nvSpPr>
          <p:cNvPr id="2" name="figure-258">
            <a:extLst xmlns:a="http://schemas.openxmlformats.org/drawingml/2006/main">
              <a:ext uri="{FF2B5EF4-FFF2-40B4-BE49-F238E27FC236}">
                <a16:creationId xmlns:a16="http://schemas.microsoft.com/office/drawing/2014/main" id="{FB49B23F-081F-4E18-BBF2-C43C8AC1C1A6}"/>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적이 보이지 않는 상황</a:t>
            </a:r>
          </a:p>
        </p:txBody>
      </p:sp>
      <p:sp>
        <p:nvSpPr>
          <p:cNvPr id="3" name="figure-259">
            <a:extLst xmlns:a="http://schemas.openxmlformats.org/drawingml/2006/main">
              <a:ext uri="{FF2B5EF4-FFF2-40B4-BE49-F238E27FC236}">
                <a16:creationId xmlns:a16="http://schemas.microsoft.com/office/drawing/2014/main" id="{C47DFC9A-1B57-4F70-91FC-DF5689D0B31D}"/>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19</a:t>
            </a:r>
          </a:p>
        </p:txBody>
      </p:sp>
      <p:sp>
        <p:nvSpPr>
          <p:cNvPr id="4" name="figure-260">
            <a:extLst xmlns:a="http://schemas.openxmlformats.org/drawingml/2006/main">
              <a:ext uri="{FF2B5EF4-FFF2-40B4-BE49-F238E27FC236}">
                <a16:creationId xmlns:a16="http://schemas.microsoft.com/office/drawing/2014/main" id="{E2D48B02-934D-4A0B-B9EE-4B6AFC669CCF}"/>
              </a:ext>
            </a:extLst>
          </p:cNvPr>
          <p:cNvSpPr>
            <a:spLocks xmlns:a="http://schemas.openxmlformats.org/drawingml/2006/main" noGrp="1"/>
          </p:cNvSpPr>
          <p:nvPr/>
        </p:nvSpPr>
        <p:spPr>
          <a:xfrm xmlns:a="http://schemas.openxmlformats.org/drawingml/2006/main">
            <a:off x="4191000" y="1809750"/>
            <a:ext cx="3810000" cy="619125"/>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5" name="figure-261">
            <a:extLst xmlns:a="http://schemas.openxmlformats.org/drawingml/2006/main">
              <a:ext uri="{FF2B5EF4-FFF2-40B4-BE49-F238E27FC236}">
                <a16:creationId xmlns:a16="http://schemas.microsoft.com/office/drawing/2014/main" id="{CB98900B-4455-4FF1-B648-4E0C7A425981}"/>
              </a:ext>
            </a:extLst>
          </p:cNvPr>
          <p:cNvSpPr>
            <a:spLocks xmlns:a="http://schemas.openxmlformats.org/drawingml/2006/main" noGrp="1"/>
          </p:cNvSpPr>
          <p:nvPr/>
        </p:nvSpPr>
        <p:spPr>
          <a:xfrm xmlns:a="http://schemas.openxmlformats.org/drawingml/2006/main">
            <a:off x="4267200" y="1847850"/>
            <a:ext cx="365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하나 고르기 · 하는 중</a:t>
            </a:r>
          </a:p>
        </p:txBody>
      </p:sp>
      <p:sp>
        <p:nvSpPr>
          <p:cNvPr id="6" name="line-262">
            <a:extLst xmlns:a="http://schemas.openxmlformats.org/drawingml/2006/main">
              <a:ext uri="{FF2B5EF4-FFF2-40B4-BE49-F238E27FC236}">
                <a16:creationId xmlns:a16="http://schemas.microsoft.com/office/drawing/2014/main" id="{FF469660-CC3C-4D8E-9E91-AC6F74623009}"/>
              </a:ext>
            </a:extLst>
          </p:cNvPr>
          <p:cNvSpPr>
            <a:spLocks xmlns:a="http://schemas.openxmlformats.org/drawingml/2006/main" noGrp="1"/>
          </p:cNvSpPr>
          <p:nvPr/>
        </p:nvSpPr>
        <p:spPr>
          <a:xfrm xmlns:a="http://schemas.openxmlformats.org/drawingml/2006/main">
            <a:off x="6096000" y="2428875"/>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9050">
            <a:solidFill>
              <a:srgbClr val="151515"/>
            </a:solidFill>
            <a:prstDash val="solid"/>
          </a:ln>
        </p:spPr>
      </p:sp>
      <p:sp>
        <p:nvSpPr>
          <p:cNvPr id="7" name="line-263">
            <a:extLst xmlns:a="http://schemas.openxmlformats.org/drawingml/2006/main">
              <a:ext uri="{FF2B5EF4-FFF2-40B4-BE49-F238E27FC236}">
                <a16:creationId xmlns:a16="http://schemas.microsoft.com/office/drawing/2014/main" id="{A8E9176B-661D-42E6-BEFC-218D73823661}"/>
              </a:ext>
            </a:extLst>
          </p:cNvPr>
          <p:cNvSpPr>
            <a:spLocks xmlns:a="http://schemas.openxmlformats.org/drawingml/2006/main" noGrp="1"/>
          </p:cNvSpPr>
          <p:nvPr/>
        </p:nvSpPr>
        <p:spPr>
          <a:xfrm xmlns:a="http://schemas.openxmlformats.org/drawingml/2006/main">
            <a:off x="2181225" y="2657475"/>
            <a:ext cx="7429500" cy="9525"/>
          </a:xfrm>
          <a:custGeom xmlns:a="http://schemas.openxmlformats.org/drawingml/2006/main">
            <a:pathLst>
              <a:path w="7429500" h="9525">
                <a:moveTo>
                  <a:pt x="0" y="0"/>
                </a:moveTo>
                <a:lnTo>
                  <a:pt x="7429500" y="0"/>
                </a:lnTo>
              </a:path>
            </a:pathLst>
          </a:custGeom>
          <a:noFill xmlns:a="http://schemas.openxmlformats.org/drawingml/2006/main"/>
          <a:ln xmlns:a="http://schemas.openxmlformats.org/drawingml/2006/main" w="19050">
            <a:solidFill>
              <a:srgbClr val="151515"/>
            </a:solidFill>
            <a:prstDash val="solid"/>
          </a:ln>
        </p:spPr>
      </p:sp>
      <p:sp>
        <p:nvSpPr>
          <p:cNvPr id="8" name="line-264">
            <a:extLst xmlns:a="http://schemas.openxmlformats.org/drawingml/2006/main">
              <a:ext uri="{FF2B5EF4-FFF2-40B4-BE49-F238E27FC236}">
                <a16:creationId xmlns:a16="http://schemas.microsoft.com/office/drawing/2014/main" id="{D9719B87-2D97-42E3-89EB-8115F82BFD52}"/>
              </a:ext>
            </a:extLst>
          </p:cNvPr>
          <p:cNvSpPr>
            <a:spLocks xmlns:a="http://schemas.openxmlformats.org/drawingml/2006/main" noGrp="1"/>
          </p:cNvSpPr>
          <p:nvPr/>
        </p:nvSpPr>
        <p:spPr>
          <a:xfrm xmlns:a="http://schemas.openxmlformats.org/drawingml/2006/main">
            <a:off x="2181225" y="2657475"/>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151515"/>
            </a:solidFill>
            <a:prstDash val="solid"/>
          </a:ln>
        </p:spPr>
      </p:sp>
      <p:sp>
        <p:nvSpPr>
          <p:cNvPr id="9" name="figure-265">
            <a:extLst xmlns:a="http://schemas.openxmlformats.org/drawingml/2006/main">
              <a:ext uri="{FF2B5EF4-FFF2-40B4-BE49-F238E27FC236}">
                <a16:creationId xmlns:a16="http://schemas.microsoft.com/office/drawing/2014/main" id="{4DCACF9C-99B6-4757-ACA8-E52ED4DA5312}"/>
              </a:ext>
            </a:extLst>
          </p:cNvPr>
          <p:cNvSpPr>
            <a:spLocks xmlns:a="http://schemas.openxmlformats.org/drawingml/2006/main" noGrp="1"/>
          </p:cNvSpPr>
          <p:nvPr/>
        </p:nvSpPr>
        <p:spPr>
          <a:xfrm xmlns:a="http://schemas.openxmlformats.org/drawingml/2006/main">
            <a:off x="609600" y="2895600"/>
            <a:ext cx="3143250" cy="619125"/>
          </a:xfrm>
          <a:prstGeom xmlns:a="http://schemas.openxmlformats.org/drawingml/2006/main" prst="rect">
            <a:avLst/>
          </a:prstGeom>
          <a:solidFill xmlns:a="http://schemas.openxmlformats.org/drawingml/2006/main">
            <a:srgbClr val="EAEAEA"/>
          </a:solidFill>
          <a:ln xmlns:a="http://schemas.openxmlformats.org/drawingml/2006/main" w="19050">
            <a:solidFill>
              <a:srgbClr val="151515"/>
            </a:solidFill>
          </a:ln>
        </p:spPr>
      </p:sp>
      <p:sp>
        <p:nvSpPr>
          <p:cNvPr id="10" name="figure-266">
            <a:extLst xmlns:a="http://schemas.openxmlformats.org/drawingml/2006/main">
              <a:ext uri="{FF2B5EF4-FFF2-40B4-BE49-F238E27FC236}">
                <a16:creationId xmlns:a16="http://schemas.microsoft.com/office/drawing/2014/main" id="{D18E85B6-FDA9-48CF-942D-81490686AC8B}"/>
              </a:ext>
            </a:extLst>
          </p:cNvPr>
          <p:cNvSpPr>
            <a:spLocks xmlns:a="http://schemas.openxmlformats.org/drawingml/2006/main" noGrp="1"/>
          </p:cNvSpPr>
          <p:nvPr/>
        </p:nvSpPr>
        <p:spPr>
          <a:xfrm xmlns:a="http://schemas.openxmlformats.org/drawingml/2006/main">
            <a:off x="685800" y="2933700"/>
            <a:ext cx="2990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151515"/>
                </a:solidFill>
                <a:latin typeface="Malgun Gothic"/>
                <a:ea typeface="Malgun Gothic"/>
                <a:cs typeface="Malgun Gothic"/>
              </a:defRPr>
            </a:pPr>
            <a:r>
              <a:rPr sz="2250" b="1">
                <a:solidFill>
                  <a:srgbClr val="151515"/>
                </a:solidFill>
                <a:latin typeface="Malgun Gothic"/>
                <a:ea typeface="Malgun Gothic"/>
                <a:cs typeface="Malgun Gothic"/>
              </a:rPr>
              <a:t>공격 준비</a:t>
            </a:r>
          </a:p>
        </p:txBody>
      </p:sp>
      <p:sp>
        <p:nvSpPr>
          <p:cNvPr id="11" name="line-267">
            <a:extLst xmlns:a="http://schemas.openxmlformats.org/drawingml/2006/main">
              <a:ext uri="{FF2B5EF4-FFF2-40B4-BE49-F238E27FC236}">
                <a16:creationId xmlns:a16="http://schemas.microsoft.com/office/drawing/2014/main" id="{FB076461-9169-42D7-A68E-C2232EE010A1}"/>
              </a:ext>
            </a:extLst>
          </p:cNvPr>
          <p:cNvSpPr>
            <a:spLocks xmlns:a="http://schemas.openxmlformats.org/drawingml/2006/main" noGrp="1"/>
          </p:cNvSpPr>
          <p:nvPr/>
        </p:nvSpPr>
        <p:spPr>
          <a:xfrm xmlns:a="http://schemas.openxmlformats.org/drawingml/2006/main">
            <a:off x="2181225" y="3514725"/>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9050">
            <a:solidFill>
              <a:srgbClr val="151515"/>
            </a:solidFill>
            <a:prstDash val="solid"/>
          </a:ln>
        </p:spPr>
      </p:sp>
      <p:sp>
        <p:nvSpPr>
          <p:cNvPr id="12" name="line-268">
            <a:extLst xmlns:a="http://schemas.openxmlformats.org/drawingml/2006/main">
              <a:ext uri="{FF2B5EF4-FFF2-40B4-BE49-F238E27FC236}">
                <a16:creationId xmlns:a16="http://schemas.microsoft.com/office/drawing/2014/main" id="{88B7DDB0-7812-416B-ABD8-EB8EB6C25DE6}"/>
              </a:ext>
            </a:extLst>
          </p:cNvPr>
          <p:cNvSpPr>
            <a:spLocks xmlns:a="http://schemas.openxmlformats.org/drawingml/2006/main" noGrp="1"/>
          </p:cNvSpPr>
          <p:nvPr/>
        </p:nvSpPr>
        <p:spPr>
          <a:xfrm xmlns:a="http://schemas.openxmlformats.org/drawingml/2006/main">
            <a:off x="723900" y="3686175"/>
            <a:ext cx="1457325" cy="9525"/>
          </a:xfrm>
          <a:custGeom xmlns:a="http://schemas.openxmlformats.org/drawingml/2006/main">
            <a:pathLst>
              <a:path w="1457325" h="9525">
                <a:moveTo>
                  <a:pt x="0" y="0"/>
                </a:moveTo>
                <a:lnTo>
                  <a:pt x="1457325" y="0"/>
                </a:lnTo>
              </a:path>
            </a:pathLst>
          </a:custGeom>
          <a:noFill xmlns:a="http://schemas.openxmlformats.org/drawingml/2006/main"/>
          <a:ln xmlns:a="http://schemas.openxmlformats.org/drawingml/2006/main" w="19050">
            <a:solidFill>
              <a:srgbClr val="151515"/>
            </a:solidFill>
            <a:prstDash val="solid"/>
          </a:ln>
        </p:spPr>
      </p:sp>
      <p:sp>
        <p:nvSpPr>
          <p:cNvPr id="13" name="line-269">
            <a:extLst xmlns:a="http://schemas.openxmlformats.org/drawingml/2006/main">
              <a:ext uri="{FF2B5EF4-FFF2-40B4-BE49-F238E27FC236}">
                <a16:creationId xmlns:a16="http://schemas.microsoft.com/office/drawing/2014/main" id="{F5452CA8-D029-472B-9188-8F2AA03FFFBF}"/>
              </a:ext>
            </a:extLst>
          </p:cNvPr>
          <p:cNvSpPr>
            <a:spLocks xmlns:a="http://schemas.openxmlformats.org/drawingml/2006/main" noGrp="1"/>
          </p:cNvSpPr>
          <p:nvPr/>
        </p:nvSpPr>
        <p:spPr>
          <a:xfrm xmlns:a="http://schemas.openxmlformats.org/drawingml/2006/main">
            <a:off x="723900" y="3686175"/>
            <a:ext cx="9525" cy="1581150"/>
          </a:xfrm>
          <a:custGeom xmlns:a="http://schemas.openxmlformats.org/drawingml/2006/main">
            <a:pathLst>
              <a:path w="9525" h="1581150">
                <a:moveTo>
                  <a:pt x="0" y="0"/>
                </a:moveTo>
                <a:lnTo>
                  <a:pt x="0" y="1581150"/>
                </a:lnTo>
              </a:path>
            </a:pathLst>
          </a:custGeom>
          <a:noFill xmlns:a="http://schemas.openxmlformats.org/drawingml/2006/main"/>
          <a:ln xmlns:a="http://schemas.openxmlformats.org/drawingml/2006/main" w="19050">
            <a:solidFill>
              <a:srgbClr val="151515"/>
            </a:solidFill>
            <a:prstDash val="solid"/>
          </a:ln>
        </p:spPr>
      </p:sp>
      <p:sp>
        <p:nvSpPr>
          <p:cNvPr id="14" name="line-270">
            <a:extLst xmlns:a="http://schemas.openxmlformats.org/drawingml/2006/main">
              <a:ext uri="{FF2B5EF4-FFF2-40B4-BE49-F238E27FC236}">
                <a16:creationId xmlns:a16="http://schemas.microsoft.com/office/drawing/2014/main" id="{AFA066C8-CE20-41D5-B0B4-2F8577527801}"/>
              </a:ext>
            </a:extLst>
          </p:cNvPr>
          <p:cNvSpPr>
            <a:spLocks xmlns:a="http://schemas.openxmlformats.org/drawingml/2006/main" noGrp="1"/>
          </p:cNvSpPr>
          <p:nvPr/>
        </p:nvSpPr>
        <p:spPr>
          <a:xfrm xmlns:a="http://schemas.openxmlformats.org/drawingml/2006/main">
            <a:off x="723900" y="39909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15" name="figure-271">
            <a:extLst xmlns:a="http://schemas.openxmlformats.org/drawingml/2006/main">
              <a:ext uri="{FF2B5EF4-FFF2-40B4-BE49-F238E27FC236}">
                <a16:creationId xmlns:a16="http://schemas.microsoft.com/office/drawing/2014/main" id="{E1D0B869-4018-4EDA-BEFA-C0C522B9ACEB}"/>
              </a:ext>
            </a:extLst>
          </p:cNvPr>
          <p:cNvSpPr>
            <a:spLocks xmlns:a="http://schemas.openxmlformats.org/drawingml/2006/main" noGrp="1"/>
          </p:cNvSpPr>
          <p:nvPr/>
        </p:nvSpPr>
        <p:spPr>
          <a:xfrm xmlns:a="http://schemas.openxmlformats.org/drawingml/2006/main">
            <a:off x="942975" y="3724275"/>
            <a:ext cx="2809875" cy="523875"/>
          </a:xfrm>
          <a:prstGeom xmlns:a="http://schemas.openxmlformats.org/drawingml/2006/main" prst="rect">
            <a:avLst/>
          </a:prstGeom>
          <a:solidFill xmlns:a="http://schemas.openxmlformats.org/drawingml/2006/main">
            <a:srgbClr val="EAEAEA"/>
          </a:solidFill>
          <a:ln xmlns:a="http://schemas.openxmlformats.org/drawingml/2006/main" w="19050">
            <a:solidFill>
              <a:srgbClr val="151515"/>
            </a:solidFill>
          </a:ln>
        </p:spPr>
      </p:sp>
      <p:sp>
        <p:nvSpPr>
          <p:cNvPr id="16" name="figure-272">
            <a:extLst xmlns:a="http://schemas.openxmlformats.org/drawingml/2006/main">
              <a:ext uri="{FF2B5EF4-FFF2-40B4-BE49-F238E27FC236}">
                <a16:creationId xmlns:a16="http://schemas.microsoft.com/office/drawing/2014/main" id="{CC4966E6-4AF0-49CA-A2E3-2C55CE09A74B}"/>
              </a:ext>
            </a:extLst>
          </p:cNvPr>
          <p:cNvSpPr>
            <a:spLocks xmlns:a="http://schemas.openxmlformats.org/drawingml/2006/main" noGrp="1"/>
          </p:cNvSpPr>
          <p:nvPr/>
        </p:nvSpPr>
        <p:spPr>
          <a:xfrm xmlns:a="http://schemas.openxmlformats.org/drawingml/2006/main">
            <a:off x="1019175" y="37623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1 적이 보이나?</a:t>
            </a:r>
          </a:p>
        </p:txBody>
      </p:sp>
      <p:sp>
        <p:nvSpPr>
          <p:cNvPr id="17" name="line-273">
            <a:extLst xmlns:a="http://schemas.openxmlformats.org/drawingml/2006/main">
              <a:ext uri="{FF2B5EF4-FFF2-40B4-BE49-F238E27FC236}">
                <a16:creationId xmlns:a16="http://schemas.microsoft.com/office/drawing/2014/main" id="{09C389A8-285C-415B-9DBA-55FAB9F2833F}"/>
              </a:ext>
            </a:extLst>
          </p:cNvPr>
          <p:cNvSpPr>
            <a:spLocks xmlns:a="http://schemas.openxmlformats.org/drawingml/2006/main" noGrp="1"/>
          </p:cNvSpPr>
          <p:nvPr/>
        </p:nvSpPr>
        <p:spPr>
          <a:xfrm xmlns:a="http://schemas.openxmlformats.org/drawingml/2006/main">
            <a:off x="723900" y="46386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18" name="figure-274">
            <a:extLst xmlns:a="http://schemas.openxmlformats.org/drawingml/2006/main">
              <a:ext uri="{FF2B5EF4-FFF2-40B4-BE49-F238E27FC236}">
                <a16:creationId xmlns:a16="http://schemas.microsoft.com/office/drawing/2014/main" id="{233097DF-16C4-473C-B164-C92A970ADA6C}"/>
              </a:ext>
            </a:extLst>
          </p:cNvPr>
          <p:cNvSpPr>
            <a:spLocks xmlns:a="http://schemas.openxmlformats.org/drawingml/2006/main" noGrp="1"/>
          </p:cNvSpPr>
          <p:nvPr/>
        </p:nvSpPr>
        <p:spPr>
          <a:xfrm xmlns:a="http://schemas.openxmlformats.org/drawingml/2006/main">
            <a:off x="942975" y="4371975"/>
            <a:ext cx="28098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19" name="figure-275">
            <a:extLst xmlns:a="http://schemas.openxmlformats.org/drawingml/2006/main">
              <a:ext uri="{FF2B5EF4-FFF2-40B4-BE49-F238E27FC236}">
                <a16:creationId xmlns:a16="http://schemas.microsoft.com/office/drawing/2014/main" id="{F75FF010-3782-418F-8BA5-4674F60BBF48}"/>
              </a:ext>
            </a:extLst>
          </p:cNvPr>
          <p:cNvSpPr>
            <a:spLocks xmlns:a="http://schemas.openxmlformats.org/drawingml/2006/main" noGrp="1"/>
          </p:cNvSpPr>
          <p:nvPr/>
        </p:nvSpPr>
        <p:spPr>
          <a:xfrm xmlns:a="http://schemas.openxmlformats.org/drawingml/2006/main">
            <a:off x="1019175" y="44100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888888"/>
                </a:solidFill>
                <a:latin typeface="Malgun Gothic"/>
                <a:ea typeface="Malgun Gothic"/>
                <a:cs typeface="Malgun Gothic"/>
              </a:defRPr>
            </a:pPr>
            <a:r>
              <a:rPr sz="2175" b="1">
                <a:solidFill>
                  <a:srgbClr val="888888"/>
                </a:solidFill>
                <a:latin typeface="Malgun Gothic"/>
                <a:ea typeface="Malgun Gothic"/>
                <a:cs typeface="Malgun Gothic"/>
              </a:rPr>
              <a:t>2 가까이 있나?</a:t>
            </a:r>
          </a:p>
        </p:txBody>
      </p:sp>
      <p:sp>
        <p:nvSpPr>
          <p:cNvPr id="20" name="line-276">
            <a:extLst xmlns:a="http://schemas.openxmlformats.org/drawingml/2006/main">
              <a:ext uri="{FF2B5EF4-FFF2-40B4-BE49-F238E27FC236}">
                <a16:creationId xmlns:a16="http://schemas.microsoft.com/office/drawing/2014/main" id="{A9B26305-A7AE-4883-BA0E-C0E142331416}"/>
              </a:ext>
            </a:extLst>
          </p:cNvPr>
          <p:cNvSpPr>
            <a:spLocks xmlns:a="http://schemas.openxmlformats.org/drawingml/2006/main" noGrp="1"/>
          </p:cNvSpPr>
          <p:nvPr/>
        </p:nvSpPr>
        <p:spPr>
          <a:xfrm xmlns:a="http://schemas.openxmlformats.org/drawingml/2006/main">
            <a:off x="723900" y="52863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21" name="figure-277">
            <a:extLst xmlns:a="http://schemas.openxmlformats.org/drawingml/2006/main">
              <a:ext uri="{FF2B5EF4-FFF2-40B4-BE49-F238E27FC236}">
                <a16:creationId xmlns:a16="http://schemas.microsoft.com/office/drawing/2014/main" id="{6DEFDD32-FECA-4FF1-ACDF-6A934345CEB3}"/>
              </a:ext>
            </a:extLst>
          </p:cNvPr>
          <p:cNvSpPr>
            <a:spLocks xmlns:a="http://schemas.openxmlformats.org/drawingml/2006/main" noGrp="1"/>
          </p:cNvSpPr>
          <p:nvPr/>
        </p:nvSpPr>
        <p:spPr>
          <a:xfrm xmlns:a="http://schemas.openxmlformats.org/drawingml/2006/main">
            <a:off x="942975" y="5019675"/>
            <a:ext cx="28098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22" name="figure-278">
            <a:extLst xmlns:a="http://schemas.openxmlformats.org/drawingml/2006/main">
              <a:ext uri="{FF2B5EF4-FFF2-40B4-BE49-F238E27FC236}">
                <a16:creationId xmlns:a16="http://schemas.microsoft.com/office/drawing/2014/main" id="{84C575B4-DAB3-4028-8F4F-313B2D79B1CB}"/>
              </a:ext>
            </a:extLst>
          </p:cNvPr>
          <p:cNvSpPr>
            <a:spLocks xmlns:a="http://schemas.openxmlformats.org/drawingml/2006/main" noGrp="1"/>
          </p:cNvSpPr>
          <p:nvPr/>
        </p:nvSpPr>
        <p:spPr>
          <a:xfrm xmlns:a="http://schemas.openxmlformats.org/drawingml/2006/main">
            <a:off x="1019175" y="50577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888888"/>
                </a:solidFill>
                <a:latin typeface="Malgun Gothic"/>
                <a:ea typeface="Malgun Gothic"/>
                <a:cs typeface="Malgun Gothic"/>
              </a:defRPr>
            </a:pPr>
            <a:r>
              <a:rPr sz="2175" b="1">
                <a:solidFill>
                  <a:srgbClr val="888888"/>
                </a:solidFill>
                <a:latin typeface="Malgun Gothic"/>
                <a:ea typeface="Malgun Gothic"/>
                <a:cs typeface="Malgun Gothic"/>
              </a:rPr>
              <a:t>3 공격하기</a:t>
            </a:r>
          </a:p>
        </p:txBody>
      </p:sp>
      <p:sp>
        <p:nvSpPr>
          <p:cNvPr id="23" name="figure-279">
            <a:extLst xmlns:a="http://schemas.openxmlformats.org/drawingml/2006/main">
              <a:ext uri="{FF2B5EF4-FFF2-40B4-BE49-F238E27FC236}">
                <a16:creationId xmlns:a16="http://schemas.microsoft.com/office/drawing/2014/main" id="{27C30CFF-92A7-4572-9F66-181E6AC26B2D}"/>
              </a:ext>
            </a:extLst>
          </p:cNvPr>
          <p:cNvSpPr>
            <a:spLocks xmlns:a="http://schemas.openxmlformats.org/drawingml/2006/main" noGrp="1"/>
          </p:cNvSpPr>
          <p:nvPr/>
        </p:nvSpPr>
        <p:spPr>
          <a:xfrm xmlns:a="http://schemas.openxmlformats.org/drawingml/2006/main">
            <a:off x="609600" y="55911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151515"/>
                </a:solidFill>
                <a:latin typeface="Malgun Gothic"/>
                <a:ea typeface="Malgun Gothic"/>
                <a:cs typeface="Malgun Gothic"/>
              </a:defRPr>
            </a:pPr>
            <a:r>
              <a:rPr sz="1875" b="1">
                <a:solidFill>
                  <a:srgbClr val="151515"/>
                </a:solidFill>
                <a:latin typeface="Malgun Gothic"/>
                <a:ea typeface="Malgun Gothic"/>
                <a:cs typeface="Malgun Gothic"/>
              </a:rPr>
              <a:t>안 돼</a:t>
            </a:r>
          </a:p>
        </p:txBody>
      </p:sp>
      <p:sp>
        <p:nvSpPr>
          <p:cNvPr id="24" name="line-280">
            <a:extLst xmlns:a="http://schemas.openxmlformats.org/drawingml/2006/main">
              <a:ext uri="{FF2B5EF4-FFF2-40B4-BE49-F238E27FC236}">
                <a16:creationId xmlns:a16="http://schemas.microsoft.com/office/drawing/2014/main" id="{DC509EAC-F094-4A86-AC37-0E37BE720572}"/>
              </a:ext>
            </a:extLst>
          </p:cNvPr>
          <p:cNvSpPr>
            <a:spLocks xmlns:a="http://schemas.openxmlformats.org/drawingml/2006/main" noGrp="1"/>
          </p:cNvSpPr>
          <p:nvPr/>
        </p:nvSpPr>
        <p:spPr>
          <a:xfrm xmlns:a="http://schemas.openxmlformats.org/drawingml/2006/main">
            <a:off x="5895975" y="2657475"/>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151515"/>
            </a:solidFill>
            <a:prstDash val="solid"/>
          </a:ln>
        </p:spPr>
      </p:sp>
      <p:sp>
        <p:nvSpPr>
          <p:cNvPr id="25" name="figure-281">
            <a:extLst xmlns:a="http://schemas.openxmlformats.org/drawingml/2006/main">
              <a:ext uri="{FF2B5EF4-FFF2-40B4-BE49-F238E27FC236}">
                <a16:creationId xmlns:a16="http://schemas.microsoft.com/office/drawing/2014/main" id="{60B33EA9-F39F-4BFE-8218-624265ECEDB1}"/>
              </a:ext>
            </a:extLst>
          </p:cNvPr>
          <p:cNvSpPr>
            <a:spLocks xmlns:a="http://schemas.openxmlformats.org/drawingml/2006/main" noGrp="1"/>
          </p:cNvSpPr>
          <p:nvPr/>
        </p:nvSpPr>
        <p:spPr>
          <a:xfrm xmlns:a="http://schemas.openxmlformats.org/drawingml/2006/main">
            <a:off x="4324350" y="2895600"/>
            <a:ext cx="3143250" cy="619125"/>
          </a:xfrm>
          <a:prstGeom xmlns:a="http://schemas.openxmlformats.org/drawingml/2006/main" prst="rect">
            <a:avLst/>
          </a:prstGeom>
          <a:solidFill xmlns:a="http://schemas.openxmlformats.org/drawingml/2006/main">
            <a:srgbClr val="EAEAEA"/>
          </a:solidFill>
          <a:ln xmlns:a="http://schemas.openxmlformats.org/drawingml/2006/main" w="19050">
            <a:solidFill>
              <a:srgbClr val="151515"/>
            </a:solidFill>
          </a:ln>
        </p:spPr>
      </p:sp>
      <p:sp>
        <p:nvSpPr>
          <p:cNvPr id="26" name="figure-282">
            <a:extLst xmlns:a="http://schemas.openxmlformats.org/drawingml/2006/main">
              <a:ext uri="{FF2B5EF4-FFF2-40B4-BE49-F238E27FC236}">
                <a16:creationId xmlns:a16="http://schemas.microsoft.com/office/drawing/2014/main" id="{325D3406-0CE6-4092-8421-57DA3905C339}"/>
              </a:ext>
            </a:extLst>
          </p:cNvPr>
          <p:cNvSpPr>
            <a:spLocks xmlns:a="http://schemas.openxmlformats.org/drawingml/2006/main" noGrp="1"/>
          </p:cNvSpPr>
          <p:nvPr/>
        </p:nvSpPr>
        <p:spPr>
          <a:xfrm xmlns:a="http://schemas.openxmlformats.org/drawingml/2006/main">
            <a:off x="4400550" y="2933700"/>
            <a:ext cx="2990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151515"/>
                </a:solidFill>
                <a:latin typeface="Malgun Gothic"/>
                <a:ea typeface="Malgun Gothic"/>
                <a:cs typeface="Malgun Gothic"/>
              </a:defRPr>
            </a:pPr>
            <a:r>
              <a:rPr sz="2250" b="1">
                <a:solidFill>
                  <a:srgbClr val="151515"/>
                </a:solidFill>
                <a:latin typeface="Malgun Gothic"/>
                <a:ea typeface="Malgun Gothic"/>
                <a:cs typeface="Malgun Gothic"/>
              </a:rPr>
              <a:t>따라가기 준비</a:t>
            </a:r>
          </a:p>
        </p:txBody>
      </p:sp>
      <p:sp>
        <p:nvSpPr>
          <p:cNvPr id="27" name="line-283">
            <a:extLst xmlns:a="http://schemas.openxmlformats.org/drawingml/2006/main">
              <a:ext uri="{FF2B5EF4-FFF2-40B4-BE49-F238E27FC236}">
                <a16:creationId xmlns:a16="http://schemas.microsoft.com/office/drawing/2014/main" id="{66BBBFE3-D4F5-4A98-AD5C-A9A44F22468F}"/>
              </a:ext>
            </a:extLst>
          </p:cNvPr>
          <p:cNvSpPr>
            <a:spLocks xmlns:a="http://schemas.openxmlformats.org/drawingml/2006/main" noGrp="1"/>
          </p:cNvSpPr>
          <p:nvPr/>
        </p:nvSpPr>
        <p:spPr>
          <a:xfrm xmlns:a="http://schemas.openxmlformats.org/drawingml/2006/main">
            <a:off x="5895975" y="3514725"/>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9050">
            <a:solidFill>
              <a:srgbClr val="151515"/>
            </a:solidFill>
            <a:prstDash val="solid"/>
          </a:ln>
        </p:spPr>
      </p:sp>
      <p:sp>
        <p:nvSpPr>
          <p:cNvPr id="28" name="line-284">
            <a:extLst xmlns:a="http://schemas.openxmlformats.org/drawingml/2006/main">
              <a:ext uri="{FF2B5EF4-FFF2-40B4-BE49-F238E27FC236}">
                <a16:creationId xmlns:a16="http://schemas.microsoft.com/office/drawing/2014/main" id="{E396D6E4-80F9-431B-8F00-53FB50C9D118}"/>
              </a:ext>
            </a:extLst>
          </p:cNvPr>
          <p:cNvSpPr>
            <a:spLocks xmlns:a="http://schemas.openxmlformats.org/drawingml/2006/main" noGrp="1"/>
          </p:cNvSpPr>
          <p:nvPr/>
        </p:nvSpPr>
        <p:spPr>
          <a:xfrm xmlns:a="http://schemas.openxmlformats.org/drawingml/2006/main">
            <a:off x="4438650" y="3686175"/>
            <a:ext cx="1457325" cy="9525"/>
          </a:xfrm>
          <a:custGeom xmlns:a="http://schemas.openxmlformats.org/drawingml/2006/main">
            <a:pathLst>
              <a:path w="1457325" h="9525">
                <a:moveTo>
                  <a:pt x="0" y="0"/>
                </a:moveTo>
                <a:lnTo>
                  <a:pt x="1457325" y="0"/>
                </a:lnTo>
              </a:path>
            </a:pathLst>
          </a:custGeom>
          <a:noFill xmlns:a="http://schemas.openxmlformats.org/drawingml/2006/main"/>
          <a:ln xmlns:a="http://schemas.openxmlformats.org/drawingml/2006/main" w="19050">
            <a:solidFill>
              <a:srgbClr val="151515"/>
            </a:solidFill>
            <a:prstDash val="solid"/>
          </a:ln>
        </p:spPr>
      </p:sp>
      <p:sp>
        <p:nvSpPr>
          <p:cNvPr id="29" name="line-285">
            <a:extLst xmlns:a="http://schemas.openxmlformats.org/drawingml/2006/main">
              <a:ext uri="{FF2B5EF4-FFF2-40B4-BE49-F238E27FC236}">
                <a16:creationId xmlns:a16="http://schemas.microsoft.com/office/drawing/2014/main" id="{D580900C-5E04-49CC-8CAE-C0982A0FB3DD}"/>
              </a:ext>
            </a:extLst>
          </p:cNvPr>
          <p:cNvSpPr>
            <a:spLocks xmlns:a="http://schemas.openxmlformats.org/drawingml/2006/main" noGrp="1"/>
          </p:cNvSpPr>
          <p:nvPr/>
        </p:nvSpPr>
        <p:spPr>
          <a:xfrm xmlns:a="http://schemas.openxmlformats.org/drawingml/2006/main">
            <a:off x="4438650" y="3686175"/>
            <a:ext cx="9525" cy="933450"/>
          </a:xfrm>
          <a:custGeom xmlns:a="http://schemas.openxmlformats.org/drawingml/2006/main">
            <a:pathLst>
              <a:path w="9525" h="933450">
                <a:moveTo>
                  <a:pt x="0" y="0"/>
                </a:moveTo>
                <a:lnTo>
                  <a:pt x="0" y="933450"/>
                </a:lnTo>
              </a:path>
            </a:pathLst>
          </a:custGeom>
          <a:noFill xmlns:a="http://schemas.openxmlformats.org/drawingml/2006/main"/>
          <a:ln xmlns:a="http://schemas.openxmlformats.org/drawingml/2006/main" w="19050">
            <a:solidFill>
              <a:srgbClr val="151515"/>
            </a:solidFill>
            <a:prstDash val="solid"/>
          </a:ln>
        </p:spPr>
      </p:sp>
      <p:sp>
        <p:nvSpPr>
          <p:cNvPr id="30" name="line-286">
            <a:extLst xmlns:a="http://schemas.openxmlformats.org/drawingml/2006/main">
              <a:ext uri="{FF2B5EF4-FFF2-40B4-BE49-F238E27FC236}">
                <a16:creationId xmlns:a16="http://schemas.microsoft.com/office/drawing/2014/main" id="{80C03642-DD3A-4241-A8BF-D7C22D1B0C4F}"/>
              </a:ext>
            </a:extLst>
          </p:cNvPr>
          <p:cNvSpPr>
            <a:spLocks xmlns:a="http://schemas.openxmlformats.org/drawingml/2006/main" noGrp="1"/>
          </p:cNvSpPr>
          <p:nvPr/>
        </p:nvSpPr>
        <p:spPr>
          <a:xfrm xmlns:a="http://schemas.openxmlformats.org/drawingml/2006/main">
            <a:off x="4438650" y="39909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31" name="figure-287">
            <a:extLst xmlns:a="http://schemas.openxmlformats.org/drawingml/2006/main">
              <a:ext uri="{FF2B5EF4-FFF2-40B4-BE49-F238E27FC236}">
                <a16:creationId xmlns:a16="http://schemas.microsoft.com/office/drawing/2014/main" id="{985C811C-F168-4BEE-93A0-820E68F7B867}"/>
              </a:ext>
            </a:extLst>
          </p:cNvPr>
          <p:cNvSpPr>
            <a:spLocks xmlns:a="http://schemas.openxmlformats.org/drawingml/2006/main" noGrp="1"/>
          </p:cNvSpPr>
          <p:nvPr/>
        </p:nvSpPr>
        <p:spPr>
          <a:xfrm xmlns:a="http://schemas.openxmlformats.org/drawingml/2006/main">
            <a:off x="4657725" y="3724275"/>
            <a:ext cx="2809875" cy="523875"/>
          </a:xfrm>
          <a:prstGeom xmlns:a="http://schemas.openxmlformats.org/drawingml/2006/main" prst="rect">
            <a:avLst/>
          </a:prstGeom>
          <a:solidFill xmlns:a="http://schemas.openxmlformats.org/drawingml/2006/main">
            <a:srgbClr val="EAEAEA"/>
          </a:solidFill>
          <a:ln xmlns:a="http://schemas.openxmlformats.org/drawingml/2006/main" w="19050">
            <a:solidFill>
              <a:srgbClr val="151515"/>
            </a:solidFill>
          </a:ln>
        </p:spPr>
      </p:sp>
      <p:sp>
        <p:nvSpPr>
          <p:cNvPr id="32" name="figure-288">
            <a:extLst xmlns:a="http://schemas.openxmlformats.org/drawingml/2006/main">
              <a:ext uri="{FF2B5EF4-FFF2-40B4-BE49-F238E27FC236}">
                <a16:creationId xmlns:a16="http://schemas.microsoft.com/office/drawing/2014/main" id="{32AF216F-265E-41E0-9DDB-AB164333443D}"/>
              </a:ext>
            </a:extLst>
          </p:cNvPr>
          <p:cNvSpPr>
            <a:spLocks xmlns:a="http://schemas.openxmlformats.org/drawingml/2006/main" noGrp="1"/>
          </p:cNvSpPr>
          <p:nvPr/>
        </p:nvSpPr>
        <p:spPr>
          <a:xfrm xmlns:a="http://schemas.openxmlformats.org/drawingml/2006/main">
            <a:off x="4733925" y="37623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1 적이 보이나?</a:t>
            </a:r>
          </a:p>
        </p:txBody>
      </p:sp>
      <p:sp>
        <p:nvSpPr>
          <p:cNvPr id="33" name="line-289">
            <a:extLst xmlns:a="http://schemas.openxmlformats.org/drawingml/2006/main">
              <a:ext uri="{FF2B5EF4-FFF2-40B4-BE49-F238E27FC236}">
                <a16:creationId xmlns:a16="http://schemas.microsoft.com/office/drawing/2014/main" id="{0F0071AA-B061-43B0-A7C8-AF7DF16D7B27}"/>
              </a:ext>
            </a:extLst>
          </p:cNvPr>
          <p:cNvSpPr>
            <a:spLocks xmlns:a="http://schemas.openxmlformats.org/drawingml/2006/main" noGrp="1"/>
          </p:cNvSpPr>
          <p:nvPr/>
        </p:nvSpPr>
        <p:spPr>
          <a:xfrm xmlns:a="http://schemas.openxmlformats.org/drawingml/2006/main">
            <a:off x="4438650" y="46386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34" name="figure-290">
            <a:extLst xmlns:a="http://schemas.openxmlformats.org/drawingml/2006/main">
              <a:ext uri="{FF2B5EF4-FFF2-40B4-BE49-F238E27FC236}">
                <a16:creationId xmlns:a16="http://schemas.microsoft.com/office/drawing/2014/main" id="{E63110A4-A22D-41AF-907B-51D715E82B01}"/>
              </a:ext>
            </a:extLst>
          </p:cNvPr>
          <p:cNvSpPr>
            <a:spLocks xmlns:a="http://schemas.openxmlformats.org/drawingml/2006/main" noGrp="1"/>
          </p:cNvSpPr>
          <p:nvPr/>
        </p:nvSpPr>
        <p:spPr>
          <a:xfrm xmlns:a="http://schemas.openxmlformats.org/drawingml/2006/main">
            <a:off x="4657725" y="4371975"/>
            <a:ext cx="28098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35" name="figure-291">
            <a:extLst xmlns:a="http://schemas.openxmlformats.org/drawingml/2006/main">
              <a:ext uri="{FF2B5EF4-FFF2-40B4-BE49-F238E27FC236}">
                <a16:creationId xmlns:a16="http://schemas.microsoft.com/office/drawing/2014/main" id="{3E165BB2-BEE1-4A69-975A-E17E4CAF4507}"/>
              </a:ext>
            </a:extLst>
          </p:cNvPr>
          <p:cNvSpPr>
            <a:spLocks xmlns:a="http://schemas.openxmlformats.org/drawingml/2006/main" noGrp="1"/>
          </p:cNvSpPr>
          <p:nvPr/>
        </p:nvSpPr>
        <p:spPr>
          <a:xfrm xmlns:a="http://schemas.openxmlformats.org/drawingml/2006/main">
            <a:off x="4733925" y="44100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888888"/>
                </a:solidFill>
                <a:latin typeface="Malgun Gothic"/>
                <a:ea typeface="Malgun Gothic"/>
                <a:cs typeface="Malgun Gothic"/>
              </a:defRPr>
            </a:pPr>
            <a:r>
              <a:rPr sz="2175" b="1">
                <a:solidFill>
                  <a:srgbClr val="888888"/>
                </a:solidFill>
                <a:latin typeface="Malgun Gothic"/>
                <a:ea typeface="Malgun Gothic"/>
                <a:cs typeface="Malgun Gothic"/>
              </a:rPr>
              <a:t>2 따라가기</a:t>
            </a:r>
          </a:p>
        </p:txBody>
      </p:sp>
      <p:sp>
        <p:nvSpPr>
          <p:cNvPr id="36" name="figure-292">
            <a:extLst xmlns:a="http://schemas.openxmlformats.org/drawingml/2006/main">
              <a:ext uri="{FF2B5EF4-FFF2-40B4-BE49-F238E27FC236}">
                <a16:creationId xmlns:a16="http://schemas.microsoft.com/office/drawing/2014/main" id="{7D7B34BC-CE17-4235-9E4F-E1014A2D08B1}"/>
              </a:ext>
            </a:extLst>
          </p:cNvPr>
          <p:cNvSpPr>
            <a:spLocks xmlns:a="http://schemas.openxmlformats.org/drawingml/2006/main" noGrp="1"/>
          </p:cNvSpPr>
          <p:nvPr/>
        </p:nvSpPr>
        <p:spPr>
          <a:xfrm xmlns:a="http://schemas.openxmlformats.org/drawingml/2006/main">
            <a:off x="4324350" y="55911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151515"/>
                </a:solidFill>
                <a:latin typeface="Malgun Gothic"/>
                <a:ea typeface="Malgun Gothic"/>
                <a:cs typeface="Malgun Gothic"/>
              </a:defRPr>
            </a:pPr>
            <a:r>
              <a:rPr sz="1875" b="1">
                <a:solidFill>
                  <a:srgbClr val="151515"/>
                </a:solidFill>
                <a:latin typeface="Malgun Gothic"/>
                <a:ea typeface="Malgun Gothic"/>
                <a:cs typeface="Malgun Gothic"/>
              </a:rPr>
              <a:t>안 돼</a:t>
            </a:r>
          </a:p>
        </p:txBody>
      </p:sp>
      <p:sp>
        <p:nvSpPr>
          <p:cNvPr id="37" name="line-293">
            <a:extLst xmlns:a="http://schemas.openxmlformats.org/drawingml/2006/main">
              <a:ext uri="{FF2B5EF4-FFF2-40B4-BE49-F238E27FC236}">
                <a16:creationId xmlns:a16="http://schemas.microsoft.com/office/drawing/2014/main" id="{9569856C-EC87-43DB-B6F4-AED7691692EC}"/>
              </a:ext>
            </a:extLst>
          </p:cNvPr>
          <p:cNvSpPr>
            <a:spLocks xmlns:a="http://schemas.openxmlformats.org/drawingml/2006/main" noGrp="1"/>
          </p:cNvSpPr>
          <p:nvPr/>
        </p:nvSpPr>
        <p:spPr>
          <a:xfrm xmlns:a="http://schemas.openxmlformats.org/drawingml/2006/main">
            <a:off x="9610725" y="2657475"/>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151515"/>
            </a:solidFill>
            <a:prstDash val="solid"/>
          </a:ln>
        </p:spPr>
      </p:sp>
      <p:sp>
        <p:nvSpPr>
          <p:cNvPr id="38" name="figure-294">
            <a:extLst xmlns:a="http://schemas.openxmlformats.org/drawingml/2006/main">
              <a:ext uri="{FF2B5EF4-FFF2-40B4-BE49-F238E27FC236}">
                <a16:creationId xmlns:a16="http://schemas.microsoft.com/office/drawing/2014/main" id="{1EC582AD-CE01-4696-A686-DCCE1CB13C3D}"/>
              </a:ext>
            </a:extLst>
          </p:cNvPr>
          <p:cNvSpPr>
            <a:spLocks xmlns:a="http://schemas.openxmlformats.org/drawingml/2006/main" noGrp="1"/>
          </p:cNvSpPr>
          <p:nvPr/>
        </p:nvSpPr>
        <p:spPr>
          <a:xfrm xmlns:a="http://schemas.openxmlformats.org/drawingml/2006/main">
            <a:off x="8039100" y="2895600"/>
            <a:ext cx="3143250" cy="619125"/>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39" name="figure-295">
            <a:extLst xmlns:a="http://schemas.openxmlformats.org/drawingml/2006/main">
              <a:ext uri="{FF2B5EF4-FFF2-40B4-BE49-F238E27FC236}">
                <a16:creationId xmlns:a16="http://schemas.microsoft.com/office/drawing/2014/main" id="{495DAC31-CB9E-4502-B4EA-5AE0231CC430}"/>
              </a:ext>
            </a:extLst>
          </p:cNvPr>
          <p:cNvSpPr>
            <a:spLocks xmlns:a="http://schemas.openxmlformats.org/drawingml/2006/main" noGrp="1"/>
          </p:cNvSpPr>
          <p:nvPr/>
        </p:nvSpPr>
        <p:spPr>
          <a:xfrm xmlns:a="http://schemas.openxmlformats.org/drawingml/2006/main">
            <a:off x="8115300" y="2933700"/>
            <a:ext cx="2990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주변 돌아다니기</a:t>
            </a:r>
          </a:p>
        </p:txBody>
      </p:sp>
      <p:sp>
        <p:nvSpPr>
          <p:cNvPr id="40" name="figure-296">
            <a:extLst xmlns:a="http://schemas.openxmlformats.org/drawingml/2006/main">
              <a:ext uri="{FF2B5EF4-FFF2-40B4-BE49-F238E27FC236}">
                <a16:creationId xmlns:a16="http://schemas.microsoft.com/office/drawing/2014/main" id="{A77D4AEC-C2B0-46F1-940E-96FFCD6CE88F}"/>
              </a:ext>
            </a:extLst>
          </p:cNvPr>
          <p:cNvSpPr>
            <a:spLocks xmlns:a="http://schemas.openxmlformats.org/drawingml/2006/main" noGrp="1"/>
          </p:cNvSpPr>
          <p:nvPr/>
        </p:nvSpPr>
        <p:spPr>
          <a:xfrm xmlns:a="http://schemas.openxmlformats.org/drawingml/2006/main">
            <a:off x="8039100" y="37909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151515"/>
                </a:solidFill>
                <a:latin typeface="Malgun Gothic"/>
                <a:ea typeface="Malgun Gothic"/>
                <a:cs typeface="Malgun Gothic"/>
              </a:defRPr>
            </a:pPr>
            <a:r>
              <a:rPr sz="2250" b="1">
                <a:solidFill>
                  <a:srgbClr val="151515"/>
                </a:solidFill>
                <a:latin typeface="Malgun Gothic"/>
                <a:ea typeface="Malgun Gothic"/>
                <a:cs typeface="Malgun Gothic"/>
              </a:rPr>
              <a:t>하는 중</a:t>
            </a:r>
          </a:p>
        </p:txBody>
      </p:sp>
      <p:sp>
        <p:nvSpPr>
          <p:cNvPr id="41" name="figure-297">
            <a:extLst xmlns:a="http://schemas.openxmlformats.org/drawingml/2006/main">
              <a:ext uri="{FF2B5EF4-FFF2-40B4-BE49-F238E27FC236}">
                <a16:creationId xmlns:a16="http://schemas.microsoft.com/office/drawing/2014/main" id="{BB941CFE-034C-4E4A-B17B-FE4FBE4A623A}"/>
              </a:ext>
            </a:extLst>
          </p:cNvPr>
          <p:cNvSpPr>
            <a:spLocks xmlns:a="http://schemas.openxmlformats.org/drawingml/2006/main" noGrp="1"/>
          </p:cNvSpPr>
          <p:nvPr/>
        </p:nvSpPr>
        <p:spPr>
          <a:xfrm xmlns:a="http://schemas.openxmlformats.org/drawingml/2006/main">
            <a:off x="609600" y="1771650"/>
            <a:ext cx="3343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666666"/>
                </a:solidFill>
                <a:latin typeface="Malgun Gothic"/>
                <a:ea typeface="Malgun Gothic"/>
                <a:cs typeface="Malgun Gothic"/>
              </a:defRPr>
            </a:pPr>
            <a:r>
              <a:rPr sz="1650" b="0">
                <a:solidFill>
                  <a:srgbClr val="666666"/>
                </a:solidFill>
                <a:latin typeface="Malgun Gothic"/>
                <a:ea typeface="Malgun Gothic"/>
                <a:cs typeface="Malgun Gothic"/>
              </a:rPr>
              <a:t>검정: 하는 중   회색: 안 됨</a:t>
            </a:r>
          </a:p>
          <a:p xmlns:a="http://schemas.openxmlformats.org/drawingml/2006/main">
            <a:pPr algn="l">
              <a:defRPr sz="1650" b="0">
                <a:solidFill>
                  <a:srgbClr val="666666"/>
                </a:solidFill>
                <a:latin typeface="Malgun Gothic"/>
                <a:ea typeface="Malgun Gothic"/>
                <a:cs typeface="Malgun Gothic"/>
              </a:defRPr>
            </a:pPr>
            <a:r>
              <a:rPr sz="1650" b="0">
                <a:solidFill>
                  <a:srgbClr val="666666"/>
                </a:solidFill>
                <a:latin typeface="Malgun Gothic"/>
                <a:ea typeface="Malgun Gothic"/>
                <a:cs typeface="Malgun Gothic"/>
              </a:rPr>
              <a:t>흰색: 됨   옅은 글씨: 아직 안 봄</a:t>
            </a:r>
          </a:p>
        </p:txBody>
      </p:sp>
      <p:sp>
        <p:nvSpPr>
          <p:cNvPr id="42" name="figure-298">
            <a:extLst xmlns:a="http://schemas.openxmlformats.org/drawingml/2006/main">
              <a:ext uri="{FF2B5EF4-FFF2-40B4-BE49-F238E27FC236}">
                <a16:creationId xmlns:a16="http://schemas.microsoft.com/office/drawing/2014/main" id="{17F85A93-4232-4568-9A9C-FBA423D70168}"/>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앞의 두 후보가 안 되므로 돌아다니기를 고른다</a:t>
            </a:r>
          </a:p>
        </p:txBody>
      </p:sp>
    </p:spTree>
    <p:extLst>
      <p:ext uri="{BB962C8B-B14F-4D97-AF65-F5344CB8AC3E}">
        <p14:creationId xmlns:p14="http://schemas.microsoft.com/office/powerpoint/2010/main" val="75109248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figure-299">
            <a:extLst xmlns:a="http://schemas.openxmlformats.org/drawingml/2006/main">
              <a:ext uri="{FF2B5EF4-FFF2-40B4-BE49-F238E27FC236}">
                <a16:creationId xmlns:a16="http://schemas.microsoft.com/office/drawing/2014/main" id="{436B1E5B-9BF9-48BC-95CE-6C19D7FBBD96}"/>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적을 발견하면 따라간다</a:t>
            </a:r>
          </a:p>
        </p:txBody>
      </p:sp>
      <p:sp>
        <p:nvSpPr>
          <p:cNvPr id="2" name="figure-300">
            <a:extLst xmlns:a="http://schemas.openxmlformats.org/drawingml/2006/main">
              <a:ext uri="{FF2B5EF4-FFF2-40B4-BE49-F238E27FC236}">
                <a16:creationId xmlns:a16="http://schemas.microsoft.com/office/drawing/2014/main" id="{8B7CA506-BE79-4366-B587-104A830CE093}"/>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적은 보이지만 아직 멀리 있다</a:t>
            </a:r>
          </a:p>
        </p:txBody>
      </p:sp>
      <p:sp>
        <p:nvSpPr>
          <p:cNvPr id="3" name="figure-301">
            <a:extLst xmlns:a="http://schemas.openxmlformats.org/drawingml/2006/main">
              <a:ext uri="{FF2B5EF4-FFF2-40B4-BE49-F238E27FC236}">
                <a16:creationId xmlns:a16="http://schemas.microsoft.com/office/drawing/2014/main" id="{620D6618-BF3C-483F-98EA-CA8A5322B811}"/>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20</a:t>
            </a:r>
          </a:p>
        </p:txBody>
      </p:sp>
      <p:sp>
        <p:nvSpPr>
          <p:cNvPr id="4" name="figure-302">
            <a:extLst xmlns:a="http://schemas.openxmlformats.org/drawingml/2006/main">
              <a:ext uri="{FF2B5EF4-FFF2-40B4-BE49-F238E27FC236}">
                <a16:creationId xmlns:a16="http://schemas.microsoft.com/office/drawing/2014/main" id="{74E13BE1-3D19-438D-A401-6303E4EED8B7}"/>
              </a:ext>
            </a:extLst>
          </p:cNvPr>
          <p:cNvSpPr>
            <a:spLocks xmlns:a="http://schemas.openxmlformats.org/drawingml/2006/main" noGrp="1"/>
          </p:cNvSpPr>
          <p:nvPr/>
        </p:nvSpPr>
        <p:spPr>
          <a:xfrm xmlns:a="http://schemas.openxmlformats.org/drawingml/2006/main">
            <a:off x="4191000" y="1809750"/>
            <a:ext cx="3810000" cy="619125"/>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5" name="figure-303">
            <a:extLst xmlns:a="http://schemas.openxmlformats.org/drawingml/2006/main">
              <a:ext uri="{FF2B5EF4-FFF2-40B4-BE49-F238E27FC236}">
                <a16:creationId xmlns:a16="http://schemas.microsoft.com/office/drawing/2014/main" id="{BA681AC2-D233-4776-950A-2A7CDFEA0BE8}"/>
              </a:ext>
            </a:extLst>
          </p:cNvPr>
          <p:cNvSpPr>
            <a:spLocks xmlns:a="http://schemas.openxmlformats.org/drawingml/2006/main" noGrp="1"/>
          </p:cNvSpPr>
          <p:nvPr/>
        </p:nvSpPr>
        <p:spPr>
          <a:xfrm xmlns:a="http://schemas.openxmlformats.org/drawingml/2006/main">
            <a:off x="4267200" y="1847850"/>
            <a:ext cx="365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하나 고르기 · 하는 중</a:t>
            </a:r>
          </a:p>
        </p:txBody>
      </p:sp>
      <p:sp>
        <p:nvSpPr>
          <p:cNvPr id="6" name="line-304">
            <a:extLst xmlns:a="http://schemas.openxmlformats.org/drawingml/2006/main">
              <a:ext uri="{FF2B5EF4-FFF2-40B4-BE49-F238E27FC236}">
                <a16:creationId xmlns:a16="http://schemas.microsoft.com/office/drawing/2014/main" id="{1BFC9798-CF8F-40E0-BFFE-53821107FA3A}"/>
              </a:ext>
            </a:extLst>
          </p:cNvPr>
          <p:cNvSpPr>
            <a:spLocks xmlns:a="http://schemas.openxmlformats.org/drawingml/2006/main" noGrp="1"/>
          </p:cNvSpPr>
          <p:nvPr/>
        </p:nvSpPr>
        <p:spPr>
          <a:xfrm xmlns:a="http://schemas.openxmlformats.org/drawingml/2006/main">
            <a:off x="6096000" y="2428875"/>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9050">
            <a:solidFill>
              <a:srgbClr val="151515"/>
            </a:solidFill>
            <a:prstDash val="solid"/>
          </a:ln>
        </p:spPr>
      </p:sp>
      <p:sp>
        <p:nvSpPr>
          <p:cNvPr id="7" name="line-305">
            <a:extLst xmlns:a="http://schemas.openxmlformats.org/drawingml/2006/main">
              <a:ext uri="{FF2B5EF4-FFF2-40B4-BE49-F238E27FC236}">
                <a16:creationId xmlns:a16="http://schemas.microsoft.com/office/drawing/2014/main" id="{C987E4DB-2C91-4FF8-9DBB-B5E346E8E5B8}"/>
              </a:ext>
            </a:extLst>
          </p:cNvPr>
          <p:cNvSpPr>
            <a:spLocks xmlns:a="http://schemas.openxmlformats.org/drawingml/2006/main" noGrp="1"/>
          </p:cNvSpPr>
          <p:nvPr/>
        </p:nvSpPr>
        <p:spPr>
          <a:xfrm xmlns:a="http://schemas.openxmlformats.org/drawingml/2006/main">
            <a:off x="2181225" y="2657475"/>
            <a:ext cx="7429500" cy="9525"/>
          </a:xfrm>
          <a:custGeom xmlns:a="http://schemas.openxmlformats.org/drawingml/2006/main">
            <a:pathLst>
              <a:path w="7429500" h="9525">
                <a:moveTo>
                  <a:pt x="0" y="0"/>
                </a:moveTo>
                <a:lnTo>
                  <a:pt x="7429500" y="0"/>
                </a:lnTo>
              </a:path>
            </a:pathLst>
          </a:custGeom>
          <a:noFill xmlns:a="http://schemas.openxmlformats.org/drawingml/2006/main"/>
          <a:ln xmlns:a="http://schemas.openxmlformats.org/drawingml/2006/main" w="19050">
            <a:solidFill>
              <a:srgbClr val="151515"/>
            </a:solidFill>
            <a:prstDash val="solid"/>
          </a:ln>
        </p:spPr>
      </p:sp>
      <p:sp>
        <p:nvSpPr>
          <p:cNvPr id="8" name="line-306">
            <a:extLst xmlns:a="http://schemas.openxmlformats.org/drawingml/2006/main">
              <a:ext uri="{FF2B5EF4-FFF2-40B4-BE49-F238E27FC236}">
                <a16:creationId xmlns:a16="http://schemas.microsoft.com/office/drawing/2014/main" id="{E8C031DD-399D-4611-9830-F12953E42667}"/>
              </a:ext>
            </a:extLst>
          </p:cNvPr>
          <p:cNvSpPr>
            <a:spLocks xmlns:a="http://schemas.openxmlformats.org/drawingml/2006/main" noGrp="1"/>
          </p:cNvSpPr>
          <p:nvPr/>
        </p:nvSpPr>
        <p:spPr>
          <a:xfrm xmlns:a="http://schemas.openxmlformats.org/drawingml/2006/main">
            <a:off x="2181225" y="2657475"/>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151515"/>
            </a:solidFill>
            <a:prstDash val="solid"/>
          </a:ln>
        </p:spPr>
      </p:sp>
      <p:sp>
        <p:nvSpPr>
          <p:cNvPr id="9" name="figure-307">
            <a:extLst xmlns:a="http://schemas.openxmlformats.org/drawingml/2006/main">
              <a:ext uri="{FF2B5EF4-FFF2-40B4-BE49-F238E27FC236}">
                <a16:creationId xmlns:a16="http://schemas.microsoft.com/office/drawing/2014/main" id="{F657F76F-32FC-412C-9AB5-C6CDB14B0CD6}"/>
              </a:ext>
            </a:extLst>
          </p:cNvPr>
          <p:cNvSpPr>
            <a:spLocks xmlns:a="http://schemas.openxmlformats.org/drawingml/2006/main" noGrp="1"/>
          </p:cNvSpPr>
          <p:nvPr/>
        </p:nvSpPr>
        <p:spPr>
          <a:xfrm xmlns:a="http://schemas.openxmlformats.org/drawingml/2006/main">
            <a:off x="609600" y="2895600"/>
            <a:ext cx="3143250" cy="619125"/>
          </a:xfrm>
          <a:prstGeom xmlns:a="http://schemas.openxmlformats.org/drawingml/2006/main" prst="rect">
            <a:avLst/>
          </a:prstGeom>
          <a:solidFill xmlns:a="http://schemas.openxmlformats.org/drawingml/2006/main">
            <a:srgbClr val="EAEAEA"/>
          </a:solidFill>
          <a:ln xmlns:a="http://schemas.openxmlformats.org/drawingml/2006/main" w="19050">
            <a:solidFill>
              <a:srgbClr val="151515"/>
            </a:solidFill>
          </a:ln>
        </p:spPr>
      </p:sp>
      <p:sp>
        <p:nvSpPr>
          <p:cNvPr id="10" name="figure-308">
            <a:extLst xmlns:a="http://schemas.openxmlformats.org/drawingml/2006/main">
              <a:ext uri="{FF2B5EF4-FFF2-40B4-BE49-F238E27FC236}">
                <a16:creationId xmlns:a16="http://schemas.microsoft.com/office/drawing/2014/main" id="{41F0B803-4B36-4503-8DBA-DCE1616F8692}"/>
              </a:ext>
            </a:extLst>
          </p:cNvPr>
          <p:cNvSpPr>
            <a:spLocks xmlns:a="http://schemas.openxmlformats.org/drawingml/2006/main" noGrp="1"/>
          </p:cNvSpPr>
          <p:nvPr/>
        </p:nvSpPr>
        <p:spPr>
          <a:xfrm xmlns:a="http://schemas.openxmlformats.org/drawingml/2006/main">
            <a:off x="685800" y="2933700"/>
            <a:ext cx="2990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151515"/>
                </a:solidFill>
                <a:latin typeface="Malgun Gothic"/>
                <a:ea typeface="Malgun Gothic"/>
                <a:cs typeface="Malgun Gothic"/>
              </a:defRPr>
            </a:pPr>
            <a:r>
              <a:rPr sz="2250" b="1">
                <a:solidFill>
                  <a:srgbClr val="151515"/>
                </a:solidFill>
                <a:latin typeface="Malgun Gothic"/>
                <a:ea typeface="Malgun Gothic"/>
                <a:cs typeface="Malgun Gothic"/>
              </a:rPr>
              <a:t>공격 준비</a:t>
            </a:r>
          </a:p>
        </p:txBody>
      </p:sp>
      <p:sp>
        <p:nvSpPr>
          <p:cNvPr id="11" name="line-309">
            <a:extLst xmlns:a="http://schemas.openxmlformats.org/drawingml/2006/main">
              <a:ext uri="{FF2B5EF4-FFF2-40B4-BE49-F238E27FC236}">
                <a16:creationId xmlns:a16="http://schemas.microsoft.com/office/drawing/2014/main" id="{8D9A9122-5EE4-4405-8480-112C9966CFC8}"/>
              </a:ext>
            </a:extLst>
          </p:cNvPr>
          <p:cNvSpPr>
            <a:spLocks xmlns:a="http://schemas.openxmlformats.org/drawingml/2006/main" noGrp="1"/>
          </p:cNvSpPr>
          <p:nvPr/>
        </p:nvSpPr>
        <p:spPr>
          <a:xfrm xmlns:a="http://schemas.openxmlformats.org/drawingml/2006/main">
            <a:off x="2181225" y="3514725"/>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9050">
            <a:solidFill>
              <a:srgbClr val="151515"/>
            </a:solidFill>
            <a:prstDash val="solid"/>
          </a:ln>
        </p:spPr>
      </p:sp>
      <p:sp>
        <p:nvSpPr>
          <p:cNvPr id="12" name="line-310">
            <a:extLst xmlns:a="http://schemas.openxmlformats.org/drawingml/2006/main">
              <a:ext uri="{FF2B5EF4-FFF2-40B4-BE49-F238E27FC236}">
                <a16:creationId xmlns:a16="http://schemas.microsoft.com/office/drawing/2014/main" id="{FCCD8506-1795-4E90-9812-6BF143ABD7C2}"/>
              </a:ext>
            </a:extLst>
          </p:cNvPr>
          <p:cNvSpPr>
            <a:spLocks xmlns:a="http://schemas.openxmlformats.org/drawingml/2006/main" noGrp="1"/>
          </p:cNvSpPr>
          <p:nvPr/>
        </p:nvSpPr>
        <p:spPr>
          <a:xfrm xmlns:a="http://schemas.openxmlformats.org/drawingml/2006/main">
            <a:off x="723900" y="3686175"/>
            <a:ext cx="1457325" cy="9525"/>
          </a:xfrm>
          <a:custGeom xmlns:a="http://schemas.openxmlformats.org/drawingml/2006/main">
            <a:pathLst>
              <a:path w="1457325" h="9525">
                <a:moveTo>
                  <a:pt x="0" y="0"/>
                </a:moveTo>
                <a:lnTo>
                  <a:pt x="1457325" y="0"/>
                </a:lnTo>
              </a:path>
            </a:pathLst>
          </a:custGeom>
          <a:noFill xmlns:a="http://schemas.openxmlformats.org/drawingml/2006/main"/>
          <a:ln xmlns:a="http://schemas.openxmlformats.org/drawingml/2006/main" w="19050">
            <a:solidFill>
              <a:srgbClr val="151515"/>
            </a:solidFill>
            <a:prstDash val="solid"/>
          </a:ln>
        </p:spPr>
      </p:sp>
      <p:sp>
        <p:nvSpPr>
          <p:cNvPr id="13" name="line-311">
            <a:extLst xmlns:a="http://schemas.openxmlformats.org/drawingml/2006/main">
              <a:ext uri="{FF2B5EF4-FFF2-40B4-BE49-F238E27FC236}">
                <a16:creationId xmlns:a16="http://schemas.microsoft.com/office/drawing/2014/main" id="{B268E8DE-1FCA-4A51-A1CB-DC0136C7ED24}"/>
              </a:ext>
            </a:extLst>
          </p:cNvPr>
          <p:cNvSpPr>
            <a:spLocks xmlns:a="http://schemas.openxmlformats.org/drawingml/2006/main" noGrp="1"/>
          </p:cNvSpPr>
          <p:nvPr/>
        </p:nvSpPr>
        <p:spPr>
          <a:xfrm xmlns:a="http://schemas.openxmlformats.org/drawingml/2006/main">
            <a:off x="723900" y="3686175"/>
            <a:ext cx="9525" cy="1581150"/>
          </a:xfrm>
          <a:custGeom xmlns:a="http://schemas.openxmlformats.org/drawingml/2006/main">
            <a:pathLst>
              <a:path w="9525" h="1581150">
                <a:moveTo>
                  <a:pt x="0" y="0"/>
                </a:moveTo>
                <a:lnTo>
                  <a:pt x="0" y="1581150"/>
                </a:lnTo>
              </a:path>
            </a:pathLst>
          </a:custGeom>
          <a:noFill xmlns:a="http://schemas.openxmlformats.org/drawingml/2006/main"/>
          <a:ln xmlns:a="http://schemas.openxmlformats.org/drawingml/2006/main" w="19050">
            <a:solidFill>
              <a:srgbClr val="151515"/>
            </a:solidFill>
            <a:prstDash val="solid"/>
          </a:ln>
        </p:spPr>
      </p:sp>
      <p:sp>
        <p:nvSpPr>
          <p:cNvPr id="14" name="line-312">
            <a:extLst xmlns:a="http://schemas.openxmlformats.org/drawingml/2006/main">
              <a:ext uri="{FF2B5EF4-FFF2-40B4-BE49-F238E27FC236}">
                <a16:creationId xmlns:a16="http://schemas.microsoft.com/office/drawing/2014/main" id="{06B28D91-537F-4C48-905B-642C42D5C38B}"/>
              </a:ext>
            </a:extLst>
          </p:cNvPr>
          <p:cNvSpPr>
            <a:spLocks xmlns:a="http://schemas.openxmlformats.org/drawingml/2006/main" noGrp="1"/>
          </p:cNvSpPr>
          <p:nvPr/>
        </p:nvSpPr>
        <p:spPr>
          <a:xfrm xmlns:a="http://schemas.openxmlformats.org/drawingml/2006/main">
            <a:off x="723900" y="39909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15" name="figure-313">
            <a:extLst xmlns:a="http://schemas.openxmlformats.org/drawingml/2006/main">
              <a:ext uri="{FF2B5EF4-FFF2-40B4-BE49-F238E27FC236}">
                <a16:creationId xmlns:a16="http://schemas.microsoft.com/office/drawing/2014/main" id="{1F14ABA4-136B-4243-9AD3-5B3B56E66920}"/>
              </a:ext>
            </a:extLst>
          </p:cNvPr>
          <p:cNvSpPr>
            <a:spLocks xmlns:a="http://schemas.openxmlformats.org/drawingml/2006/main" noGrp="1"/>
          </p:cNvSpPr>
          <p:nvPr/>
        </p:nvSpPr>
        <p:spPr>
          <a:xfrm xmlns:a="http://schemas.openxmlformats.org/drawingml/2006/main">
            <a:off x="942975" y="3724275"/>
            <a:ext cx="28098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6" name="figure-314">
            <a:extLst xmlns:a="http://schemas.openxmlformats.org/drawingml/2006/main">
              <a:ext uri="{FF2B5EF4-FFF2-40B4-BE49-F238E27FC236}">
                <a16:creationId xmlns:a16="http://schemas.microsoft.com/office/drawing/2014/main" id="{66585A12-779F-4358-9A4A-12AEB89FF506}"/>
              </a:ext>
            </a:extLst>
          </p:cNvPr>
          <p:cNvSpPr>
            <a:spLocks xmlns:a="http://schemas.openxmlformats.org/drawingml/2006/main" noGrp="1"/>
          </p:cNvSpPr>
          <p:nvPr/>
        </p:nvSpPr>
        <p:spPr>
          <a:xfrm xmlns:a="http://schemas.openxmlformats.org/drawingml/2006/main">
            <a:off x="1019175" y="37623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1 적이 보이나?</a:t>
            </a:r>
          </a:p>
        </p:txBody>
      </p:sp>
      <p:sp>
        <p:nvSpPr>
          <p:cNvPr id="17" name="line-315">
            <a:extLst xmlns:a="http://schemas.openxmlformats.org/drawingml/2006/main">
              <a:ext uri="{FF2B5EF4-FFF2-40B4-BE49-F238E27FC236}">
                <a16:creationId xmlns:a16="http://schemas.microsoft.com/office/drawing/2014/main" id="{AC74BD0C-F44E-43DD-A86C-74B719BCCBFE}"/>
              </a:ext>
            </a:extLst>
          </p:cNvPr>
          <p:cNvSpPr>
            <a:spLocks xmlns:a="http://schemas.openxmlformats.org/drawingml/2006/main" noGrp="1"/>
          </p:cNvSpPr>
          <p:nvPr/>
        </p:nvSpPr>
        <p:spPr>
          <a:xfrm xmlns:a="http://schemas.openxmlformats.org/drawingml/2006/main">
            <a:off x="723900" y="46386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18" name="figure-316">
            <a:extLst xmlns:a="http://schemas.openxmlformats.org/drawingml/2006/main">
              <a:ext uri="{FF2B5EF4-FFF2-40B4-BE49-F238E27FC236}">
                <a16:creationId xmlns:a16="http://schemas.microsoft.com/office/drawing/2014/main" id="{3BE4BBDA-5700-4FC5-8313-DA78915DEDAE}"/>
              </a:ext>
            </a:extLst>
          </p:cNvPr>
          <p:cNvSpPr>
            <a:spLocks xmlns:a="http://schemas.openxmlformats.org/drawingml/2006/main" noGrp="1"/>
          </p:cNvSpPr>
          <p:nvPr/>
        </p:nvSpPr>
        <p:spPr>
          <a:xfrm xmlns:a="http://schemas.openxmlformats.org/drawingml/2006/main">
            <a:off x="942975" y="4371975"/>
            <a:ext cx="2809875" cy="523875"/>
          </a:xfrm>
          <a:prstGeom xmlns:a="http://schemas.openxmlformats.org/drawingml/2006/main" prst="rect">
            <a:avLst/>
          </a:prstGeom>
          <a:solidFill xmlns:a="http://schemas.openxmlformats.org/drawingml/2006/main">
            <a:srgbClr val="EAEAEA"/>
          </a:solidFill>
          <a:ln xmlns:a="http://schemas.openxmlformats.org/drawingml/2006/main" w="19050">
            <a:solidFill>
              <a:srgbClr val="151515"/>
            </a:solidFill>
          </a:ln>
        </p:spPr>
      </p:sp>
      <p:sp>
        <p:nvSpPr>
          <p:cNvPr id="19" name="figure-317">
            <a:extLst xmlns:a="http://schemas.openxmlformats.org/drawingml/2006/main">
              <a:ext uri="{FF2B5EF4-FFF2-40B4-BE49-F238E27FC236}">
                <a16:creationId xmlns:a16="http://schemas.microsoft.com/office/drawing/2014/main" id="{267FD213-9F20-4CB9-99FE-E2A624E45E8B}"/>
              </a:ext>
            </a:extLst>
          </p:cNvPr>
          <p:cNvSpPr>
            <a:spLocks xmlns:a="http://schemas.openxmlformats.org/drawingml/2006/main" noGrp="1"/>
          </p:cNvSpPr>
          <p:nvPr/>
        </p:nvSpPr>
        <p:spPr>
          <a:xfrm xmlns:a="http://schemas.openxmlformats.org/drawingml/2006/main">
            <a:off x="1019175" y="44100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2 가까이 있나?</a:t>
            </a:r>
          </a:p>
        </p:txBody>
      </p:sp>
      <p:sp>
        <p:nvSpPr>
          <p:cNvPr id="20" name="line-318">
            <a:extLst xmlns:a="http://schemas.openxmlformats.org/drawingml/2006/main">
              <a:ext uri="{FF2B5EF4-FFF2-40B4-BE49-F238E27FC236}">
                <a16:creationId xmlns:a16="http://schemas.microsoft.com/office/drawing/2014/main" id="{20EE51C9-7FA8-4AD7-9A67-C647BBD3ACE4}"/>
              </a:ext>
            </a:extLst>
          </p:cNvPr>
          <p:cNvSpPr>
            <a:spLocks xmlns:a="http://schemas.openxmlformats.org/drawingml/2006/main" noGrp="1"/>
          </p:cNvSpPr>
          <p:nvPr/>
        </p:nvSpPr>
        <p:spPr>
          <a:xfrm xmlns:a="http://schemas.openxmlformats.org/drawingml/2006/main">
            <a:off x="723900" y="52863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21" name="figure-319">
            <a:extLst xmlns:a="http://schemas.openxmlformats.org/drawingml/2006/main">
              <a:ext uri="{FF2B5EF4-FFF2-40B4-BE49-F238E27FC236}">
                <a16:creationId xmlns:a16="http://schemas.microsoft.com/office/drawing/2014/main" id="{E75BD0B6-BFE3-4131-9486-166E726DC35F}"/>
              </a:ext>
            </a:extLst>
          </p:cNvPr>
          <p:cNvSpPr>
            <a:spLocks xmlns:a="http://schemas.openxmlformats.org/drawingml/2006/main" noGrp="1"/>
          </p:cNvSpPr>
          <p:nvPr/>
        </p:nvSpPr>
        <p:spPr>
          <a:xfrm xmlns:a="http://schemas.openxmlformats.org/drawingml/2006/main">
            <a:off x="942975" y="5019675"/>
            <a:ext cx="28098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22" name="figure-320">
            <a:extLst xmlns:a="http://schemas.openxmlformats.org/drawingml/2006/main">
              <a:ext uri="{FF2B5EF4-FFF2-40B4-BE49-F238E27FC236}">
                <a16:creationId xmlns:a16="http://schemas.microsoft.com/office/drawing/2014/main" id="{F39D848F-F5F4-4B67-8064-075A95DD5975}"/>
              </a:ext>
            </a:extLst>
          </p:cNvPr>
          <p:cNvSpPr>
            <a:spLocks xmlns:a="http://schemas.openxmlformats.org/drawingml/2006/main" noGrp="1"/>
          </p:cNvSpPr>
          <p:nvPr/>
        </p:nvSpPr>
        <p:spPr>
          <a:xfrm xmlns:a="http://schemas.openxmlformats.org/drawingml/2006/main">
            <a:off x="1019175" y="50577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888888"/>
                </a:solidFill>
                <a:latin typeface="Malgun Gothic"/>
                <a:ea typeface="Malgun Gothic"/>
                <a:cs typeface="Malgun Gothic"/>
              </a:defRPr>
            </a:pPr>
            <a:r>
              <a:rPr sz="2175" b="1">
                <a:solidFill>
                  <a:srgbClr val="888888"/>
                </a:solidFill>
                <a:latin typeface="Malgun Gothic"/>
                <a:ea typeface="Malgun Gothic"/>
                <a:cs typeface="Malgun Gothic"/>
              </a:rPr>
              <a:t>3 공격하기</a:t>
            </a:r>
          </a:p>
        </p:txBody>
      </p:sp>
      <p:sp>
        <p:nvSpPr>
          <p:cNvPr id="23" name="figure-321">
            <a:extLst xmlns:a="http://schemas.openxmlformats.org/drawingml/2006/main">
              <a:ext uri="{FF2B5EF4-FFF2-40B4-BE49-F238E27FC236}">
                <a16:creationId xmlns:a16="http://schemas.microsoft.com/office/drawing/2014/main" id="{10348347-42DD-4334-8939-5070B4688A3F}"/>
              </a:ext>
            </a:extLst>
          </p:cNvPr>
          <p:cNvSpPr>
            <a:spLocks xmlns:a="http://schemas.openxmlformats.org/drawingml/2006/main" noGrp="1"/>
          </p:cNvSpPr>
          <p:nvPr/>
        </p:nvSpPr>
        <p:spPr>
          <a:xfrm xmlns:a="http://schemas.openxmlformats.org/drawingml/2006/main">
            <a:off x="609600" y="55911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151515"/>
                </a:solidFill>
                <a:latin typeface="Malgun Gothic"/>
                <a:ea typeface="Malgun Gothic"/>
                <a:cs typeface="Malgun Gothic"/>
              </a:defRPr>
            </a:pPr>
            <a:r>
              <a:rPr sz="1875" b="1">
                <a:solidFill>
                  <a:srgbClr val="151515"/>
                </a:solidFill>
                <a:latin typeface="Malgun Gothic"/>
                <a:ea typeface="Malgun Gothic"/>
                <a:cs typeface="Malgun Gothic"/>
              </a:rPr>
              <a:t>안 돼</a:t>
            </a:r>
          </a:p>
        </p:txBody>
      </p:sp>
      <p:sp>
        <p:nvSpPr>
          <p:cNvPr id="24" name="line-322">
            <a:extLst xmlns:a="http://schemas.openxmlformats.org/drawingml/2006/main">
              <a:ext uri="{FF2B5EF4-FFF2-40B4-BE49-F238E27FC236}">
                <a16:creationId xmlns:a16="http://schemas.microsoft.com/office/drawing/2014/main" id="{A649B800-AD2F-49C1-996C-30467E62B5FB}"/>
              </a:ext>
            </a:extLst>
          </p:cNvPr>
          <p:cNvSpPr>
            <a:spLocks xmlns:a="http://schemas.openxmlformats.org/drawingml/2006/main" noGrp="1"/>
          </p:cNvSpPr>
          <p:nvPr/>
        </p:nvSpPr>
        <p:spPr>
          <a:xfrm xmlns:a="http://schemas.openxmlformats.org/drawingml/2006/main">
            <a:off x="5895975" y="2657475"/>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151515"/>
            </a:solidFill>
            <a:prstDash val="solid"/>
          </a:ln>
        </p:spPr>
      </p:sp>
      <p:sp>
        <p:nvSpPr>
          <p:cNvPr id="25" name="figure-323">
            <a:extLst xmlns:a="http://schemas.openxmlformats.org/drawingml/2006/main">
              <a:ext uri="{FF2B5EF4-FFF2-40B4-BE49-F238E27FC236}">
                <a16:creationId xmlns:a16="http://schemas.microsoft.com/office/drawing/2014/main" id="{E13EC7D7-9870-4CAA-BA15-CCEE7A112094}"/>
              </a:ext>
            </a:extLst>
          </p:cNvPr>
          <p:cNvSpPr>
            <a:spLocks xmlns:a="http://schemas.openxmlformats.org/drawingml/2006/main" noGrp="1"/>
          </p:cNvSpPr>
          <p:nvPr/>
        </p:nvSpPr>
        <p:spPr>
          <a:xfrm xmlns:a="http://schemas.openxmlformats.org/drawingml/2006/main">
            <a:off x="4324350" y="2895600"/>
            <a:ext cx="3143250" cy="619125"/>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26" name="figure-324">
            <a:extLst xmlns:a="http://schemas.openxmlformats.org/drawingml/2006/main">
              <a:ext uri="{FF2B5EF4-FFF2-40B4-BE49-F238E27FC236}">
                <a16:creationId xmlns:a16="http://schemas.microsoft.com/office/drawing/2014/main" id="{87BA5B4A-C69E-4083-A0B8-01A2304678EE}"/>
              </a:ext>
            </a:extLst>
          </p:cNvPr>
          <p:cNvSpPr>
            <a:spLocks xmlns:a="http://schemas.openxmlformats.org/drawingml/2006/main" noGrp="1"/>
          </p:cNvSpPr>
          <p:nvPr/>
        </p:nvSpPr>
        <p:spPr>
          <a:xfrm xmlns:a="http://schemas.openxmlformats.org/drawingml/2006/main">
            <a:off x="4400550" y="2933700"/>
            <a:ext cx="2990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따라가기 준비</a:t>
            </a:r>
          </a:p>
        </p:txBody>
      </p:sp>
      <p:sp>
        <p:nvSpPr>
          <p:cNvPr id="27" name="line-325">
            <a:extLst xmlns:a="http://schemas.openxmlformats.org/drawingml/2006/main">
              <a:ext uri="{FF2B5EF4-FFF2-40B4-BE49-F238E27FC236}">
                <a16:creationId xmlns:a16="http://schemas.microsoft.com/office/drawing/2014/main" id="{969E50AD-231A-4670-995E-DF56D1442E89}"/>
              </a:ext>
            </a:extLst>
          </p:cNvPr>
          <p:cNvSpPr>
            <a:spLocks xmlns:a="http://schemas.openxmlformats.org/drawingml/2006/main" noGrp="1"/>
          </p:cNvSpPr>
          <p:nvPr/>
        </p:nvSpPr>
        <p:spPr>
          <a:xfrm xmlns:a="http://schemas.openxmlformats.org/drawingml/2006/main">
            <a:off x="5895975" y="3514725"/>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9050">
            <a:solidFill>
              <a:srgbClr val="151515"/>
            </a:solidFill>
            <a:prstDash val="solid"/>
          </a:ln>
        </p:spPr>
      </p:sp>
      <p:sp>
        <p:nvSpPr>
          <p:cNvPr id="28" name="line-326">
            <a:extLst xmlns:a="http://schemas.openxmlformats.org/drawingml/2006/main">
              <a:ext uri="{FF2B5EF4-FFF2-40B4-BE49-F238E27FC236}">
                <a16:creationId xmlns:a16="http://schemas.microsoft.com/office/drawing/2014/main" id="{9AAEF713-320D-48BB-8CAA-0A93BDFFE072}"/>
              </a:ext>
            </a:extLst>
          </p:cNvPr>
          <p:cNvSpPr>
            <a:spLocks xmlns:a="http://schemas.openxmlformats.org/drawingml/2006/main" noGrp="1"/>
          </p:cNvSpPr>
          <p:nvPr/>
        </p:nvSpPr>
        <p:spPr>
          <a:xfrm xmlns:a="http://schemas.openxmlformats.org/drawingml/2006/main">
            <a:off x="4438650" y="3686175"/>
            <a:ext cx="1457325" cy="9525"/>
          </a:xfrm>
          <a:custGeom xmlns:a="http://schemas.openxmlformats.org/drawingml/2006/main">
            <a:pathLst>
              <a:path w="1457325" h="9525">
                <a:moveTo>
                  <a:pt x="0" y="0"/>
                </a:moveTo>
                <a:lnTo>
                  <a:pt x="1457325" y="0"/>
                </a:lnTo>
              </a:path>
            </a:pathLst>
          </a:custGeom>
          <a:noFill xmlns:a="http://schemas.openxmlformats.org/drawingml/2006/main"/>
          <a:ln xmlns:a="http://schemas.openxmlformats.org/drawingml/2006/main" w="19050">
            <a:solidFill>
              <a:srgbClr val="151515"/>
            </a:solidFill>
            <a:prstDash val="solid"/>
          </a:ln>
        </p:spPr>
      </p:sp>
      <p:sp>
        <p:nvSpPr>
          <p:cNvPr id="29" name="line-327">
            <a:extLst xmlns:a="http://schemas.openxmlformats.org/drawingml/2006/main">
              <a:ext uri="{FF2B5EF4-FFF2-40B4-BE49-F238E27FC236}">
                <a16:creationId xmlns:a16="http://schemas.microsoft.com/office/drawing/2014/main" id="{1CB221F4-E272-4CE0-A218-24182863EBA5}"/>
              </a:ext>
            </a:extLst>
          </p:cNvPr>
          <p:cNvSpPr>
            <a:spLocks xmlns:a="http://schemas.openxmlformats.org/drawingml/2006/main" noGrp="1"/>
          </p:cNvSpPr>
          <p:nvPr/>
        </p:nvSpPr>
        <p:spPr>
          <a:xfrm xmlns:a="http://schemas.openxmlformats.org/drawingml/2006/main">
            <a:off x="4438650" y="3686175"/>
            <a:ext cx="9525" cy="933450"/>
          </a:xfrm>
          <a:custGeom xmlns:a="http://schemas.openxmlformats.org/drawingml/2006/main">
            <a:pathLst>
              <a:path w="9525" h="933450">
                <a:moveTo>
                  <a:pt x="0" y="0"/>
                </a:moveTo>
                <a:lnTo>
                  <a:pt x="0" y="933450"/>
                </a:lnTo>
              </a:path>
            </a:pathLst>
          </a:custGeom>
          <a:noFill xmlns:a="http://schemas.openxmlformats.org/drawingml/2006/main"/>
          <a:ln xmlns:a="http://schemas.openxmlformats.org/drawingml/2006/main" w="19050">
            <a:solidFill>
              <a:srgbClr val="151515"/>
            </a:solidFill>
            <a:prstDash val="solid"/>
          </a:ln>
        </p:spPr>
      </p:sp>
      <p:sp>
        <p:nvSpPr>
          <p:cNvPr id="30" name="line-328">
            <a:extLst xmlns:a="http://schemas.openxmlformats.org/drawingml/2006/main">
              <a:ext uri="{FF2B5EF4-FFF2-40B4-BE49-F238E27FC236}">
                <a16:creationId xmlns:a16="http://schemas.microsoft.com/office/drawing/2014/main" id="{A90FAE91-61C5-411D-A116-17AF363858FE}"/>
              </a:ext>
            </a:extLst>
          </p:cNvPr>
          <p:cNvSpPr>
            <a:spLocks xmlns:a="http://schemas.openxmlformats.org/drawingml/2006/main" noGrp="1"/>
          </p:cNvSpPr>
          <p:nvPr/>
        </p:nvSpPr>
        <p:spPr>
          <a:xfrm xmlns:a="http://schemas.openxmlformats.org/drawingml/2006/main">
            <a:off x="4438650" y="39909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31" name="figure-329">
            <a:extLst xmlns:a="http://schemas.openxmlformats.org/drawingml/2006/main">
              <a:ext uri="{FF2B5EF4-FFF2-40B4-BE49-F238E27FC236}">
                <a16:creationId xmlns:a16="http://schemas.microsoft.com/office/drawing/2014/main" id="{035865BB-4556-4CF8-B43F-F4D330F4E5D3}"/>
              </a:ext>
            </a:extLst>
          </p:cNvPr>
          <p:cNvSpPr>
            <a:spLocks xmlns:a="http://schemas.openxmlformats.org/drawingml/2006/main" noGrp="1"/>
          </p:cNvSpPr>
          <p:nvPr/>
        </p:nvSpPr>
        <p:spPr>
          <a:xfrm xmlns:a="http://schemas.openxmlformats.org/drawingml/2006/main">
            <a:off x="4657725" y="3724275"/>
            <a:ext cx="28098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32" name="figure-330">
            <a:extLst xmlns:a="http://schemas.openxmlformats.org/drawingml/2006/main">
              <a:ext uri="{FF2B5EF4-FFF2-40B4-BE49-F238E27FC236}">
                <a16:creationId xmlns:a16="http://schemas.microsoft.com/office/drawing/2014/main" id="{BA159FA7-2D9B-4F40-A699-183F567C2C54}"/>
              </a:ext>
            </a:extLst>
          </p:cNvPr>
          <p:cNvSpPr>
            <a:spLocks xmlns:a="http://schemas.openxmlformats.org/drawingml/2006/main" noGrp="1"/>
          </p:cNvSpPr>
          <p:nvPr/>
        </p:nvSpPr>
        <p:spPr>
          <a:xfrm xmlns:a="http://schemas.openxmlformats.org/drawingml/2006/main">
            <a:off x="4733925" y="37623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1 적이 보이나?</a:t>
            </a:r>
          </a:p>
        </p:txBody>
      </p:sp>
      <p:sp>
        <p:nvSpPr>
          <p:cNvPr id="33" name="line-331">
            <a:extLst xmlns:a="http://schemas.openxmlformats.org/drawingml/2006/main">
              <a:ext uri="{FF2B5EF4-FFF2-40B4-BE49-F238E27FC236}">
                <a16:creationId xmlns:a16="http://schemas.microsoft.com/office/drawing/2014/main" id="{038C65F2-3954-446C-BD0E-55ECE4EFBCC5}"/>
              </a:ext>
            </a:extLst>
          </p:cNvPr>
          <p:cNvSpPr>
            <a:spLocks xmlns:a="http://schemas.openxmlformats.org/drawingml/2006/main" noGrp="1"/>
          </p:cNvSpPr>
          <p:nvPr/>
        </p:nvSpPr>
        <p:spPr>
          <a:xfrm xmlns:a="http://schemas.openxmlformats.org/drawingml/2006/main">
            <a:off x="4438650" y="46386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34" name="figure-332">
            <a:extLst xmlns:a="http://schemas.openxmlformats.org/drawingml/2006/main">
              <a:ext uri="{FF2B5EF4-FFF2-40B4-BE49-F238E27FC236}">
                <a16:creationId xmlns:a16="http://schemas.microsoft.com/office/drawing/2014/main" id="{99A7C384-DB91-48D5-9E55-A3EC0A87EBB6}"/>
              </a:ext>
            </a:extLst>
          </p:cNvPr>
          <p:cNvSpPr>
            <a:spLocks xmlns:a="http://schemas.openxmlformats.org/drawingml/2006/main" noGrp="1"/>
          </p:cNvSpPr>
          <p:nvPr/>
        </p:nvSpPr>
        <p:spPr>
          <a:xfrm xmlns:a="http://schemas.openxmlformats.org/drawingml/2006/main">
            <a:off x="4657725" y="4371975"/>
            <a:ext cx="2809875" cy="523875"/>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35" name="figure-333">
            <a:extLst xmlns:a="http://schemas.openxmlformats.org/drawingml/2006/main">
              <a:ext uri="{FF2B5EF4-FFF2-40B4-BE49-F238E27FC236}">
                <a16:creationId xmlns:a16="http://schemas.microsoft.com/office/drawing/2014/main" id="{AFC5A728-84D9-4F14-A392-E68A2BFB1336}"/>
              </a:ext>
            </a:extLst>
          </p:cNvPr>
          <p:cNvSpPr>
            <a:spLocks xmlns:a="http://schemas.openxmlformats.org/drawingml/2006/main" noGrp="1"/>
          </p:cNvSpPr>
          <p:nvPr/>
        </p:nvSpPr>
        <p:spPr>
          <a:xfrm xmlns:a="http://schemas.openxmlformats.org/drawingml/2006/main">
            <a:off x="4733925" y="44100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FFFFFF"/>
                </a:solidFill>
                <a:latin typeface="Malgun Gothic"/>
                <a:ea typeface="Malgun Gothic"/>
                <a:cs typeface="Malgun Gothic"/>
              </a:defRPr>
            </a:pPr>
            <a:r>
              <a:rPr sz="2175" b="1">
                <a:solidFill>
                  <a:srgbClr val="FFFFFF"/>
                </a:solidFill>
                <a:latin typeface="Malgun Gothic"/>
                <a:ea typeface="Malgun Gothic"/>
                <a:cs typeface="Malgun Gothic"/>
              </a:rPr>
              <a:t>2 따라가기</a:t>
            </a:r>
          </a:p>
        </p:txBody>
      </p:sp>
      <p:sp>
        <p:nvSpPr>
          <p:cNvPr id="36" name="figure-334">
            <a:extLst xmlns:a="http://schemas.openxmlformats.org/drawingml/2006/main">
              <a:ext uri="{FF2B5EF4-FFF2-40B4-BE49-F238E27FC236}">
                <a16:creationId xmlns:a16="http://schemas.microsoft.com/office/drawing/2014/main" id="{508E1864-8A78-47BD-B363-F0DA19F94CFE}"/>
              </a:ext>
            </a:extLst>
          </p:cNvPr>
          <p:cNvSpPr>
            <a:spLocks xmlns:a="http://schemas.openxmlformats.org/drawingml/2006/main" noGrp="1"/>
          </p:cNvSpPr>
          <p:nvPr/>
        </p:nvSpPr>
        <p:spPr>
          <a:xfrm xmlns:a="http://schemas.openxmlformats.org/drawingml/2006/main">
            <a:off x="4324350" y="55911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151515"/>
                </a:solidFill>
                <a:latin typeface="Malgun Gothic"/>
                <a:ea typeface="Malgun Gothic"/>
                <a:cs typeface="Malgun Gothic"/>
              </a:defRPr>
            </a:pPr>
            <a:r>
              <a:rPr sz="1875" b="1">
                <a:solidFill>
                  <a:srgbClr val="151515"/>
                </a:solidFill>
                <a:latin typeface="Malgun Gothic"/>
                <a:ea typeface="Malgun Gothic"/>
                <a:cs typeface="Malgun Gothic"/>
              </a:rPr>
              <a:t>하는 중</a:t>
            </a:r>
          </a:p>
        </p:txBody>
      </p:sp>
      <p:sp>
        <p:nvSpPr>
          <p:cNvPr id="37" name="line-335">
            <a:extLst xmlns:a="http://schemas.openxmlformats.org/drawingml/2006/main">
              <a:ext uri="{FF2B5EF4-FFF2-40B4-BE49-F238E27FC236}">
                <a16:creationId xmlns:a16="http://schemas.microsoft.com/office/drawing/2014/main" id="{6162B1B9-1BC7-4B66-903B-A64640BD1650}"/>
              </a:ext>
            </a:extLst>
          </p:cNvPr>
          <p:cNvSpPr>
            <a:spLocks xmlns:a="http://schemas.openxmlformats.org/drawingml/2006/main" noGrp="1"/>
          </p:cNvSpPr>
          <p:nvPr/>
        </p:nvSpPr>
        <p:spPr>
          <a:xfrm xmlns:a="http://schemas.openxmlformats.org/drawingml/2006/main">
            <a:off x="9610725" y="2657475"/>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151515"/>
            </a:solidFill>
            <a:prstDash val="solid"/>
          </a:ln>
        </p:spPr>
      </p:sp>
      <p:sp>
        <p:nvSpPr>
          <p:cNvPr id="38" name="figure-336">
            <a:extLst xmlns:a="http://schemas.openxmlformats.org/drawingml/2006/main">
              <a:ext uri="{FF2B5EF4-FFF2-40B4-BE49-F238E27FC236}">
                <a16:creationId xmlns:a16="http://schemas.microsoft.com/office/drawing/2014/main" id="{C5E64021-A2DE-44C5-BE22-8DE9B5D6309C}"/>
              </a:ext>
            </a:extLst>
          </p:cNvPr>
          <p:cNvSpPr>
            <a:spLocks xmlns:a="http://schemas.openxmlformats.org/drawingml/2006/main" noGrp="1"/>
          </p:cNvSpPr>
          <p:nvPr/>
        </p:nvSpPr>
        <p:spPr>
          <a:xfrm xmlns:a="http://schemas.openxmlformats.org/drawingml/2006/main">
            <a:off x="8039100" y="2895600"/>
            <a:ext cx="314325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39" name="figure-337">
            <a:extLst xmlns:a="http://schemas.openxmlformats.org/drawingml/2006/main">
              <a:ext uri="{FF2B5EF4-FFF2-40B4-BE49-F238E27FC236}">
                <a16:creationId xmlns:a16="http://schemas.microsoft.com/office/drawing/2014/main" id="{17705FF5-788E-4D65-B15C-16688A9E86A9}"/>
              </a:ext>
            </a:extLst>
          </p:cNvPr>
          <p:cNvSpPr>
            <a:spLocks xmlns:a="http://schemas.openxmlformats.org/drawingml/2006/main" noGrp="1"/>
          </p:cNvSpPr>
          <p:nvPr/>
        </p:nvSpPr>
        <p:spPr>
          <a:xfrm xmlns:a="http://schemas.openxmlformats.org/drawingml/2006/main">
            <a:off x="8115300" y="2933700"/>
            <a:ext cx="2990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888888"/>
                </a:solidFill>
                <a:latin typeface="Malgun Gothic"/>
                <a:ea typeface="Malgun Gothic"/>
                <a:cs typeface="Malgun Gothic"/>
              </a:defRPr>
            </a:pPr>
            <a:r>
              <a:rPr sz="2250" b="1">
                <a:solidFill>
                  <a:srgbClr val="888888"/>
                </a:solidFill>
                <a:latin typeface="Malgun Gothic"/>
                <a:ea typeface="Malgun Gothic"/>
                <a:cs typeface="Malgun Gothic"/>
              </a:rPr>
              <a:t>주변 돌아다니기</a:t>
            </a:r>
          </a:p>
        </p:txBody>
      </p:sp>
      <p:sp>
        <p:nvSpPr>
          <p:cNvPr id="40" name="figure-338">
            <a:extLst xmlns:a="http://schemas.openxmlformats.org/drawingml/2006/main">
              <a:ext uri="{FF2B5EF4-FFF2-40B4-BE49-F238E27FC236}">
                <a16:creationId xmlns:a16="http://schemas.microsoft.com/office/drawing/2014/main" id="{74CE0A86-70A6-4C7D-ACC1-B7B25F571F53}"/>
              </a:ext>
            </a:extLst>
          </p:cNvPr>
          <p:cNvSpPr>
            <a:spLocks xmlns:a="http://schemas.openxmlformats.org/drawingml/2006/main" noGrp="1"/>
          </p:cNvSpPr>
          <p:nvPr/>
        </p:nvSpPr>
        <p:spPr>
          <a:xfrm xmlns:a="http://schemas.openxmlformats.org/drawingml/2006/main">
            <a:off x="8039100" y="37909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666666"/>
                </a:solidFill>
                <a:latin typeface="Malgun Gothic"/>
                <a:ea typeface="Malgun Gothic"/>
                <a:cs typeface="Malgun Gothic"/>
              </a:defRPr>
            </a:pPr>
            <a:r>
              <a:rPr sz="2250" b="1">
                <a:solidFill>
                  <a:srgbClr val="666666"/>
                </a:solidFill>
                <a:latin typeface="Malgun Gothic"/>
                <a:ea typeface="Malgun Gothic"/>
                <a:cs typeface="Malgun Gothic"/>
              </a:rPr>
              <a:t>이전 돌아다니기 중단</a:t>
            </a:r>
          </a:p>
        </p:txBody>
      </p:sp>
      <p:sp>
        <p:nvSpPr>
          <p:cNvPr id="41" name="figure-339">
            <a:extLst xmlns:a="http://schemas.openxmlformats.org/drawingml/2006/main">
              <a:ext uri="{FF2B5EF4-FFF2-40B4-BE49-F238E27FC236}">
                <a16:creationId xmlns:a16="http://schemas.microsoft.com/office/drawing/2014/main" id="{7AA7B60C-E8E6-4AC6-AEDC-50B9356D68A3}"/>
              </a:ext>
            </a:extLst>
          </p:cNvPr>
          <p:cNvSpPr>
            <a:spLocks xmlns:a="http://schemas.openxmlformats.org/drawingml/2006/main" noGrp="1"/>
          </p:cNvSpPr>
          <p:nvPr/>
        </p:nvSpPr>
        <p:spPr>
          <a:xfrm xmlns:a="http://schemas.openxmlformats.org/drawingml/2006/main">
            <a:off x="609600" y="1771650"/>
            <a:ext cx="3343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666666"/>
                </a:solidFill>
                <a:latin typeface="Malgun Gothic"/>
                <a:ea typeface="Malgun Gothic"/>
                <a:cs typeface="Malgun Gothic"/>
              </a:defRPr>
            </a:pPr>
            <a:r>
              <a:rPr sz="1650" b="0">
                <a:solidFill>
                  <a:srgbClr val="666666"/>
                </a:solidFill>
                <a:latin typeface="Malgun Gothic"/>
                <a:ea typeface="Malgun Gothic"/>
                <a:cs typeface="Malgun Gothic"/>
              </a:rPr>
              <a:t>검정: 하는 중   회색: 안 됨</a:t>
            </a:r>
          </a:p>
          <a:p xmlns:a="http://schemas.openxmlformats.org/drawingml/2006/main">
            <a:pPr algn="l">
              <a:defRPr sz="1650" b="0">
                <a:solidFill>
                  <a:srgbClr val="666666"/>
                </a:solidFill>
                <a:latin typeface="Malgun Gothic"/>
                <a:ea typeface="Malgun Gothic"/>
                <a:cs typeface="Malgun Gothic"/>
              </a:defRPr>
            </a:pPr>
            <a:r>
              <a:rPr sz="1650" b="0">
                <a:solidFill>
                  <a:srgbClr val="666666"/>
                </a:solidFill>
                <a:latin typeface="Malgun Gothic"/>
                <a:ea typeface="Malgun Gothic"/>
                <a:cs typeface="Malgun Gothic"/>
              </a:rPr>
              <a:t>흰색: 됨   옅은 글씨: 아직 안 봄</a:t>
            </a:r>
          </a:p>
        </p:txBody>
      </p:sp>
      <p:sp>
        <p:nvSpPr>
          <p:cNvPr id="42" name="figure-340">
            <a:extLst xmlns:a="http://schemas.openxmlformats.org/drawingml/2006/main">
              <a:ext uri="{FF2B5EF4-FFF2-40B4-BE49-F238E27FC236}">
                <a16:creationId xmlns:a16="http://schemas.microsoft.com/office/drawing/2014/main" id="{A1434B68-B15C-4109-83A2-6C9AD489555E}"/>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돌아다니기를 그만두고 적을 따라가기 시작한다</a:t>
            </a:r>
          </a:p>
        </p:txBody>
      </p:sp>
    </p:spTree>
    <p:extLst>
      <p:ext uri="{BB962C8B-B14F-4D97-AF65-F5344CB8AC3E}">
        <p14:creationId xmlns:p14="http://schemas.microsoft.com/office/powerpoint/2010/main" val="4714384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figure-341">
            <a:extLst xmlns:a="http://schemas.openxmlformats.org/drawingml/2006/main">
              <a:ext uri="{FF2B5EF4-FFF2-40B4-BE49-F238E27FC236}">
                <a16:creationId xmlns:a16="http://schemas.microsoft.com/office/drawing/2014/main" id="{9C67F31E-61EB-4250-BB0F-0D817614B5FD}"/>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적이 가까워지면 공격한다</a:t>
            </a:r>
          </a:p>
        </p:txBody>
      </p:sp>
      <p:sp>
        <p:nvSpPr>
          <p:cNvPr id="2" name="figure-342">
            <a:extLst xmlns:a="http://schemas.openxmlformats.org/drawingml/2006/main">
              <a:ext uri="{FF2B5EF4-FFF2-40B4-BE49-F238E27FC236}">
                <a16:creationId xmlns:a16="http://schemas.microsoft.com/office/drawing/2014/main" id="{E54322D5-1D74-45F2-9C1B-DDC74C3F9EA8}"/>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적이 보이고, 공격할 만큼 가까이 있다</a:t>
            </a:r>
          </a:p>
        </p:txBody>
      </p:sp>
      <p:sp>
        <p:nvSpPr>
          <p:cNvPr id="3" name="figure-343">
            <a:extLst xmlns:a="http://schemas.openxmlformats.org/drawingml/2006/main">
              <a:ext uri="{FF2B5EF4-FFF2-40B4-BE49-F238E27FC236}">
                <a16:creationId xmlns:a16="http://schemas.microsoft.com/office/drawing/2014/main" id="{79737E55-0F1A-455E-92D3-EA9A8F165A15}"/>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21</a:t>
            </a:r>
          </a:p>
        </p:txBody>
      </p:sp>
      <p:sp>
        <p:nvSpPr>
          <p:cNvPr id="4" name="figure-344">
            <a:extLst xmlns:a="http://schemas.openxmlformats.org/drawingml/2006/main">
              <a:ext uri="{FF2B5EF4-FFF2-40B4-BE49-F238E27FC236}">
                <a16:creationId xmlns:a16="http://schemas.microsoft.com/office/drawing/2014/main" id="{7EDD72A7-32E2-4ED4-8688-C5D9D61083AE}"/>
              </a:ext>
            </a:extLst>
          </p:cNvPr>
          <p:cNvSpPr>
            <a:spLocks xmlns:a="http://schemas.openxmlformats.org/drawingml/2006/main" noGrp="1"/>
          </p:cNvSpPr>
          <p:nvPr/>
        </p:nvSpPr>
        <p:spPr>
          <a:xfrm xmlns:a="http://schemas.openxmlformats.org/drawingml/2006/main">
            <a:off x="4191000" y="1809750"/>
            <a:ext cx="3810000" cy="619125"/>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5" name="figure-345">
            <a:extLst xmlns:a="http://schemas.openxmlformats.org/drawingml/2006/main">
              <a:ext uri="{FF2B5EF4-FFF2-40B4-BE49-F238E27FC236}">
                <a16:creationId xmlns:a16="http://schemas.microsoft.com/office/drawing/2014/main" id="{C4332E48-F8EE-4E91-9FA6-E42D91F8C47D}"/>
              </a:ext>
            </a:extLst>
          </p:cNvPr>
          <p:cNvSpPr>
            <a:spLocks xmlns:a="http://schemas.openxmlformats.org/drawingml/2006/main" noGrp="1"/>
          </p:cNvSpPr>
          <p:nvPr/>
        </p:nvSpPr>
        <p:spPr>
          <a:xfrm xmlns:a="http://schemas.openxmlformats.org/drawingml/2006/main">
            <a:off x="4267200" y="1847850"/>
            <a:ext cx="3657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하나 고르기 · 하는 중</a:t>
            </a:r>
          </a:p>
        </p:txBody>
      </p:sp>
      <p:sp>
        <p:nvSpPr>
          <p:cNvPr id="6" name="line-346">
            <a:extLst xmlns:a="http://schemas.openxmlformats.org/drawingml/2006/main">
              <a:ext uri="{FF2B5EF4-FFF2-40B4-BE49-F238E27FC236}">
                <a16:creationId xmlns:a16="http://schemas.microsoft.com/office/drawing/2014/main" id="{A9913145-5900-46B5-96E3-FDEB528D53C1}"/>
              </a:ext>
            </a:extLst>
          </p:cNvPr>
          <p:cNvSpPr>
            <a:spLocks xmlns:a="http://schemas.openxmlformats.org/drawingml/2006/main" noGrp="1"/>
          </p:cNvSpPr>
          <p:nvPr/>
        </p:nvSpPr>
        <p:spPr>
          <a:xfrm xmlns:a="http://schemas.openxmlformats.org/drawingml/2006/main">
            <a:off x="6096000" y="2428875"/>
            <a:ext cx="9525" cy="228600"/>
          </a:xfrm>
          <a:custGeom xmlns:a="http://schemas.openxmlformats.org/drawingml/2006/main">
            <a:pathLst>
              <a:path w="9525" h="228600">
                <a:moveTo>
                  <a:pt x="0" y="0"/>
                </a:moveTo>
                <a:lnTo>
                  <a:pt x="0" y="228600"/>
                </a:lnTo>
              </a:path>
            </a:pathLst>
          </a:custGeom>
          <a:noFill xmlns:a="http://schemas.openxmlformats.org/drawingml/2006/main"/>
          <a:ln xmlns:a="http://schemas.openxmlformats.org/drawingml/2006/main" w="19050">
            <a:solidFill>
              <a:srgbClr val="151515"/>
            </a:solidFill>
            <a:prstDash val="solid"/>
          </a:ln>
        </p:spPr>
      </p:sp>
      <p:sp>
        <p:nvSpPr>
          <p:cNvPr id="7" name="line-347">
            <a:extLst xmlns:a="http://schemas.openxmlformats.org/drawingml/2006/main">
              <a:ext uri="{FF2B5EF4-FFF2-40B4-BE49-F238E27FC236}">
                <a16:creationId xmlns:a16="http://schemas.microsoft.com/office/drawing/2014/main" id="{1E609A7A-1792-4F92-ADF9-54A34830FF02}"/>
              </a:ext>
            </a:extLst>
          </p:cNvPr>
          <p:cNvSpPr>
            <a:spLocks xmlns:a="http://schemas.openxmlformats.org/drawingml/2006/main" noGrp="1"/>
          </p:cNvSpPr>
          <p:nvPr/>
        </p:nvSpPr>
        <p:spPr>
          <a:xfrm xmlns:a="http://schemas.openxmlformats.org/drawingml/2006/main">
            <a:off x="2181225" y="2657475"/>
            <a:ext cx="7429500" cy="9525"/>
          </a:xfrm>
          <a:custGeom xmlns:a="http://schemas.openxmlformats.org/drawingml/2006/main">
            <a:pathLst>
              <a:path w="7429500" h="9525">
                <a:moveTo>
                  <a:pt x="0" y="0"/>
                </a:moveTo>
                <a:lnTo>
                  <a:pt x="7429500" y="0"/>
                </a:lnTo>
              </a:path>
            </a:pathLst>
          </a:custGeom>
          <a:noFill xmlns:a="http://schemas.openxmlformats.org/drawingml/2006/main"/>
          <a:ln xmlns:a="http://schemas.openxmlformats.org/drawingml/2006/main" w="19050">
            <a:solidFill>
              <a:srgbClr val="151515"/>
            </a:solidFill>
            <a:prstDash val="solid"/>
          </a:ln>
        </p:spPr>
      </p:sp>
      <p:sp>
        <p:nvSpPr>
          <p:cNvPr id="8" name="line-348">
            <a:extLst xmlns:a="http://schemas.openxmlformats.org/drawingml/2006/main">
              <a:ext uri="{FF2B5EF4-FFF2-40B4-BE49-F238E27FC236}">
                <a16:creationId xmlns:a16="http://schemas.microsoft.com/office/drawing/2014/main" id="{47E9AB8C-9DB4-4513-8B99-27E329492C93}"/>
              </a:ext>
            </a:extLst>
          </p:cNvPr>
          <p:cNvSpPr>
            <a:spLocks xmlns:a="http://schemas.openxmlformats.org/drawingml/2006/main" noGrp="1"/>
          </p:cNvSpPr>
          <p:nvPr/>
        </p:nvSpPr>
        <p:spPr>
          <a:xfrm xmlns:a="http://schemas.openxmlformats.org/drawingml/2006/main">
            <a:off x="2181225" y="2657475"/>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151515"/>
            </a:solidFill>
            <a:prstDash val="solid"/>
          </a:ln>
        </p:spPr>
      </p:sp>
      <p:sp>
        <p:nvSpPr>
          <p:cNvPr id="9" name="figure-349">
            <a:extLst xmlns:a="http://schemas.openxmlformats.org/drawingml/2006/main">
              <a:ext uri="{FF2B5EF4-FFF2-40B4-BE49-F238E27FC236}">
                <a16:creationId xmlns:a16="http://schemas.microsoft.com/office/drawing/2014/main" id="{8772A225-47B2-466F-A32E-4D8CB43369CA}"/>
              </a:ext>
            </a:extLst>
          </p:cNvPr>
          <p:cNvSpPr>
            <a:spLocks xmlns:a="http://schemas.openxmlformats.org/drawingml/2006/main" noGrp="1"/>
          </p:cNvSpPr>
          <p:nvPr/>
        </p:nvSpPr>
        <p:spPr>
          <a:xfrm xmlns:a="http://schemas.openxmlformats.org/drawingml/2006/main">
            <a:off x="609600" y="2895600"/>
            <a:ext cx="3143250" cy="619125"/>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10" name="figure-350">
            <a:extLst xmlns:a="http://schemas.openxmlformats.org/drawingml/2006/main">
              <a:ext uri="{FF2B5EF4-FFF2-40B4-BE49-F238E27FC236}">
                <a16:creationId xmlns:a16="http://schemas.microsoft.com/office/drawing/2014/main" id="{77F1BF43-47D9-4D9B-96A0-3E117938F7A1}"/>
              </a:ext>
            </a:extLst>
          </p:cNvPr>
          <p:cNvSpPr>
            <a:spLocks xmlns:a="http://schemas.openxmlformats.org/drawingml/2006/main" noGrp="1"/>
          </p:cNvSpPr>
          <p:nvPr/>
        </p:nvSpPr>
        <p:spPr>
          <a:xfrm xmlns:a="http://schemas.openxmlformats.org/drawingml/2006/main">
            <a:off x="685800" y="2933700"/>
            <a:ext cx="2990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공격 준비</a:t>
            </a:r>
          </a:p>
        </p:txBody>
      </p:sp>
      <p:sp>
        <p:nvSpPr>
          <p:cNvPr id="11" name="line-351">
            <a:extLst xmlns:a="http://schemas.openxmlformats.org/drawingml/2006/main">
              <a:ext uri="{FF2B5EF4-FFF2-40B4-BE49-F238E27FC236}">
                <a16:creationId xmlns:a16="http://schemas.microsoft.com/office/drawing/2014/main" id="{214B0793-5734-48F1-84DB-99F6AACF7068}"/>
              </a:ext>
            </a:extLst>
          </p:cNvPr>
          <p:cNvSpPr>
            <a:spLocks xmlns:a="http://schemas.openxmlformats.org/drawingml/2006/main" noGrp="1"/>
          </p:cNvSpPr>
          <p:nvPr/>
        </p:nvSpPr>
        <p:spPr>
          <a:xfrm xmlns:a="http://schemas.openxmlformats.org/drawingml/2006/main">
            <a:off x="2181225" y="3514725"/>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9050">
            <a:solidFill>
              <a:srgbClr val="151515"/>
            </a:solidFill>
            <a:prstDash val="solid"/>
          </a:ln>
        </p:spPr>
      </p:sp>
      <p:sp>
        <p:nvSpPr>
          <p:cNvPr id="12" name="line-352">
            <a:extLst xmlns:a="http://schemas.openxmlformats.org/drawingml/2006/main">
              <a:ext uri="{FF2B5EF4-FFF2-40B4-BE49-F238E27FC236}">
                <a16:creationId xmlns:a16="http://schemas.microsoft.com/office/drawing/2014/main" id="{120F3725-48E8-4D7E-BC85-412FA5AE2590}"/>
              </a:ext>
            </a:extLst>
          </p:cNvPr>
          <p:cNvSpPr>
            <a:spLocks xmlns:a="http://schemas.openxmlformats.org/drawingml/2006/main" noGrp="1"/>
          </p:cNvSpPr>
          <p:nvPr/>
        </p:nvSpPr>
        <p:spPr>
          <a:xfrm xmlns:a="http://schemas.openxmlformats.org/drawingml/2006/main">
            <a:off x="723900" y="3686175"/>
            <a:ext cx="1457325" cy="9525"/>
          </a:xfrm>
          <a:custGeom xmlns:a="http://schemas.openxmlformats.org/drawingml/2006/main">
            <a:pathLst>
              <a:path w="1457325" h="9525">
                <a:moveTo>
                  <a:pt x="0" y="0"/>
                </a:moveTo>
                <a:lnTo>
                  <a:pt x="1457325" y="0"/>
                </a:lnTo>
              </a:path>
            </a:pathLst>
          </a:custGeom>
          <a:noFill xmlns:a="http://schemas.openxmlformats.org/drawingml/2006/main"/>
          <a:ln xmlns:a="http://schemas.openxmlformats.org/drawingml/2006/main" w="19050">
            <a:solidFill>
              <a:srgbClr val="151515"/>
            </a:solidFill>
            <a:prstDash val="solid"/>
          </a:ln>
        </p:spPr>
      </p:sp>
      <p:sp>
        <p:nvSpPr>
          <p:cNvPr id="13" name="line-353">
            <a:extLst xmlns:a="http://schemas.openxmlformats.org/drawingml/2006/main">
              <a:ext uri="{FF2B5EF4-FFF2-40B4-BE49-F238E27FC236}">
                <a16:creationId xmlns:a16="http://schemas.microsoft.com/office/drawing/2014/main" id="{A04A57BE-1B1B-410B-B4EF-A5EADAC17C36}"/>
              </a:ext>
            </a:extLst>
          </p:cNvPr>
          <p:cNvSpPr>
            <a:spLocks xmlns:a="http://schemas.openxmlformats.org/drawingml/2006/main" noGrp="1"/>
          </p:cNvSpPr>
          <p:nvPr/>
        </p:nvSpPr>
        <p:spPr>
          <a:xfrm xmlns:a="http://schemas.openxmlformats.org/drawingml/2006/main">
            <a:off x="723900" y="3686175"/>
            <a:ext cx="9525" cy="1581150"/>
          </a:xfrm>
          <a:custGeom xmlns:a="http://schemas.openxmlformats.org/drawingml/2006/main">
            <a:pathLst>
              <a:path w="9525" h="1581150">
                <a:moveTo>
                  <a:pt x="0" y="0"/>
                </a:moveTo>
                <a:lnTo>
                  <a:pt x="0" y="1581150"/>
                </a:lnTo>
              </a:path>
            </a:pathLst>
          </a:custGeom>
          <a:noFill xmlns:a="http://schemas.openxmlformats.org/drawingml/2006/main"/>
          <a:ln xmlns:a="http://schemas.openxmlformats.org/drawingml/2006/main" w="19050">
            <a:solidFill>
              <a:srgbClr val="151515"/>
            </a:solidFill>
            <a:prstDash val="solid"/>
          </a:ln>
        </p:spPr>
      </p:sp>
      <p:sp>
        <p:nvSpPr>
          <p:cNvPr id="14" name="line-354">
            <a:extLst xmlns:a="http://schemas.openxmlformats.org/drawingml/2006/main">
              <a:ext uri="{FF2B5EF4-FFF2-40B4-BE49-F238E27FC236}">
                <a16:creationId xmlns:a16="http://schemas.microsoft.com/office/drawing/2014/main" id="{EDA414C5-1A8C-4196-A766-D75382C476DC}"/>
              </a:ext>
            </a:extLst>
          </p:cNvPr>
          <p:cNvSpPr>
            <a:spLocks xmlns:a="http://schemas.openxmlformats.org/drawingml/2006/main" noGrp="1"/>
          </p:cNvSpPr>
          <p:nvPr/>
        </p:nvSpPr>
        <p:spPr>
          <a:xfrm xmlns:a="http://schemas.openxmlformats.org/drawingml/2006/main">
            <a:off x="723900" y="39909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15" name="figure-355">
            <a:extLst xmlns:a="http://schemas.openxmlformats.org/drawingml/2006/main">
              <a:ext uri="{FF2B5EF4-FFF2-40B4-BE49-F238E27FC236}">
                <a16:creationId xmlns:a16="http://schemas.microsoft.com/office/drawing/2014/main" id="{14780564-AF36-458A-9C9E-D19E0F24DC4F}"/>
              </a:ext>
            </a:extLst>
          </p:cNvPr>
          <p:cNvSpPr>
            <a:spLocks xmlns:a="http://schemas.openxmlformats.org/drawingml/2006/main" noGrp="1"/>
          </p:cNvSpPr>
          <p:nvPr/>
        </p:nvSpPr>
        <p:spPr>
          <a:xfrm xmlns:a="http://schemas.openxmlformats.org/drawingml/2006/main">
            <a:off x="942975" y="3724275"/>
            <a:ext cx="28098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6" name="figure-356">
            <a:extLst xmlns:a="http://schemas.openxmlformats.org/drawingml/2006/main">
              <a:ext uri="{FF2B5EF4-FFF2-40B4-BE49-F238E27FC236}">
                <a16:creationId xmlns:a16="http://schemas.microsoft.com/office/drawing/2014/main" id="{9988C130-F60B-4635-BF12-5816BC083CF0}"/>
              </a:ext>
            </a:extLst>
          </p:cNvPr>
          <p:cNvSpPr>
            <a:spLocks xmlns:a="http://schemas.openxmlformats.org/drawingml/2006/main" noGrp="1"/>
          </p:cNvSpPr>
          <p:nvPr/>
        </p:nvSpPr>
        <p:spPr>
          <a:xfrm xmlns:a="http://schemas.openxmlformats.org/drawingml/2006/main">
            <a:off x="1019175" y="37623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1 적이 보이나?</a:t>
            </a:r>
          </a:p>
        </p:txBody>
      </p:sp>
      <p:sp>
        <p:nvSpPr>
          <p:cNvPr id="17" name="line-357">
            <a:extLst xmlns:a="http://schemas.openxmlformats.org/drawingml/2006/main">
              <a:ext uri="{FF2B5EF4-FFF2-40B4-BE49-F238E27FC236}">
                <a16:creationId xmlns:a16="http://schemas.microsoft.com/office/drawing/2014/main" id="{97BED577-EE31-4952-A7D1-36F620D7EC71}"/>
              </a:ext>
            </a:extLst>
          </p:cNvPr>
          <p:cNvSpPr>
            <a:spLocks xmlns:a="http://schemas.openxmlformats.org/drawingml/2006/main" noGrp="1"/>
          </p:cNvSpPr>
          <p:nvPr/>
        </p:nvSpPr>
        <p:spPr>
          <a:xfrm xmlns:a="http://schemas.openxmlformats.org/drawingml/2006/main">
            <a:off x="723900" y="46386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18" name="figure-358">
            <a:extLst xmlns:a="http://schemas.openxmlformats.org/drawingml/2006/main">
              <a:ext uri="{FF2B5EF4-FFF2-40B4-BE49-F238E27FC236}">
                <a16:creationId xmlns:a16="http://schemas.microsoft.com/office/drawing/2014/main" id="{839879AF-97A6-4EC8-95FF-51A201F00ADD}"/>
              </a:ext>
            </a:extLst>
          </p:cNvPr>
          <p:cNvSpPr>
            <a:spLocks xmlns:a="http://schemas.openxmlformats.org/drawingml/2006/main" noGrp="1"/>
          </p:cNvSpPr>
          <p:nvPr/>
        </p:nvSpPr>
        <p:spPr>
          <a:xfrm xmlns:a="http://schemas.openxmlformats.org/drawingml/2006/main">
            <a:off x="942975" y="4371975"/>
            <a:ext cx="28098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9" name="figure-359">
            <a:extLst xmlns:a="http://schemas.openxmlformats.org/drawingml/2006/main">
              <a:ext uri="{FF2B5EF4-FFF2-40B4-BE49-F238E27FC236}">
                <a16:creationId xmlns:a16="http://schemas.microsoft.com/office/drawing/2014/main" id="{0E1AFD75-8B82-40E5-B2C4-461DD61EBE7D}"/>
              </a:ext>
            </a:extLst>
          </p:cNvPr>
          <p:cNvSpPr>
            <a:spLocks xmlns:a="http://schemas.openxmlformats.org/drawingml/2006/main" noGrp="1"/>
          </p:cNvSpPr>
          <p:nvPr/>
        </p:nvSpPr>
        <p:spPr>
          <a:xfrm xmlns:a="http://schemas.openxmlformats.org/drawingml/2006/main">
            <a:off x="1019175" y="44100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2 가까이 있나?</a:t>
            </a:r>
          </a:p>
        </p:txBody>
      </p:sp>
      <p:sp>
        <p:nvSpPr>
          <p:cNvPr id="20" name="line-360">
            <a:extLst xmlns:a="http://schemas.openxmlformats.org/drawingml/2006/main">
              <a:ext uri="{FF2B5EF4-FFF2-40B4-BE49-F238E27FC236}">
                <a16:creationId xmlns:a16="http://schemas.microsoft.com/office/drawing/2014/main" id="{A7966E40-3319-4D64-ADB2-D0EC6AF2CF4D}"/>
              </a:ext>
            </a:extLst>
          </p:cNvPr>
          <p:cNvSpPr>
            <a:spLocks xmlns:a="http://schemas.openxmlformats.org/drawingml/2006/main" noGrp="1"/>
          </p:cNvSpPr>
          <p:nvPr/>
        </p:nvSpPr>
        <p:spPr>
          <a:xfrm xmlns:a="http://schemas.openxmlformats.org/drawingml/2006/main">
            <a:off x="723900" y="52863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21" name="figure-361">
            <a:extLst xmlns:a="http://schemas.openxmlformats.org/drawingml/2006/main">
              <a:ext uri="{FF2B5EF4-FFF2-40B4-BE49-F238E27FC236}">
                <a16:creationId xmlns:a16="http://schemas.microsoft.com/office/drawing/2014/main" id="{55F82D4C-24E4-4B46-B20A-23DCFFF25CED}"/>
              </a:ext>
            </a:extLst>
          </p:cNvPr>
          <p:cNvSpPr>
            <a:spLocks xmlns:a="http://schemas.openxmlformats.org/drawingml/2006/main" noGrp="1"/>
          </p:cNvSpPr>
          <p:nvPr/>
        </p:nvSpPr>
        <p:spPr>
          <a:xfrm xmlns:a="http://schemas.openxmlformats.org/drawingml/2006/main">
            <a:off x="942975" y="5019675"/>
            <a:ext cx="2809875" cy="523875"/>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22" name="figure-362">
            <a:extLst xmlns:a="http://schemas.openxmlformats.org/drawingml/2006/main">
              <a:ext uri="{FF2B5EF4-FFF2-40B4-BE49-F238E27FC236}">
                <a16:creationId xmlns:a16="http://schemas.microsoft.com/office/drawing/2014/main" id="{890C4E02-FBD5-4CCB-836E-7B81A2FAB3F4}"/>
              </a:ext>
            </a:extLst>
          </p:cNvPr>
          <p:cNvSpPr>
            <a:spLocks xmlns:a="http://schemas.openxmlformats.org/drawingml/2006/main" noGrp="1"/>
          </p:cNvSpPr>
          <p:nvPr/>
        </p:nvSpPr>
        <p:spPr>
          <a:xfrm xmlns:a="http://schemas.openxmlformats.org/drawingml/2006/main">
            <a:off x="1019175" y="50577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FFFFFF"/>
                </a:solidFill>
                <a:latin typeface="Malgun Gothic"/>
                <a:ea typeface="Malgun Gothic"/>
                <a:cs typeface="Malgun Gothic"/>
              </a:defRPr>
            </a:pPr>
            <a:r>
              <a:rPr sz="2175" b="1">
                <a:solidFill>
                  <a:srgbClr val="FFFFFF"/>
                </a:solidFill>
                <a:latin typeface="Malgun Gothic"/>
                <a:ea typeface="Malgun Gothic"/>
                <a:cs typeface="Malgun Gothic"/>
              </a:rPr>
              <a:t>3 공격하기</a:t>
            </a:r>
          </a:p>
        </p:txBody>
      </p:sp>
      <p:sp>
        <p:nvSpPr>
          <p:cNvPr id="23" name="figure-363">
            <a:extLst xmlns:a="http://schemas.openxmlformats.org/drawingml/2006/main">
              <a:ext uri="{FF2B5EF4-FFF2-40B4-BE49-F238E27FC236}">
                <a16:creationId xmlns:a16="http://schemas.microsoft.com/office/drawing/2014/main" id="{39EAF95C-5667-4E69-AED4-030A13C1D79A}"/>
              </a:ext>
            </a:extLst>
          </p:cNvPr>
          <p:cNvSpPr>
            <a:spLocks xmlns:a="http://schemas.openxmlformats.org/drawingml/2006/main" noGrp="1"/>
          </p:cNvSpPr>
          <p:nvPr/>
        </p:nvSpPr>
        <p:spPr>
          <a:xfrm xmlns:a="http://schemas.openxmlformats.org/drawingml/2006/main">
            <a:off x="609600" y="55911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151515"/>
                </a:solidFill>
                <a:latin typeface="Malgun Gothic"/>
                <a:ea typeface="Malgun Gothic"/>
                <a:cs typeface="Malgun Gothic"/>
              </a:defRPr>
            </a:pPr>
            <a:r>
              <a:rPr sz="1875" b="1">
                <a:solidFill>
                  <a:srgbClr val="151515"/>
                </a:solidFill>
                <a:latin typeface="Malgun Gothic"/>
                <a:ea typeface="Malgun Gothic"/>
                <a:cs typeface="Malgun Gothic"/>
              </a:rPr>
              <a:t>하는 중</a:t>
            </a:r>
          </a:p>
        </p:txBody>
      </p:sp>
      <p:sp>
        <p:nvSpPr>
          <p:cNvPr id="24" name="line-364">
            <a:extLst xmlns:a="http://schemas.openxmlformats.org/drawingml/2006/main">
              <a:ext uri="{FF2B5EF4-FFF2-40B4-BE49-F238E27FC236}">
                <a16:creationId xmlns:a16="http://schemas.microsoft.com/office/drawing/2014/main" id="{F10AFA4F-02F0-41D1-9A1B-E52E8DBF4832}"/>
              </a:ext>
            </a:extLst>
          </p:cNvPr>
          <p:cNvSpPr>
            <a:spLocks xmlns:a="http://schemas.openxmlformats.org/drawingml/2006/main" noGrp="1"/>
          </p:cNvSpPr>
          <p:nvPr/>
        </p:nvSpPr>
        <p:spPr>
          <a:xfrm xmlns:a="http://schemas.openxmlformats.org/drawingml/2006/main">
            <a:off x="5895975" y="2657475"/>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151515"/>
            </a:solidFill>
            <a:prstDash val="solid"/>
          </a:ln>
        </p:spPr>
      </p:sp>
      <p:sp>
        <p:nvSpPr>
          <p:cNvPr id="25" name="figure-365">
            <a:extLst xmlns:a="http://schemas.openxmlformats.org/drawingml/2006/main">
              <a:ext uri="{FF2B5EF4-FFF2-40B4-BE49-F238E27FC236}">
                <a16:creationId xmlns:a16="http://schemas.microsoft.com/office/drawing/2014/main" id="{D3B8216A-EBED-4059-9E48-1C87125B0089}"/>
              </a:ext>
            </a:extLst>
          </p:cNvPr>
          <p:cNvSpPr>
            <a:spLocks xmlns:a="http://schemas.openxmlformats.org/drawingml/2006/main" noGrp="1"/>
          </p:cNvSpPr>
          <p:nvPr/>
        </p:nvSpPr>
        <p:spPr>
          <a:xfrm xmlns:a="http://schemas.openxmlformats.org/drawingml/2006/main">
            <a:off x="4324350" y="2895600"/>
            <a:ext cx="314325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26" name="figure-366">
            <a:extLst xmlns:a="http://schemas.openxmlformats.org/drawingml/2006/main">
              <a:ext uri="{FF2B5EF4-FFF2-40B4-BE49-F238E27FC236}">
                <a16:creationId xmlns:a16="http://schemas.microsoft.com/office/drawing/2014/main" id="{2371EF89-E6C5-4648-82DD-F4D97565C3A4}"/>
              </a:ext>
            </a:extLst>
          </p:cNvPr>
          <p:cNvSpPr>
            <a:spLocks xmlns:a="http://schemas.openxmlformats.org/drawingml/2006/main" noGrp="1"/>
          </p:cNvSpPr>
          <p:nvPr/>
        </p:nvSpPr>
        <p:spPr>
          <a:xfrm xmlns:a="http://schemas.openxmlformats.org/drawingml/2006/main">
            <a:off x="4400550" y="2933700"/>
            <a:ext cx="2990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888888"/>
                </a:solidFill>
                <a:latin typeface="Malgun Gothic"/>
                <a:ea typeface="Malgun Gothic"/>
                <a:cs typeface="Malgun Gothic"/>
              </a:defRPr>
            </a:pPr>
            <a:r>
              <a:rPr sz="2250" b="1">
                <a:solidFill>
                  <a:srgbClr val="888888"/>
                </a:solidFill>
                <a:latin typeface="Malgun Gothic"/>
                <a:ea typeface="Malgun Gothic"/>
                <a:cs typeface="Malgun Gothic"/>
              </a:rPr>
              <a:t>따라가기 준비</a:t>
            </a:r>
          </a:p>
        </p:txBody>
      </p:sp>
      <p:sp>
        <p:nvSpPr>
          <p:cNvPr id="27" name="line-367">
            <a:extLst xmlns:a="http://schemas.openxmlformats.org/drawingml/2006/main">
              <a:ext uri="{FF2B5EF4-FFF2-40B4-BE49-F238E27FC236}">
                <a16:creationId xmlns:a16="http://schemas.microsoft.com/office/drawing/2014/main" id="{520383FC-D3CE-4AD4-AEEE-3B6400399877}"/>
              </a:ext>
            </a:extLst>
          </p:cNvPr>
          <p:cNvSpPr>
            <a:spLocks xmlns:a="http://schemas.openxmlformats.org/drawingml/2006/main" noGrp="1"/>
          </p:cNvSpPr>
          <p:nvPr/>
        </p:nvSpPr>
        <p:spPr>
          <a:xfrm xmlns:a="http://schemas.openxmlformats.org/drawingml/2006/main">
            <a:off x="5895975" y="3514725"/>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9050">
            <a:solidFill>
              <a:srgbClr val="151515"/>
            </a:solidFill>
            <a:prstDash val="solid"/>
          </a:ln>
        </p:spPr>
      </p:sp>
      <p:sp>
        <p:nvSpPr>
          <p:cNvPr id="28" name="line-368">
            <a:extLst xmlns:a="http://schemas.openxmlformats.org/drawingml/2006/main">
              <a:ext uri="{FF2B5EF4-FFF2-40B4-BE49-F238E27FC236}">
                <a16:creationId xmlns:a16="http://schemas.microsoft.com/office/drawing/2014/main" id="{3913D86F-8B75-47D9-9E2C-1B9674447DC7}"/>
              </a:ext>
            </a:extLst>
          </p:cNvPr>
          <p:cNvSpPr>
            <a:spLocks xmlns:a="http://schemas.openxmlformats.org/drawingml/2006/main" noGrp="1"/>
          </p:cNvSpPr>
          <p:nvPr/>
        </p:nvSpPr>
        <p:spPr>
          <a:xfrm xmlns:a="http://schemas.openxmlformats.org/drawingml/2006/main">
            <a:off x="4438650" y="3686175"/>
            <a:ext cx="1457325" cy="9525"/>
          </a:xfrm>
          <a:custGeom xmlns:a="http://schemas.openxmlformats.org/drawingml/2006/main">
            <a:pathLst>
              <a:path w="1457325" h="9525">
                <a:moveTo>
                  <a:pt x="0" y="0"/>
                </a:moveTo>
                <a:lnTo>
                  <a:pt x="1457325" y="0"/>
                </a:lnTo>
              </a:path>
            </a:pathLst>
          </a:custGeom>
          <a:noFill xmlns:a="http://schemas.openxmlformats.org/drawingml/2006/main"/>
          <a:ln xmlns:a="http://schemas.openxmlformats.org/drawingml/2006/main" w="19050">
            <a:solidFill>
              <a:srgbClr val="151515"/>
            </a:solidFill>
            <a:prstDash val="solid"/>
          </a:ln>
        </p:spPr>
      </p:sp>
      <p:sp>
        <p:nvSpPr>
          <p:cNvPr id="29" name="line-369">
            <a:extLst xmlns:a="http://schemas.openxmlformats.org/drawingml/2006/main">
              <a:ext uri="{FF2B5EF4-FFF2-40B4-BE49-F238E27FC236}">
                <a16:creationId xmlns:a16="http://schemas.microsoft.com/office/drawing/2014/main" id="{AD7B6BEF-70BD-40A3-A209-95EE0411FAF1}"/>
              </a:ext>
            </a:extLst>
          </p:cNvPr>
          <p:cNvSpPr>
            <a:spLocks xmlns:a="http://schemas.openxmlformats.org/drawingml/2006/main" noGrp="1"/>
          </p:cNvSpPr>
          <p:nvPr/>
        </p:nvSpPr>
        <p:spPr>
          <a:xfrm xmlns:a="http://schemas.openxmlformats.org/drawingml/2006/main">
            <a:off x="4438650" y="3686175"/>
            <a:ext cx="9525" cy="933450"/>
          </a:xfrm>
          <a:custGeom xmlns:a="http://schemas.openxmlformats.org/drawingml/2006/main">
            <a:pathLst>
              <a:path w="9525" h="933450">
                <a:moveTo>
                  <a:pt x="0" y="0"/>
                </a:moveTo>
                <a:lnTo>
                  <a:pt x="0" y="933450"/>
                </a:lnTo>
              </a:path>
            </a:pathLst>
          </a:custGeom>
          <a:noFill xmlns:a="http://schemas.openxmlformats.org/drawingml/2006/main"/>
          <a:ln xmlns:a="http://schemas.openxmlformats.org/drawingml/2006/main" w="19050">
            <a:solidFill>
              <a:srgbClr val="151515"/>
            </a:solidFill>
            <a:prstDash val="solid"/>
          </a:ln>
        </p:spPr>
      </p:sp>
      <p:sp>
        <p:nvSpPr>
          <p:cNvPr id="30" name="line-370">
            <a:extLst xmlns:a="http://schemas.openxmlformats.org/drawingml/2006/main">
              <a:ext uri="{FF2B5EF4-FFF2-40B4-BE49-F238E27FC236}">
                <a16:creationId xmlns:a16="http://schemas.microsoft.com/office/drawing/2014/main" id="{E7C43BB1-1F1D-42E3-A3DA-60945A80249A}"/>
              </a:ext>
            </a:extLst>
          </p:cNvPr>
          <p:cNvSpPr>
            <a:spLocks xmlns:a="http://schemas.openxmlformats.org/drawingml/2006/main" noGrp="1"/>
          </p:cNvSpPr>
          <p:nvPr/>
        </p:nvSpPr>
        <p:spPr>
          <a:xfrm xmlns:a="http://schemas.openxmlformats.org/drawingml/2006/main">
            <a:off x="4438650" y="39909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31" name="figure-371">
            <a:extLst xmlns:a="http://schemas.openxmlformats.org/drawingml/2006/main">
              <a:ext uri="{FF2B5EF4-FFF2-40B4-BE49-F238E27FC236}">
                <a16:creationId xmlns:a16="http://schemas.microsoft.com/office/drawing/2014/main" id="{BFF336EE-BE15-417E-8291-B09AAB541AAF}"/>
              </a:ext>
            </a:extLst>
          </p:cNvPr>
          <p:cNvSpPr>
            <a:spLocks xmlns:a="http://schemas.openxmlformats.org/drawingml/2006/main" noGrp="1"/>
          </p:cNvSpPr>
          <p:nvPr/>
        </p:nvSpPr>
        <p:spPr>
          <a:xfrm xmlns:a="http://schemas.openxmlformats.org/drawingml/2006/main">
            <a:off x="4657725" y="3724275"/>
            <a:ext cx="28098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32" name="figure-372">
            <a:extLst xmlns:a="http://schemas.openxmlformats.org/drawingml/2006/main">
              <a:ext uri="{FF2B5EF4-FFF2-40B4-BE49-F238E27FC236}">
                <a16:creationId xmlns:a16="http://schemas.microsoft.com/office/drawing/2014/main" id="{2FF4183C-292E-46D4-9CBD-258FD2B5C2CA}"/>
              </a:ext>
            </a:extLst>
          </p:cNvPr>
          <p:cNvSpPr>
            <a:spLocks xmlns:a="http://schemas.openxmlformats.org/drawingml/2006/main" noGrp="1"/>
          </p:cNvSpPr>
          <p:nvPr/>
        </p:nvSpPr>
        <p:spPr>
          <a:xfrm xmlns:a="http://schemas.openxmlformats.org/drawingml/2006/main">
            <a:off x="4733925" y="37623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888888"/>
                </a:solidFill>
                <a:latin typeface="Malgun Gothic"/>
                <a:ea typeface="Malgun Gothic"/>
                <a:cs typeface="Malgun Gothic"/>
              </a:defRPr>
            </a:pPr>
            <a:r>
              <a:rPr sz="2175" b="1">
                <a:solidFill>
                  <a:srgbClr val="888888"/>
                </a:solidFill>
                <a:latin typeface="Malgun Gothic"/>
                <a:ea typeface="Malgun Gothic"/>
                <a:cs typeface="Malgun Gothic"/>
              </a:rPr>
              <a:t>1 적이 보이나?</a:t>
            </a:r>
          </a:p>
        </p:txBody>
      </p:sp>
      <p:sp>
        <p:nvSpPr>
          <p:cNvPr id="33" name="line-373">
            <a:extLst xmlns:a="http://schemas.openxmlformats.org/drawingml/2006/main">
              <a:ext uri="{FF2B5EF4-FFF2-40B4-BE49-F238E27FC236}">
                <a16:creationId xmlns:a16="http://schemas.microsoft.com/office/drawing/2014/main" id="{D6DDC75C-1CF3-4C3E-B5C7-028B74512A19}"/>
              </a:ext>
            </a:extLst>
          </p:cNvPr>
          <p:cNvSpPr>
            <a:spLocks xmlns:a="http://schemas.openxmlformats.org/drawingml/2006/main" noGrp="1"/>
          </p:cNvSpPr>
          <p:nvPr/>
        </p:nvSpPr>
        <p:spPr>
          <a:xfrm xmlns:a="http://schemas.openxmlformats.org/drawingml/2006/main">
            <a:off x="4438650" y="4638675"/>
            <a:ext cx="219075" cy="9525"/>
          </a:xfrm>
          <a:custGeom xmlns:a="http://schemas.openxmlformats.org/drawingml/2006/main">
            <a:pathLst>
              <a:path w="219075" h="9525">
                <a:moveTo>
                  <a:pt x="0" y="0"/>
                </a:moveTo>
                <a:lnTo>
                  <a:pt x="219075" y="0"/>
                </a:lnTo>
              </a:path>
            </a:pathLst>
          </a:custGeom>
          <a:noFill xmlns:a="http://schemas.openxmlformats.org/drawingml/2006/main"/>
          <a:ln xmlns:a="http://schemas.openxmlformats.org/drawingml/2006/main" w="19050">
            <a:solidFill>
              <a:srgbClr val="151515"/>
            </a:solidFill>
            <a:prstDash val="solid"/>
          </a:ln>
        </p:spPr>
      </p:sp>
      <p:sp>
        <p:nvSpPr>
          <p:cNvPr id="34" name="figure-374">
            <a:extLst xmlns:a="http://schemas.openxmlformats.org/drawingml/2006/main">
              <a:ext uri="{FF2B5EF4-FFF2-40B4-BE49-F238E27FC236}">
                <a16:creationId xmlns:a16="http://schemas.microsoft.com/office/drawing/2014/main" id="{2FF39D15-DBD7-4377-B230-867678A3E783}"/>
              </a:ext>
            </a:extLst>
          </p:cNvPr>
          <p:cNvSpPr>
            <a:spLocks xmlns:a="http://schemas.openxmlformats.org/drawingml/2006/main" noGrp="1"/>
          </p:cNvSpPr>
          <p:nvPr/>
        </p:nvSpPr>
        <p:spPr>
          <a:xfrm xmlns:a="http://schemas.openxmlformats.org/drawingml/2006/main">
            <a:off x="4657725" y="4371975"/>
            <a:ext cx="2809875" cy="523875"/>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35" name="figure-375">
            <a:extLst xmlns:a="http://schemas.openxmlformats.org/drawingml/2006/main">
              <a:ext uri="{FF2B5EF4-FFF2-40B4-BE49-F238E27FC236}">
                <a16:creationId xmlns:a16="http://schemas.microsoft.com/office/drawing/2014/main" id="{094C6866-AB9C-4386-A1FD-01C7AADFDA64}"/>
              </a:ext>
            </a:extLst>
          </p:cNvPr>
          <p:cNvSpPr>
            <a:spLocks xmlns:a="http://schemas.openxmlformats.org/drawingml/2006/main" noGrp="1"/>
          </p:cNvSpPr>
          <p:nvPr/>
        </p:nvSpPr>
        <p:spPr>
          <a:xfrm xmlns:a="http://schemas.openxmlformats.org/drawingml/2006/main">
            <a:off x="4733925" y="4410075"/>
            <a:ext cx="26574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888888"/>
                </a:solidFill>
                <a:latin typeface="Malgun Gothic"/>
                <a:ea typeface="Malgun Gothic"/>
                <a:cs typeface="Malgun Gothic"/>
              </a:defRPr>
            </a:pPr>
            <a:r>
              <a:rPr sz="2175" b="1">
                <a:solidFill>
                  <a:srgbClr val="888888"/>
                </a:solidFill>
                <a:latin typeface="Malgun Gothic"/>
                <a:ea typeface="Malgun Gothic"/>
                <a:cs typeface="Malgun Gothic"/>
              </a:rPr>
              <a:t>2 따라가기</a:t>
            </a:r>
          </a:p>
        </p:txBody>
      </p:sp>
      <p:sp>
        <p:nvSpPr>
          <p:cNvPr id="36" name="figure-376">
            <a:extLst xmlns:a="http://schemas.openxmlformats.org/drawingml/2006/main">
              <a:ext uri="{FF2B5EF4-FFF2-40B4-BE49-F238E27FC236}">
                <a16:creationId xmlns:a16="http://schemas.microsoft.com/office/drawing/2014/main" id="{3C5EDABE-7E87-4353-B82B-D7053DAC423D}"/>
              </a:ext>
            </a:extLst>
          </p:cNvPr>
          <p:cNvSpPr>
            <a:spLocks xmlns:a="http://schemas.openxmlformats.org/drawingml/2006/main" noGrp="1"/>
          </p:cNvSpPr>
          <p:nvPr/>
        </p:nvSpPr>
        <p:spPr>
          <a:xfrm xmlns:a="http://schemas.openxmlformats.org/drawingml/2006/main">
            <a:off x="4324350" y="55911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a:solidFill>
                  <a:srgbClr val="151515"/>
                </a:solidFill>
                <a:latin typeface="Malgun Gothic"/>
                <a:ea typeface="Malgun Gothic"/>
                <a:cs typeface="Malgun Gothic"/>
              </a:defRPr>
            </a:pPr>
            <a:r>
              <a:rPr sz="1875" b="1">
                <a:solidFill>
                  <a:srgbClr val="151515"/>
                </a:solidFill>
                <a:latin typeface="Malgun Gothic"/>
                <a:ea typeface="Malgun Gothic"/>
                <a:cs typeface="Malgun Gothic"/>
              </a:rPr>
              <a:t>이전 따라가기 중단</a:t>
            </a:r>
          </a:p>
        </p:txBody>
      </p:sp>
      <p:sp>
        <p:nvSpPr>
          <p:cNvPr id="37" name="line-377">
            <a:extLst xmlns:a="http://schemas.openxmlformats.org/drawingml/2006/main">
              <a:ext uri="{FF2B5EF4-FFF2-40B4-BE49-F238E27FC236}">
                <a16:creationId xmlns:a16="http://schemas.microsoft.com/office/drawing/2014/main" id="{4E4B62AD-98DF-4889-ADD9-8BC3DF6E2807}"/>
              </a:ext>
            </a:extLst>
          </p:cNvPr>
          <p:cNvSpPr>
            <a:spLocks xmlns:a="http://schemas.openxmlformats.org/drawingml/2006/main" noGrp="1"/>
          </p:cNvSpPr>
          <p:nvPr/>
        </p:nvSpPr>
        <p:spPr>
          <a:xfrm xmlns:a="http://schemas.openxmlformats.org/drawingml/2006/main">
            <a:off x="9610725" y="2657475"/>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151515"/>
            </a:solidFill>
            <a:prstDash val="solid"/>
          </a:ln>
        </p:spPr>
      </p:sp>
      <p:sp>
        <p:nvSpPr>
          <p:cNvPr id="38" name="figure-378">
            <a:extLst xmlns:a="http://schemas.openxmlformats.org/drawingml/2006/main">
              <a:ext uri="{FF2B5EF4-FFF2-40B4-BE49-F238E27FC236}">
                <a16:creationId xmlns:a16="http://schemas.microsoft.com/office/drawing/2014/main" id="{82B69F24-33DA-4593-A382-E1510111820F}"/>
              </a:ext>
            </a:extLst>
          </p:cNvPr>
          <p:cNvSpPr>
            <a:spLocks xmlns:a="http://schemas.openxmlformats.org/drawingml/2006/main" noGrp="1"/>
          </p:cNvSpPr>
          <p:nvPr/>
        </p:nvSpPr>
        <p:spPr>
          <a:xfrm xmlns:a="http://schemas.openxmlformats.org/drawingml/2006/main">
            <a:off x="8039100" y="2895600"/>
            <a:ext cx="314325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39" name="figure-379">
            <a:extLst xmlns:a="http://schemas.openxmlformats.org/drawingml/2006/main">
              <a:ext uri="{FF2B5EF4-FFF2-40B4-BE49-F238E27FC236}">
                <a16:creationId xmlns:a16="http://schemas.microsoft.com/office/drawing/2014/main" id="{DEC0BBB5-8CEB-4A7E-9B9B-5745D64421CA}"/>
              </a:ext>
            </a:extLst>
          </p:cNvPr>
          <p:cNvSpPr>
            <a:spLocks xmlns:a="http://schemas.openxmlformats.org/drawingml/2006/main" noGrp="1"/>
          </p:cNvSpPr>
          <p:nvPr/>
        </p:nvSpPr>
        <p:spPr>
          <a:xfrm xmlns:a="http://schemas.openxmlformats.org/drawingml/2006/main">
            <a:off x="8115300" y="2933700"/>
            <a:ext cx="2990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888888"/>
                </a:solidFill>
                <a:latin typeface="Malgun Gothic"/>
                <a:ea typeface="Malgun Gothic"/>
                <a:cs typeface="Malgun Gothic"/>
              </a:defRPr>
            </a:pPr>
            <a:r>
              <a:rPr sz="2250" b="1">
                <a:solidFill>
                  <a:srgbClr val="888888"/>
                </a:solidFill>
                <a:latin typeface="Malgun Gothic"/>
                <a:ea typeface="Malgun Gothic"/>
                <a:cs typeface="Malgun Gothic"/>
              </a:rPr>
              <a:t>주변 돌아다니기</a:t>
            </a:r>
          </a:p>
        </p:txBody>
      </p:sp>
      <p:sp>
        <p:nvSpPr>
          <p:cNvPr id="40" name="figure-380">
            <a:extLst xmlns:a="http://schemas.openxmlformats.org/drawingml/2006/main">
              <a:ext uri="{FF2B5EF4-FFF2-40B4-BE49-F238E27FC236}">
                <a16:creationId xmlns:a16="http://schemas.microsoft.com/office/drawing/2014/main" id="{9C969BE4-B850-4BAB-A9CC-15245E95F968}"/>
              </a:ext>
            </a:extLst>
          </p:cNvPr>
          <p:cNvSpPr>
            <a:spLocks xmlns:a="http://schemas.openxmlformats.org/drawingml/2006/main" noGrp="1"/>
          </p:cNvSpPr>
          <p:nvPr/>
        </p:nvSpPr>
        <p:spPr>
          <a:xfrm xmlns:a="http://schemas.openxmlformats.org/drawingml/2006/main">
            <a:off x="8039100" y="37909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666666"/>
                </a:solidFill>
                <a:latin typeface="Malgun Gothic"/>
                <a:ea typeface="Malgun Gothic"/>
                <a:cs typeface="Malgun Gothic"/>
              </a:defRPr>
            </a:pPr>
            <a:r>
              <a:rPr sz="2250" b="1">
                <a:solidFill>
                  <a:srgbClr val="666666"/>
                </a:solidFill>
                <a:latin typeface="Malgun Gothic"/>
                <a:ea typeface="Malgun Gothic"/>
                <a:cs typeface="Malgun Gothic"/>
              </a:rPr>
              <a:t>아직 안 봄</a:t>
            </a:r>
          </a:p>
        </p:txBody>
      </p:sp>
      <p:sp>
        <p:nvSpPr>
          <p:cNvPr id="41" name="figure-381">
            <a:extLst xmlns:a="http://schemas.openxmlformats.org/drawingml/2006/main">
              <a:ext uri="{FF2B5EF4-FFF2-40B4-BE49-F238E27FC236}">
                <a16:creationId xmlns:a16="http://schemas.microsoft.com/office/drawing/2014/main" id="{C13BA421-5720-461D-8358-4DD8142A1A31}"/>
              </a:ext>
            </a:extLst>
          </p:cNvPr>
          <p:cNvSpPr>
            <a:spLocks xmlns:a="http://schemas.openxmlformats.org/drawingml/2006/main" noGrp="1"/>
          </p:cNvSpPr>
          <p:nvPr/>
        </p:nvSpPr>
        <p:spPr>
          <a:xfrm xmlns:a="http://schemas.openxmlformats.org/drawingml/2006/main">
            <a:off x="609600" y="1771650"/>
            <a:ext cx="33432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666666"/>
                </a:solidFill>
                <a:latin typeface="Malgun Gothic"/>
                <a:ea typeface="Malgun Gothic"/>
                <a:cs typeface="Malgun Gothic"/>
              </a:defRPr>
            </a:pPr>
            <a:r>
              <a:rPr sz="1650" b="0">
                <a:solidFill>
                  <a:srgbClr val="666666"/>
                </a:solidFill>
                <a:latin typeface="Malgun Gothic"/>
                <a:ea typeface="Malgun Gothic"/>
                <a:cs typeface="Malgun Gothic"/>
              </a:rPr>
              <a:t>검정: 하는 중   회색: 안 됨</a:t>
            </a:r>
          </a:p>
          <a:p xmlns:a="http://schemas.openxmlformats.org/drawingml/2006/main">
            <a:pPr algn="l">
              <a:defRPr sz="1650" b="0">
                <a:solidFill>
                  <a:srgbClr val="666666"/>
                </a:solidFill>
                <a:latin typeface="Malgun Gothic"/>
                <a:ea typeface="Malgun Gothic"/>
                <a:cs typeface="Malgun Gothic"/>
              </a:defRPr>
            </a:pPr>
            <a:r>
              <a:rPr sz="1650" b="0">
                <a:solidFill>
                  <a:srgbClr val="666666"/>
                </a:solidFill>
                <a:latin typeface="Malgun Gothic"/>
                <a:ea typeface="Malgun Gothic"/>
                <a:cs typeface="Malgun Gothic"/>
              </a:rPr>
              <a:t>흰색: 됨   옅은 글씨: 아직 안 봄</a:t>
            </a:r>
          </a:p>
        </p:txBody>
      </p:sp>
      <p:sp>
        <p:nvSpPr>
          <p:cNvPr id="42" name="figure-382">
            <a:extLst xmlns:a="http://schemas.openxmlformats.org/drawingml/2006/main">
              <a:ext uri="{FF2B5EF4-FFF2-40B4-BE49-F238E27FC236}">
                <a16:creationId xmlns:a16="http://schemas.microsoft.com/office/drawing/2014/main" id="{1B578496-B7F8-48D7-ADB6-9FEDAE435739}"/>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따라가기를 그만두고 공격 동작을 시작한다</a:t>
            </a:r>
          </a:p>
        </p:txBody>
      </p:sp>
    </p:spTree>
    <p:extLst>
      <p:ext uri="{BB962C8B-B14F-4D97-AF65-F5344CB8AC3E}">
        <p14:creationId xmlns:p14="http://schemas.microsoft.com/office/powerpoint/2010/main" val="190257580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figure-383">
            <a:extLst xmlns:a="http://schemas.openxmlformats.org/drawingml/2006/main">
              <a:ext uri="{FF2B5EF4-FFF2-40B4-BE49-F238E27FC236}">
                <a16:creationId xmlns:a16="http://schemas.microsoft.com/office/drawing/2014/main" id="{A7F5598F-F0AB-4FA5-99AC-6D3E687E14BA}"/>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많이 다쳤다면 회복을 먼저 한다</a:t>
            </a:r>
          </a:p>
        </p:txBody>
      </p:sp>
      <p:sp>
        <p:nvSpPr>
          <p:cNvPr id="2" name="figure-384">
            <a:extLst xmlns:a="http://schemas.openxmlformats.org/drawingml/2006/main">
              <a:ext uri="{FF2B5EF4-FFF2-40B4-BE49-F238E27FC236}">
                <a16:creationId xmlns:a16="http://schemas.microsoft.com/office/drawing/2014/main" id="{C45259D9-C785-4827-AE32-D04C482F3358}"/>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앞에 후보를 추가하면 먼저 시도할 일을 바꿀 수 있다</a:t>
            </a:r>
          </a:p>
        </p:txBody>
      </p:sp>
      <p:sp>
        <p:nvSpPr>
          <p:cNvPr id="3" name="figure-385">
            <a:extLst xmlns:a="http://schemas.openxmlformats.org/drawingml/2006/main">
              <a:ext uri="{FF2B5EF4-FFF2-40B4-BE49-F238E27FC236}">
                <a16:creationId xmlns:a16="http://schemas.microsoft.com/office/drawing/2014/main" id="{0BCAA932-B76A-4C1F-9A7F-42B46ABA6C81}"/>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22</a:t>
            </a:r>
          </a:p>
        </p:txBody>
      </p:sp>
      <p:sp>
        <p:nvSpPr>
          <p:cNvPr id="4" name="figure-386">
            <a:extLst xmlns:a="http://schemas.openxmlformats.org/drawingml/2006/main">
              <a:ext uri="{FF2B5EF4-FFF2-40B4-BE49-F238E27FC236}">
                <a16:creationId xmlns:a16="http://schemas.microsoft.com/office/drawing/2014/main" id="{0237FC2E-AE2A-46A7-A267-D93CEA529B90}"/>
              </a:ext>
            </a:extLst>
          </p:cNvPr>
          <p:cNvSpPr>
            <a:spLocks xmlns:a="http://schemas.openxmlformats.org/drawingml/2006/main" noGrp="1"/>
          </p:cNvSpPr>
          <p:nvPr/>
        </p:nvSpPr>
        <p:spPr>
          <a:xfrm xmlns:a="http://schemas.openxmlformats.org/drawingml/2006/main">
            <a:off x="609600" y="2628900"/>
            <a:ext cx="2300288" cy="914400"/>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5" name="figure-387">
            <a:extLst xmlns:a="http://schemas.openxmlformats.org/drawingml/2006/main">
              <a:ext uri="{FF2B5EF4-FFF2-40B4-BE49-F238E27FC236}">
                <a16:creationId xmlns:a16="http://schemas.microsoft.com/office/drawing/2014/main" id="{FAC53A14-09E4-4ECB-AE41-8CE6A34CECBE}"/>
              </a:ext>
            </a:extLst>
          </p:cNvPr>
          <p:cNvSpPr>
            <a:spLocks xmlns:a="http://schemas.openxmlformats.org/drawingml/2006/main" noGrp="1"/>
          </p:cNvSpPr>
          <p:nvPr/>
        </p:nvSpPr>
        <p:spPr>
          <a:xfrm xmlns:a="http://schemas.openxmlformats.org/drawingml/2006/main">
            <a:off x="685800" y="2667000"/>
            <a:ext cx="2147888"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회복하기</a:t>
            </a:r>
          </a:p>
        </p:txBody>
      </p:sp>
      <p:sp>
        <p:nvSpPr>
          <p:cNvPr id="6" name="figure-388">
            <a:extLst xmlns:a="http://schemas.openxmlformats.org/drawingml/2006/main">
              <a:ext uri="{FF2B5EF4-FFF2-40B4-BE49-F238E27FC236}">
                <a16:creationId xmlns:a16="http://schemas.microsoft.com/office/drawing/2014/main" id="{4234104D-3693-4B5E-A6A5-5834B05ACA27}"/>
              </a:ext>
            </a:extLst>
          </p:cNvPr>
          <p:cNvSpPr>
            <a:spLocks xmlns:a="http://schemas.openxmlformats.org/drawingml/2006/main" noGrp="1"/>
          </p:cNvSpPr>
          <p:nvPr/>
        </p:nvSpPr>
        <p:spPr>
          <a:xfrm xmlns:a="http://schemas.openxmlformats.org/drawingml/2006/main">
            <a:off x="3052763" y="2990850"/>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389">
            <a:extLst xmlns:a="http://schemas.openxmlformats.org/drawingml/2006/main">
              <a:ext uri="{FF2B5EF4-FFF2-40B4-BE49-F238E27FC236}">
                <a16:creationId xmlns:a16="http://schemas.microsoft.com/office/drawing/2014/main" id="{D5C42F79-3E1A-478E-9DB1-B36C435BCE55}"/>
              </a:ext>
            </a:extLst>
          </p:cNvPr>
          <p:cNvSpPr>
            <a:spLocks xmlns:a="http://schemas.openxmlformats.org/drawingml/2006/main" noGrp="1"/>
          </p:cNvSpPr>
          <p:nvPr/>
        </p:nvSpPr>
        <p:spPr>
          <a:xfrm xmlns:a="http://schemas.openxmlformats.org/drawingml/2006/main">
            <a:off x="3500438" y="2628900"/>
            <a:ext cx="2300288"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8" name="figure-390">
            <a:extLst xmlns:a="http://schemas.openxmlformats.org/drawingml/2006/main">
              <a:ext uri="{FF2B5EF4-FFF2-40B4-BE49-F238E27FC236}">
                <a16:creationId xmlns:a16="http://schemas.microsoft.com/office/drawing/2014/main" id="{7B76A1E1-F9C5-4395-B05E-FAB836F3C78F}"/>
              </a:ext>
            </a:extLst>
          </p:cNvPr>
          <p:cNvSpPr>
            <a:spLocks xmlns:a="http://schemas.openxmlformats.org/drawingml/2006/main" noGrp="1"/>
          </p:cNvSpPr>
          <p:nvPr/>
        </p:nvSpPr>
        <p:spPr>
          <a:xfrm xmlns:a="http://schemas.openxmlformats.org/drawingml/2006/main">
            <a:off x="3576638" y="2667000"/>
            <a:ext cx="2147888"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888888"/>
                </a:solidFill>
                <a:latin typeface="Malgun Gothic"/>
                <a:ea typeface="Malgun Gothic"/>
                <a:cs typeface="Malgun Gothic"/>
              </a:defRPr>
            </a:pPr>
            <a:r>
              <a:rPr sz="2550" b="1">
                <a:solidFill>
                  <a:srgbClr val="888888"/>
                </a:solidFill>
                <a:latin typeface="Malgun Gothic"/>
                <a:ea typeface="Malgun Gothic"/>
                <a:cs typeface="Malgun Gothic"/>
              </a:rPr>
              <a:t>공격하기</a:t>
            </a:r>
          </a:p>
        </p:txBody>
      </p:sp>
      <p:sp>
        <p:nvSpPr>
          <p:cNvPr id="9" name="figure-391">
            <a:extLst xmlns:a="http://schemas.openxmlformats.org/drawingml/2006/main">
              <a:ext uri="{FF2B5EF4-FFF2-40B4-BE49-F238E27FC236}">
                <a16:creationId xmlns:a16="http://schemas.microsoft.com/office/drawing/2014/main" id="{2F49097C-0A70-4C8B-865B-94DB3131916C}"/>
              </a:ext>
            </a:extLst>
          </p:cNvPr>
          <p:cNvSpPr>
            <a:spLocks xmlns:a="http://schemas.openxmlformats.org/drawingml/2006/main" noGrp="1"/>
          </p:cNvSpPr>
          <p:nvPr/>
        </p:nvSpPr>
        <p:spPr>
          <a:xfrm xmlns:a="http://schemas.openxmlformats.org/drawingml/2006/main">
            <a:off x="5943600" y="2990850"/>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392">
            <a:extLst xmlns:a="http://schemas.openxmlformats.org/drawingml/2006/main">
              <a:ext uri="{FF2B5EF4-FFF2-40B4-BE49-F238E27FC236}">
                <a16:creationId xmlns:a16="http://schemas.microsoft.com/office/drawing/2014/main" id="{380214C5-5EAC-45FD-B6F8-B817FDB5D9E4}"/>
              </a:ext>
            </a:extLst>
          </p:cNvPr>
          <p:cNvSpPr>
            <a:spLocks xmlns:a="http://schemas.openxmlformats.org/drawingml/2006/main" noGrp="1"/>
          </p:cNvSpPr>
          <p:nvPr/>
        </p:nvSpPr>
        <p:spPr>
          <a:xfrm xmlns:a="http://schemas.openxmlformats.org/drawingml/2006/main">
            <a:off x="6391275" y="2628900"/>
            <a:ext cx="2300288"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11" name="figure-393">
            <a:extLst xmlns:a="http://schemas.openxmlformats.org/drawingml/2006/main">
              <a:ext uri="{FF2B5EF4-FFF2-40B4-BE49-F238E27FC236}">
                <a16:creationId xmlns:a16="http://schemas.microsoft.com/office/drawing/2014/main" id="{39A13737-050E-4B85-AE2C-D41AC31C89C2}"/>
              </a:ext>
            </a:extLst>
          </p:cNvPr>
          <p:cNvSpPr>
            <a:spLocks xmlns:a="http://schemas.openxmlformats.org/drawingml/2006/main" noGrp="1"/>
          </p:cNvSpPr>
          <p:nvPr/>
        </p:nvSpPr>
        <p:spPr>
          <a:xfrm xmlns:a="http://schemas.openxmlformats.org/drawingml/2006/main">
            <a:off x="6467475" y="2667000"/>
            <a:ext cx="2147888"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888888"/>
                </a:solidFill>
                <a:latin typeface="Malgun Gothic"/>
                <a:ea typeface="Malgun Gothic"/>
                <a:cs typeface="Malgun Gothic"/>
              </a:defRPr>
            </a:pPr>
            <a:r>
              <a:rPr sz="2550" b="1">
                <a:solidFill>
                  <a:srgbClr val="888888"/>
                </a:solidFill>
                <a:latin typeface="Malgun Gothic"/>
                <a:ea typeface="Malgun Gothic"/>
                <a:cs typeface="Malgun Gothic"/>
              </a:rPr>
              <a:t>따라가기</a:t>
            </a:r>
          </a:p>
        </p:txBody>
      </p:sp>
      <p:sp>
        <p:nvSpPr>
          <p:cNvPr id="12" name="figure-394">
            <a:extLst xmlns:a="http://schemas.openxmlformats.org/drawingml/2006/main">
              <a:ext uri="{FF2B5EF4-FFF2-40B4-BE49-F238E27FC236}">
                <a16:creationId xmlns:a16="http://schemas.microsoft.com/office/drawing/2014/main" id="{9A06D83C-54D4-4497-9F59-E5787C4BAEAE}"/>
              </a:ext>
            </a:extLst>
          </p:cNvPr>
          <p:cNvSpPr>
            <a:spLocks xmlns:a="http://schemas.openxmlformats.org/drawingml/2006/main" noGrp="1"/>
          </p:cNvSpPr>
          <p:nvPr/>
        </p:nvSpPr>
        <p:spPr>
          <a:xfrm xmlns:a="http://schemas.openxmlformats.org/drawingml/2006/main">
            <a:off x="8834438" y="2990850"/>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3" name="figure-395">
            <a:extLst xmlns:a="http://schemas.openxmlformats.org/drawingml/2006/main">
              <a:ext uri="{FF2B5EF4-FFF2-40B4-BE49-F238E27FC236}">
                <a16:creationId xmlns:a16="http://schemas.microsoft.com/office/drawing/2014/main" id="{14CE76B8-28EB-45ED-BCF2-9225A410497A}"/>
              </a:ext>
            </a:extLst>
          </p:cNvPr>
          <p:cNvSpPr>
            <a:spLocks xmlns:a="http://schemas.openxmlformats.org/drawingml/2006/main" noGrp="1"/>
          </p:cNvSpPr>
          <p:nvPr/>
        </p:nvSpPr>
        <p:spPr>
          <a:xfrm xmlns:a="http://schemas.openxmlformats.org/drawingml/2006/main">
            <a:off x="9282113" y="2628900"/>
            <a:ext cx="2300288"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C9C9C9"/>
            </a:solidFill>
          </a:ln>
        </p:spPr>
      </p:sp>
      <p:sp>
        <p:nvSpPr>
          <p:cNvPr id="14" name="figure-396">
            <a:extLst xmlns:a="http://schemas.openxmlformats.org/drawingml/2006/main">
              <a:ext uri="{FF2B5EF4-FFF2-40B4-BE49-F238E27FC236}">
                <a16:creationId xmlns:a16="http://schemas.microsoft.com/office/drawing/2014/main" id="{84D6F549-C351-4C27-83A5-78638BD1D264}"/>
              </a:ext>
            </a:extLst>
          </p:cNvPr>
          <p:cNvSpPr>
            <a:spLocks xmlns:a="http://schemas.openxmlformats.org/drawingml/2006/main" noGrp="1"/>
          </p:cNvSpPr>
          <p:nvPr/>
        </p:nvSpPr>
        <p:spPr>
          <a:xfrm xmlns:a="http://schemas.openxmlformats.org/drawingml/2006/main">
            <a:off x="9358313" y="2667000"/>
            <a:ext cx="2147888"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888888"/>
                </a:solidFill>
                <a:latin typeface="Malgun Gothic"/>
                <a:ea typeface="Malgun Gothic"/>
                <a:cs typeface="Malgun Gothic"/>
              </a:defRPr>
            </a:pPr>
            <a:r>
              <a:rPr sz="2550" b="1">
                <a:solidFill>
                  <a:srgbClr val="888888"/>
                </a:solidFill>
                <a:latin typeface="Malgun Gothic"/>
                <a:ea typeface="Malgun Gothic"/>
                <a:cs typeface="Malgun Gothic"/>
              </a:rPr>
              <a:t>돌아다니기</a:t>
            </a:r>
          </a:p>
        </p:txBody>
      </p:sp>
      <p:sp>
        <p:nvSpPr>
          <p:cNvPr id="15" name="figure-397">
            <a:extLst xmlns:a="http://schemas.openxmlformats.org/drawingml/2006/main">
              <a:ext uri="{FF2B5EF4-FFF2-40B4-BE49-F238E27FC236}">
                <a16:creationId xmlns:a16="http://schemas.microsoft.com/office/drawing/2014/main" id="{486C2983-1E47-4CF0-ACB3-1E28FC5D89A1}"/>
              </a:ext>
            </a:extLst>
          </p:cNvPr>
          <p:cNvSpPr>
            <a:spLocks xmlns:a="http://schemas.openxmlformats.org/drawingml/2006/main" noGrp="1"/>
          </p:cNvSpPr>
          <p:nvPr/>
        </p:nvSpPr>
        <p:spPr>
          <a:xfrm xmlns:a="http://schemas.openxmlformats.org/drawingml/2006/main">
            <a:off x="609600" y="3943350"/>
            <a:ext cx="2295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1">
                <a:solidFill>
                  <a:srgbClr val="151515"/>
                </a:solidFill>
                <a:latin typeface="Malgun Gothic"/>
                <a:ea typeface="Malgun Gothic"/>
                <a:cs typeface="Malgun Gothic"/>
              </a:defRPr>
            </a:pPr>
            <a:r>
              <a:rPr sz="2325" b="1">
                <a:solidFill>
                  <a:srgbClr val="151515"/>
                </a:solidFill>
                <a:latin typeface="Malgun Gothic"/>
                <a:ea typeface="Malgun Gothic"/>
                <a:cs typeface="Malgun Gothic"/>
              </a:rPr>
              <a:t>1순위</a:t>
            </a:r>
          </a:p>
        </p:txBody>
      </p:sp>
      <p:sp>
        <p:nvSpPr>
          <p:cNvPr id="16" name="figure-398">
            <a:extLst xmlns:a="http://schemas.openxmlformats.org/drawingml/2006/main">
              <a:ext uri="{FF2B5EF4-FFF2-40B4-BE49-F238E27FC236}">
                <a16:creationId xmlns:a16="http://schemas.microsoft.com/office/drawing/2014/main" id="{81D0E765-A542-400D-A168-6D1F7F117CD2}"/>
              </a:ext>
            </a:extLst>
          </p:cNvPr>
          <p:cNvSpPr>
            <a:spLocks xmlns:a="http://schemas.openxmlformats.org/drawingml/2006/main" noGrp="1"/>
          </p:cNvSpPr>
          <p:nvPr/>
        </p:nvSpPr>
        <p:spPr>
          <a:xfrm xmlns:a="http://schemas.openxmlformats.org/drawingml/2006/main">
            <a:off x="3495675" y="3943350"/>
            <a:ext cx="2295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0">
                <a:solidFill>
                  <a:srgbClr val="666666"/>
                </a:solidFill>
                <a:latin typeface="Malgun Gothic"/>
                <a:ea typeface="Malgun Gothic"/>
                <a:cs typeface="Malgun Gothic"/>
              </a:defRPr>
            </a:pPr>
            <a:r>
              <a:rPr sz="2325" b="0">
                <a:solidFill>
                  <a:srgbClr val="666666"/>
                </a:solidFill>
                <a:latin typeface="Malgun Gothic"/>
                <a:ea typeface="Malgun Gothic"/>
                <a:cs typeface="Malgun Gothic"/>
              </a:rPr>
              <a:t>2순위</a:t>
            </a:r>
          </a:p>
        </p:txBody>
      </p:sp>
      <p:sp>
        <p:nvSpPr>
          <p:cNvPr id="17" name="figure-399">
            <a:extLst xmlns:a="http://schemas.openxmlformats.org/drawingml/2006/main">
              <a:ext uri="{FF2B5EF4-FFF2-40B4-BE49-F238E27FC236}">
                <a16:creationId xmlns:a16="http://schemas.microsoft.com/office/drawing/2014/main" id="{68D88CE5-8E54-4D25-AE62-75469963A685}"/>
              </a:ext>
            </a:extLst>
          </p:cNvPr>
          <p:cNvSpPr>
            <a:spLocks xmlns:a="http://schemas.openxmlformats.org/drawingml/2006/main" noGrp="1"/>
          </p:cNvSpPr>
          <p:nvPr/>
        </p:nvSpPr>
        <p:spPr>
          <a:xfrm xmlns:a="http://schemas.openxmlformats.org/drawingml/2006/main">
            <a:off x="6381750" y="3943350"/>
            <a:ext cx="2295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0">
                <a:solidFill>
                  <a:srgbClr val="666666"/>
                </a:solidFill>
                <a:latin typeface="Malgun Gothic"/>
                <a:ea typeface="Malgun Gothic"/>
                <a:cs typeface="Malgun Gothic"/>
              </a:defRPr>
            </a:pPr>
            <a:r>
              <a:rPr sz="2325" b="0">
                <a:solidFill>
                  <a:srgbClr val="666666"/>
                </a:solidFill>
                <a:latin typeface="Malgun Gothic"/>
                <a:ea typeface="Malgun Gothic"/>
                <a:cs typeface="Malgun Gothic"/>
              </a:rPr>
              <a:t>3순위</a:t>
            </a:r>
          </a:p>
        </p:txBody>
      </p:sp>
      <p:sp>
        <p:nvSpPr>
          <p:cNvPr id="18" name="figure-400">
            <a:extLst xmlns:a="http://schemas.openxmlformats.org/drawingml/2006/main">
              <a:ext uri="{FF2B5EF4-FFF2-40B4-BE49-F238E27FC236}">
                <a16:creationId xmlns:a16="http://schemas.microsoft.com/office/drawing/2014/main" id="{749BC909-B156-4DFE-92CE-E3E03B0A1ED3}"/>
              </a:ext>
            </a:extLst>
          </p:cNvPr>
          <p:cNvSpPr>
            <a:spLocks xmlns:a="http://schemas.openxmlformats.org/drawingml/2006/main" noGrp="1"/>
          </p:cNvSpPr>
          <p:nvPr/>
        </p:nvSpPr>
        <p:spPr>
          <a:xfrm xmlns:a="http://schemas.openxmlformats.org/drawingml/2006/main">
            <a:off x="9267825" y="3943350"/>
            <a:ext cx="2295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0">
                <a:solidFill>
                  <a:srgbClr val="666666"/>
                </a:solidFill>
                <a:latin typeface="Malgun Gothic"/>
                <a:ea typeface="Malgun Gothic"/>
                <a:cs typeface="Malgun Gothic"/>
              </a:defRPr>
            </a:pPr>
            <a:r>
              <a:rPr sz="2325" b="0">
                <a:solidFill>
                  <a:srgbClr val="666666"/>
                </a:solidFill>
                <a:latin typeface="Malgun Gothic"/>
                <a:ea typeface="Malgun Gothic"/>
                <a:cs typeface="Malgun Gothic"/>
              </a:rPr>
              <a:t>4순위</a:t>
            </a:r>
          </a:p>
        </p:txBody>
      </p:sp>
      <p:sp>
        <p:nvSpPr>
          <p:cNvPr id="19" name="figure-401">
            <a:extLst xmlns:a="http://schemas.openxmlformats.org/drawingml/2006/main">
              <a:ext uri="{FF2B5EF4-FFF2-40B4-BE49-F238E27FC236}">
                <a16:creationId xmlns:a16="http://schemas.microsoft.com/office/drawing/2014/main" id="{C3A44CB2-178F-4AB1-9A48-B2F89C55608C}"/>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이 게임에서는 회복을 먼저 시도한다고 약속했다</a:t>
            </a:r>
          </a:p>
        </p:txBody>
      </p:sp>
    </p:spTree>
    <p:extLst>
      <p:ext uri="{BB962C8B-B14F-4D97-AF65-F5344CB8AC3E}">
        <p14:creationId xmlns:p14="http://schemas.microsoft.com/office/powerpoint/2010/main" val="112266249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figure-402">
            <a:extLst xmlns:a="http://schemas.openxmlformats.org/drawingml/2006/main">
              <a:ext uri="{FF2B5EF4-FFF2-40B4-BE49-F238E27FC236}">
                <a16:creationId xmlns:a16="http://schemas.microsoft.com/office/drawing/2014/main" id="{C607F3CC-90E5-4FF0-9350-56702642BC49}"/>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하던 일 중에도 상황이 바뀐다</a:t>
            </a:r>
          </a:p>
        </p:txBody>
      </p:sp>
      <p:sp>
        <p:nvSpPr>
          <p:cNvPr id="2" name="figure-403">
            <a:extLst xmlns:a="http://schemas.openxmlformats.org/drawingml/2006/main">
              <a:ext uri="{FF2B5EF4-FFF2-40B4-BE49-F238E27FC236}">
                <a16:creationId xmlns:a16="http://schemas.microsoft.com/office/drawing/2014/main" id="{DCC0E764-0552-4084-B8C8-F0145B06A806}"/>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뛰어가다가 다쳤으면, 계속 뛰어도 되는지 다시 본다</a:t>
            </a:r>
          </a:p>
        </p:txBody>
      </p:sp>
      <p:sp>
        <p:nvSpPr>
          <p:cNvPr id="3" name="figure-404">
            <a:extLst xmlns:a="http://schemas.openxmlformats.org/drawingml/2006/main">
              <a:ext uri="{FF2B5EF4-FFF2-40B4-BE49-F238E27FC236}">
                <a16:creationId xmlns:a16="http://schemas.microsoft.com/office/drawing/2014/main" id="{67BCAF61-3819-4766-9080-31AC44CE0B89}"/>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23</a:t>
            </a:r>
          </a:p>
        </p:txBody>
      </p:sp>
      <p:sp>
        <p:nvSpPr>
          <p:cNvPr id="4" name="figure-405">
            <a:extLst xmlns:a="http://schemas.openxmlformats.org/drawingml/2006/main">
              <a:ext uri="{FF2B5EF4-FFF2-40B4-BE49-F238E27FC236}">
                <a16:creationId xmlns:a16="http://schemas.microsoft.com/office/drawing/2014/main" id="{0CEE41BE-45EF-4BA0-88DB-28F76BEA0B9F}"/>
              </a:ext>
            </a:extLst>
          </p:cNvPr>
          <p:cNvSpPr>
            <a:spLocks xmlns:a="http://schemas.openxmlformats.org/drawingml/2006/main" noGrp="1"/>
          </p:cNvSpPr>
          <p:nvPr/>
        </p:nvSpPr>
        <p:spPr>
          <a:xfrm xmlns:a="http://schemas.openxmlformats.org/drawingml/2006/main">
            <a:off x="609600" y="2705100"/>
            <a:ext cx="3263900" cy="914400"/>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5" name="figure-406">
            <a:extLst xmlns:a="http://schemas.openxmlformats.org/drawingml/2006/main">
              <a:ext uri="{FF2B5EF4-FFF2-40B4-BE49-F238E27FC236}">
                <a16:creationId xmlns:a16="http://schemas.microsoft.com/office/drawing/2014/main" id="{DD24DC8D-9B85-4A21-966B-3175C040C253}"/>
              </a:ext>
            </a:extLst>
          </p:cNvPr>
          <p:cNvSpPr>
            <a:spLocks xmlns:a="http://schemas.openxmlformats.org/drawingml/2006/main" noGrp="1"/>
          </p:cNvSpPr>
          <p:nvPr/>
        </p:nvSpPr>
        <p:spPr>
          <a:xfrm xmlns:a="http://schemas.openxmlformats.org/drawingml/2006/main">
            <a:off x="685800" y="2743200"/>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따라가는 중</a:t>
            </a:r>
          </a:p>
        </p:txBody>
      </p:sp>
      <p:sp>
        <p:nvSpPr>
          <p:cNvPr id="6" name="figure-407">
            <a:extLst xmlns:a="http://schemas.openxmlformats.org/drawingml/2006/main">
              <a:ext uri="{FF2B5EF4-FFF2-40B4-BE49-F238E27FC236}">
                <a16:creationId xmlns:a16="http://schemas.microsoft.com/office/drawing/2014/main" id="{B7DF71F1-901B-4954-B17A-430E65ACEE61}"/>
              </a:ext>
            </a:extLst>
          </p:cNvPr>
          <p:cNvSpPr>
            <a:spLocks xmlns:a="http://schemas.openxmlformats.org/drawingml/2006/main" noGrp="1"/>
          </p:cNvSpPr>
          <p:nvPr/>
        </p:nvSpPr>
        <p:spPr>
          <a:xfrm xmlns:a="http://schemas.openxmlformats.org/drawingml/2006/main">
            <a:off x="4016375" y="3067050"/>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408">
            <a:extLst xmlns:a="http://schemas.openxmlformats.org/drawingml/2006/main">
              <a:ext uri="{FF2B5EF4-FFF2-40B4-BE49-F238E27FC236}">
                <a16:creationId xmlns:a16="http://schemas.microsoft.com/office/drawing/2014/main" id="{B7294517-10D6-4300-BD18-93E2B442960C}"/>
              </a:ext>
            </a:extLst>
          </p:cNvPr>
          <p:cNvSpPr>
            <a:spLocks xmlns:a="http://schemas.openxmlformats.org/drawingml/2006/main" noGrp="1"/>
          </p:cNvSpPr>
          <p:nvPr/>
        </p:nvSpPr>
        <p:spPr>
          <a:xfrm xmlns:a="http://schemas.openxmlformats.org/drawingml/2006/main">
            <a:off x="4464050" y="2705100"/>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8" name="figure-409">
            <a:extLst xmlns:a="http://schemas.openxmlformats.org/drawingml/2006/main">
              <a:ext uri="{FF2B5EF4-FFF2-40B4-BE49-F238E27FC236}">
                <a16:creationId xmlns:a16="http://schemas.microsoft.com/office/drawing/2014/main" id="{FEE8BF16-A597-4AE9-B64A-B43A69DEF8C2}"/>
              </a:ext>
            </a:extLst>
          </p:cNvPr>
          <p:cNvSpPr>
            <a:spLocks xmlns:a="http://schemas.openxmlformats.org/drawingml/2006/main" noGrp="1"/>
          </p:cNvSpPr>
          <p:nvPr/>
        </p:nvSpPr>
        <p:spPr>
          <a:xfrm xmlns:a="http://schemas.openxmlformats.org/drawingml/2006/main">
            <a:off x="4540250" y="2743200"/>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많이 다쳤나?</a:t>
            </a:r>
          </a:p>
        </p:txBody>
      </p:sp>
      <p:sp>
        <p:nvSpPr>
          <p:cNvPr id="9" name="figure-410">
            <a:extLst xmlns:a="http://schemas.openxmlformats.org/drawingml/2006/main">
              <a:ext uri="{FF2B5EF4-FFF2-40B4-BE49-F238E27FC236}">
                <a16:creationId xmlns:a16="http://schemas.microsoft.com/office/drawing/2014/main" id="{26121DD8-4B5E-42B8-813F-CA8D61338D55}"/>
              </a:ext>
            </a:extLst>
          </p:cNvPr>
          <p:cNvSpPr>
            <a:spLocks xmlns:a="http://schemas.openxmlformats.org/drawingml/2006/main" noGrp="1"/>
          </p:cNvSpPr>
          <p:nvPr/>
        </p:nvSpPr>
        <p:spPr>
          <a:xfrm xmlns:a="http://schemas.openxmlformats.org/drawingml/2006/main">
            <a:off x="7870825" y="3067050"/>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411">
            <a:extLst xmlns:a="http://schemas.openxmlformats.org/drawingml/2006/main">
              <a:ext uri="{FF2B5EF4-FFF2-40B4-BE49-F238E27FC236}">
                <a16:creationId xmlns:a16="http://schemas.microsoft.com/office/drawing/2014/main" id="{367DCB34-F224-48B5-9547-8F755ABC8B10}"/>
              </a:ext>
            </a:extLst>
          </p:cNvPr>
          <p:cNvSpPr>
            <a:spLocks xmlns:a="http://schemas.openxmlformats.org/drawingml/2006/main" noGrp="1"/>
          </p:cNvSpPr>
          <p:nvPr/>
        </p:nvSpPr>
        <p:spPr>
          <a:xfrm xmlns:a="http://schemas.openxmlformats.org/drawingml/2006/main">
            <a:off x="8318500" y="2705100"/>
            <a:ext cx="3263900" cy="914400"/>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11" name="figure-412">
            <a:extLst xmlns:a="http://schemas.openxmlformats.org/drawingml/2006/main">
              <a:ext uri="{FF2B5EF4-FFF2-40B4-BE49-F238E27FC236}">
                <a16:creationId xmlns:a16="http://schemas.microsoft.com/office/drawing/2014/main" id="{B01C5D38-FA02-4F84-909A-4D11B8F62615}"/>
              </a:ext>
            </a:extLst>
          </p:cNvPr>
          <p:cNvSpPr>
            <a:spLocks xmlns:a="http://schemas.openxmlformats.org/drawingml/2006/main" noGrp="1"/>
          </p:cNvSpPr>
          <p:nvPr/>
        </p:nvSpPr>
        <p:spPr>
          <a:xfrm xmlns:a="http://schemas.openxmlformats.org/drawingml/2006/main">
            <a:off x="8394700" y="2743200"/>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이동 멈추고 회복</a:t>
            </a:r>
          </a:p>
        </p:txBody>
      </p:sp>
      <p:sp>
        <p:nvSpPr>
          <p:cNvPr id="12" name="figure-413">
            <a:extLst xmlns:a="http://schemas.openxmlformats.org/drawingml/2006/main">
              <a:ext uri="{FF2B5EF4-FFF2-40B4-BE49-F238E27FC236}">
                <a16:creationId xmlns:a16="http://schemas.microsoft.com/office/drawing/2014/main" id="{BDF2D130-75E1-4BC9-B1CB-611FA2FA5426}"/>
              </a:ext>
            </a:extLst>
          </p:cNvPr>
          <p:cNvSpPr>
            <a:spLocks xmlns:a="http://schemas.openxmlformats.org/drawingml/2006/main" noGrp="1"/>
          </p:cNvSpPr>
          <p:nvPr/>
        </p:nvSpPr>
        <p:spPr>
          <a:xfrm xmlns:a="http://schemas.openxmlformats.org/drawingml/2006/main">
            <a:off x="609600" y="433387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151515"/>
                </a:solidFill>
                <a:latin typeface="Malgun Gothic"/>
                <a:ea typeface="Malgun Gothic"/>
                <a:cs typeface="Malgun Gothic"/>
              </a:defRPr>
            </a:pPr>
            <a:r>
              <a:rPr sz="2925" b="1">
                <a:solidFill>
                  <a:srgbClr val="151515"/>
                </a:solidFill>
                <a:latin typeface="Malgun Gothic"/>
                <a:ea typeface="Malgun Gothic"/>
                <a:cs typeface="Malgun Gothic"/>
              </a:rPr>
              <a:t>“지금도 이 일을 해도 될까?”</a:t>
            </a:r>
          </a:p>
        </p:txBody>
      </p:sp>
      <p:sp>
        <p:nvSpPr>
          <p:cNvPr id="13" name="figure-414">
            <a:extLst xmlns:a="http://schemas.openxmlformats.org/drawingml/2006/main">
              <a:ext uri="{FF2B5EF4-FFF2-40B4-BE49-F238E27FC236}">
                <a16:creationId xmlns:a16="http://schemas.microsoft.com/office/drawing/2014/main" id="{09866581-C1C3-4E14-AED9-CBD95617FF44}"/>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이 예제는 다음 확인 때 중요한 조건부터 다시 본다</a:t>
            </a:r>
          </a:p>
        </p:txBody>
      </p:sp>
    </p:spTree>
    <p:extLst>
      <p:ext uri="{BB962C8B-B14F-4D97-AF65-F5344CB8AC3E}">
        <p14:creationId xmlns:p14="http://schemas.microsoft.com/office/powerpoint/2010/main" val="75766815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figure-415">
            <a:extLst xmlns:a="http://schemas.openxmlformats.org/drawingml/2006/main">
              <a:ext uri="{FF2B5EF4-FFF2-40B4-BE49-F238E27FC236}">
                <a16:creationId xmlns:a16="http://schemas.microsoft.com/office/drawing/2014/main" id="{E14F2DA4-D1BD-4922-97F7-4713E60675D4}"/>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계속하기와 다시 확인하기</a:t>
            </a:r>
          </a:p>
        </p:txBody>
      </p:sp>
      <p:sp>
        <p:nvSpPr>
          <p:cNvPr id="2" name="figure-416">
            <a:extLst xmlns:a="http://schemas.openxmlformats.org/drawingml/2006/main">
              <a:ext uri="{FF2B5EF4-FFF2-40B4-BE49-F238E27FC236}">
                <a16:creationId xmlns:a16="http://schemas.microsoft.com/office/drawing/2014/main" id="{F0AE4F57-5E4C-437F-8A47-F54C1B57131D}"/>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적이 보이지 않게 됐을 때를 비교해 보자</a:t>
            </a:r>
          </a:p>
        </p:txBody>
      </p:sp>
      <p:sp>
        <p:nvSpPr>
          <p:cNvPr id="3" name="figure-417">
            <a:extLst xmlns:a="http://schemas.openxmlformats.org/drawingml/2006/main">
              <a:ext uri="{FF2B5EF4-FFF2-40B4-BE49-F238E27FC236}">
                <a16:creationId xmlns:a16="http://schemas.microsoft.com/office/drawing/2014/main" id="{A51A77BE-ACA1-4093-A959-40879BF5D6FB}"/>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24</a:t>
            </a:r>
          </a:p>
        </p:txBody>
      </p:sp>
      <p:graphicFrame>
        <p:nvGraphicFramePr>
          <p:cNvPr id="9" name=""/>
          <p:cNvGraphicFramePr/>
          <p:nvPr/>
        </p:nvGraphicFramePr>
        <p:xfrm>
          <a:off xmlns:a="http://schemas.openxmlformats.org/drawingml/2006/main" x="609600" y="2238375"/>
          <a:ext xmlns:a="http://schemas.openxmlformats.org/drawingml/2006/main" cx="10972800" cy="2543175"/>
        </p:xfrm>
        <a:graphic xmlns:a="http://schemas.openxmlformats.org/drawingml/2006/main">
          <a:graphicData uri="http://schemas.openxmlformats.org/drawingml/2006/table">
            <a:tbl>
              <a:tblPr/>
              <a:tblGrid>
                <a:gridCol w="3009900"/>
                <a:gridCol w="3190875"/>
                <a:gridCol w="4772025"/>
              </a:tblGrid>
              <a:tr h="847725">
                <a:tc>
                  <a:txBody>
                    <a:bodyPr lIns="152400" tIns="85725" rIns="114300" bIns="85725">
                      <a:noAutofit/>
                    </a:bodyPr>
                    <a:lstStyle/>
                    <a:p>
                      <a:r>
                        <a:rPr sz="2025" b="1">
                          <a:solidFill>
                            <a:srgbClr val="FFFFFF"/>
                          </a:solidFill>
                          <a:latin typeface="Malgun Gothic"/>
                          <a:ea typeface="Malgun Gothic"/>
                          <a:cs typeface="Malgun Gothic"/>
                        </a:rPr>
                        <a:t>방법</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처음에는</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다음에 적이 사라지면</a:t>
                      </a:r>
                    </a:p>
                  </a:txBody>
                  <a:tcPr marL="91440" marR="91440" marT="45720" marB="45720" anchor="ctr">
                    <a:solidFill>
                      <a:srgbClr val="151515"/>
                    </a:solidFill>
                  </a:tcPr>
                </a:tc>
              </a:tr>
              <a:tr h="847725">
                <a:tc>
                  <a:txBody>
                    <a:bodyPr lIns="152400" tIns="85725" rIns="114300" bIns="85725">
                      <a:noAutofit/>
                    </a:bodyPr>
                    <a:lstStyle/>
                    <a:p>
                      <a:r>
                        <a:rPr sz="2025" b="0">
                          <a:solidFill>
                            <a:srgbClr val="151515"/>
                          </a:solidFill>
                          <a:latin typeface="Malgun Gothic"/>
                          <a:ea typeface="Malgun Gothic"/>
                          <a:cs typeface="Malgun Gothic"/>
                        </a:rPr>
                        <a:t>하던 일부터 계속</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적이 보여서 따라감</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다시 묻지 않고 따라갈 수 있음</a:t>
                      </a:r>
                    </a:p>
                  </a:txBody>
                  <a:tcPr marL="91440" marR="91440" marT="45720" marB="45720" anchor="ctr">
                    <a:solidFill>
                      <a:srgbClr val="FFFFFF"/>
                    </a:solidFill>
                  </a:tcPr>
                </a:tc>
              </a:tr>
              <a:tr h="847725">
                <a:tc>
                  <a:txBody>
                    <a:bodyPr lIns="152400" tIns="85725" rIns="114300" bIns="85725">
                      <a:noAutofit/>
                    </a:bodyPr>
                    <a:lstStyle/>
                    <a:p>
                      <a:r>
                        <a:rPr sz="2025" b="0">
                          <a:solidFill>
                            <a:srgbClr val="151515"/>
                          </a:solidFill>
                          <a:latin typeface="Malgun Gothic"/>
                          <a:ea typeface="Malgun Gothic"/>
                          <a:cs typeface="Malgun Gothic"/>
                        </a:rPr>
                        <a:t>앞 질문부터 다시 확인</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적이 보여서 따라감</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“적이 보이나?”를 다시 묻고 중단</a:t>
                      </a:r>
                    </a:p>
                  </a:txBody>
                  <a:tcPr marL="91440" marR="91440" marT="45720" marB="45720" anchor="ctr">
                    <a:solidFill>
                      <a:srgbClr val="F6F6F6"/>
                    </a:solidFill>
                  </a:tcPr>
                </a:tc>
              </a:tr>
            </a:tbl>
          </a:graphicData>
        </a:graphic>
      </p:graphicFrame>
      <p:sp>
        <p:nvSpPr>
          <p:cNvPr id="5" name="figure-418">
            <a:extLst xmlns:a="http://schemas.openxmlformats.org/drawingml/2006/main">
              <a:ext uri="{FF2B5EF4-FFF2-40B4-BE49-F238E27FC236}">
                <a16:creationId xmlns:a16="http://schemas.microsoft.com/office/drawing/2014/main" id="{544B8973-A477-452C-9171-522551D8BF83}"/>
              </a:ext>
            </a:extLst>
          </p:cNvPr>
          <p:cNvSpPr>
            <a:spLocks xmlns:a="http://schemas.openxmlformats.org/drawingml/2006/main" noGrp="1"/>
          </p:cNvSpPr>
          <p:nvPr/>
        </p:nvSpPr>
        <p:spPr>
          <a:xfrm xmlns:a="http://schemas.openxmlformats.org/drawingml/2006/main">
            <a:off x="609600" y="52387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앞 질문부터 다시 보는 방법을 Reactive라고 부른다</a:t>
            </a:r>
          </a:p>
        </p:txBody>
      </p:sp>
    </p:spTree>
    <p:extLst>
      <p:ext uri="{BB962C8B-B14F-4D97-AF65-F5344CB8AC3E}">
        <p14:creationId xmlns:p14="http://schemas.microsoft.com/office/powerpoint/2010/main" val="110716373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figure-419">
            <a:extLst xmlns:a="http://schemas.openxmlformats.org/drawingml/2006/main">
              <a:ext uri="{FF2B5EF4-FFF2-40B4-BE49-F238E27FC236}">
                <a16:creationId xmlns:a16="http://schemas.microsoft.com/office/drawing/2014/main" id="{E8B36934-5B09-4018-90B8-9AFB2C7CB855}"/>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멈추라고 했으면 실제 움직임도 멈춘다</a:t>
            </a:r>
          </a:p>
        </p:txBody>
      </p:sp>
      <p:sp>
        <p:nvSpPr>
          <p:cNvPr id="2" name="figure-420">
            <a:extLst xmlns:a="http://schemas.openxmlformats.org/drawingml/2006/main">
              <a:ext uri="{FF2B5EF4-FFF2-40B4-BE49-F238E27FC236}">
                <a16:creationId xmlns:a16="http://schemas.microsoft.com/office/drawing/2014/main" id="{AA6272AE-FB7A-47EE-B188-04CF530C4772}"/>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다른 일을 시작하기 전에 이전 일을 정리한다</a:t>
            </a:r>
          </a:p>
        </p:txBody>
      </p:sp>
      <p:sp>
        <p:nvSpPr>
          <p:cNvPr id="3" name="figure-421">
            <a:extLst xmlns:a="http://schemas.openxmlformats.org/drawingml/2006/main">
              <a:ext uri="{FF2B5EF4-FFF2-40B4-BE49-F238E27FC236}">
                <a16:creationId xmlns:a16="http://schemas.microsoft.com/office/drawing/2014/main" id="{352204B1-DC34-4776-94FE-389197B90A68}"/>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25</a:t>
            </a:r>
          </a:p>
        </p:txBody>
      </p:sp>
      <p:sp>
        <p:nvSpPr>
          <p:cNvPr id="4" name="figure-422">
            <a:extLst xmlns:a="http://schemas.openxmlformats.org/drawingml/2006/main">
              <a:ext uri="{FF2B5EF4-FFF2-40B4-BE49-F238E27FC236}">
                <a16:creationId xmlns:a16="http://schemas.microsoft.com/office/drawing/2014/main" id="{EC9C7A3C-F027-4281-BC53-886CF6467167}"/>
              </a:ext>
            </a:extLst>
          </p:cNvPr>
          <p:cNvSpPr>
            <a:spLocks xmlns:a="http://schemas.openxmlformats.org/drawingml/2006/main" noGrp="1"/>
          </p:cNvSpPr>
          <p:nvPr/>
        </p:nvSpPr>
        <p:spPr>
          <a:xfrm xmlns:a="http://schemas.openxmlformats.org/drawingml/2006/main">
            <a:off x="609600" y="2733675"/>
            <a:ext cx="3263900" cy="914400"/>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5" name="figure-423">
            <a:extLst xmlns:a="http://schemas.openxmlformats.org/drawingml/2006/main">
              <a:ext uri="{FF2B5EF4-FFF2-40B4-BE49-F238E27FC236}">
                <a16:creationId xmlns:a16="http://schemas.microsoft.com/office/drawing/2014/main" id="{14A4618A-0056-42E0-B5DD-F120AB1E6E2A}"/>
              </a:ext>
            </a:extLst>
          </p:cNvPr>
          <p:cNvSpPr>
            <a:spLocks xmlns:a="http://schemas.openxmlformats.org/drawingml/2006/main" noGrp="1"/>
          </p:cNvSpPr>
          <p:nvPr/>
        </p:nvSpPr>
        <p:spPr>
          <a:xfrm xmlns:a="http://schemas.openxmlformats.org/drawingml/2006/main">
            <a:off x="685800" y="27717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따라가는 중</a:t>
            </a:r>
          </a:p>
        </p:txBody>
      </p:sp>
      <p:sp>
        <p:nvSpPr>
          <p:cNvPr id="6" name="figure-424">
            <a:extLst xmlns:a="http://schemas.openxmlformats.org/drawingml/2006/main">
              <a:ext uri="{FF2B5EF4-FFF2-40B4-BE49-F238E27FC236}">
                <a16:creationId xmlns:a16="http://schemas.microsoft.com/office/drawing/2014/main" id="{F1A2A816-BAC1-4DAA-9B63-C64AB8B412B6}"/>
              </a:ext>
            </a:extLst>
          </p:cNvPr>
          <p:cNvSpPr>
            <a:spLocks xmlns:a="http://schemas.openxmlformats.org/drawingml/2006/main" noGrp="1"/>
          </p:cNvSpPr>
          <p:nvPr/>
        </p:nvSpPr>
        <p:spPr>
          <a:xfrm xmlns:a="http://schemas.openxmlformats.org/drawingml/2006/main">
            <a:off x="4016375" y="30956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425">
            <a:extLst xmlns:a="http://schemas.openxmlformats.org/drawingml/2006/main">
              <a:ext uri="{FF2B5EF4-FFF2-40B4-BE49-F238E27FC236}">
                <a16:creationId xmlns:a16="http://schemas.microsoft.com/office/drawing/2014/main" id="{3DF78559-2157-47E1-95C4-230ADD1C4245}"/>
              </a:ext>
            </a:extLst>
          </p:cNvPr>
          <p:cNvSpPr>
            <a:spLocks xmlns:a="http://schemas.openxmlformats.org/drawingml/2006/main" noGrp="1"/>
          </p:cNvSpPr>
          <p:nvPr/>
        </p:nvSpPr>
        <p:spPr>
          <a:xfrm xmlns:a="http://schemas.openxmlformats.org/drawingml/2006/main">
            <a:off x="4464050" y="2733675"/>
            <a:ext cx="3263900" cy="9144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8" name="figure-426">
            <a:extLst xmlns:a="http://schemas.openxmlformats.org/drawingml/2006/main">
              <a:ext uri="{FF2B5EF4-FFF2-40B4-BE49-F238E27FC236}">
                <a16:creationId xmlns:a16="http://schemas.microsoft.com/office/drawing/2014/main" id="{CCA80BD1-46BF-4C2A-98F0-25D479F83987}"/>
              </a:ext>
            </a:extLst>
          </p:cNvPr>
          <p:cNvSpPr>
            <a:spLocks xmlns:a="http://schemas.openxmlformats.org/drawingml/2006/main" noGrp="1"/>
          </p:cNvSpPr>
          <p:nvPr/>
        </p:nvSpPr>
        <p:spPr>
          <a:xfrm xmlns:a="http://schemas.openxmlformats.org/drawingml/2006/main">
            <a:off x="4540250" y="27717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151515"/>
                </a:solidFill>
                <a:latin typeface="Malgun Gothic"/>
                <a:ea typeface="Malgun Gothic"/>
                <a:cs typeface="Malgun Gothic"/>
              </a:defRPr>
            </a:pPr>
            <a:r>
              <a:rPr sz="2550" b="1">
                <a:solidFill>
                  <a:srgbClr val="151515"/>
                </a:solidFill>
                <a:latin typeface="Malgun Gothic"/>
                <a:ea typeface="Malgun Gothic"/>
                <a:cs typeface="Malgun Gothic"/>
              </a:rPr>
              <a:t>따라가기 취소</a:t>
            </a:r>
          </a:p>
        </p:txBody>
      </p:sp>
      <p:sp>
        <p:nvSpPr>
          <p:cNvPr id="9" name="figure-427">
            <a:extLst xmlns:a="http://schemas.openxmlformats.org/drawingml/2006/main">
              <a:ext uri="{FF2B5EF4-FFF2-40B4-BE49-F238E27FC236}">
                <a16:creationId xmlns:a16="http://schemas.microsoft.com/office/drawing/2014/main" id="{8731E5D2-066F-4952-91A2-D2C2C26CED84}"/>
              </a:ext>
            </a:extLst>
          </p:cNvPr>
          <p:cNvSpPr>
            <a:spLocks xmlns:a="http://schemas.openxmlformats.org/drawingml/2006/main" noGrp="1"/>
          </p:cNvSpPr>
          <p:nvPr/>
        </p:nvSpPr>
        <p:spPr>
          <a:xfrm xmlns:a="http://schemas.openxmlformats.org/drawingml/2006/main">
            <a:off x="7870825" y="3095625"/>
            <a:ext cx="304800" cy="19050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0" name="figure-428">
            <a:extLst xmlns:a="http://schemas.openxmlformats.org/drawingml/2006/main">
              <a:ext uri="{FF2B5EF4-FFF2-40B4-BE49-F238E27FC236}">
                <a16:creationId xmlns:a16="http://schemas.microsoft.com/office/drawing/2014/main" id="{015BEF91-B24B-45B3-B6CE-F351F1E7B17E}"/>
              </a:ext>
            </a:extLst>
          </p:cNvPr>
          <p:cNvSpPr>
            <a:spLocks xmlns:a="http://schemas.openxmlformats.org/drawingml/2006/main" noGrp="1"/>
          </p:cNvSpPr>
          <p:nvPr/>
        </p:nvSpPr>
        <p:spPr>
          <a:xfrm xmlns:a="http://schemas.openxmlformats.org/drawingml/2006/main">
            <a:off x="8318500" y="2733675"/>
            <a:ext cx="3263900" cy="914400"/>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11" name="figure-429">
            <a:extLst xmlns:a="http://schemas.openxmlformats.org/drawingml/2006/main">
              <a:ext uri="{FF2B5EF4-FFF2-40B4-BE49-F238E27FC236}">
                <a16:creationId xmlns:a16="http://schemas.microsoft.com/office/drawing/2014/main" id="{40CCFFB1-4D2B-4748-8D9B-488055ED0C1E}"/>
              </a:ext>
            </a:extLst>
          </p:cNvPr>
          <p:cNvSpPr>
            <a:spLocks xmlns:a="http://schemas.openxmlformats.org/drawingml/2006/main" noGrp="1"/>
          </p:cNvSpPr>
          <p:nvPr/>
        </p:nvSpPr>
        <p:spPr>
          <a:xfrm xmlns:a="http://schemas.openxmlformats.org/drawingml/2006/main">
            <a:off x="8394700" y="2771775"/>
            <a:ext cx="311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회복 시작</a:t>
            </a:r>
          </a:p>
        </p:txBody>
      </p:sp>
      <p:sp>
        <p:nvSpPr>
          <p:cNvPr id="12" name="figure-430">
            <a:extLst xmlns:a="http://schemas.openxmlformats.org/drawingml/2006/main">
              <a:ext uri="{FF2B5EF4-FFF2-40B4-BE49-F238E27FC236}">
                <a16:creationId xmlns:a16="http://schemas.microsoft.com/office/drawing/2014/main" id="{66E9A12D-C7ED-4F20-9C2A-EB35CFDEAB00}"/>
              </a:ext>
            </a:extLst>
          </p:cNvPr>
          <p:cNvSpPr>
            <a:spLocks xmlns:a="http://schemas.openxmlformats.org/drawingml/2006/main" noGrp="1"/>
          </p:cNvSpPr>
          <p:nvPr/>
        </p:nvSpPr>
        <p:spPr>
          <a:xfrm xmlns:a="http://schemas.openxmlformats.org/drawingml/2006/main">
            <a:off x="609600" y="4572000"/>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0">
                <a:solidFill>
                  <a:srgbClr val="151515"/>
                </a:solidFill>
                <a:latin typeface="Malgun Gothic"/>
                <a:ea typeface="Malgun Gothic"/>
                <a:cs typeface="Malgun Gothic"/>
              </a:defRPr>
            </a:pPr>
            <a:r>
              <a:rPr sz="2325" b="0">
                <a:solidFill>
                  <a:srgbClr val="151515"/>
                </a:solidFill>
                <a:latin typeface="Malgun Gothic"/>
                <a:ea typeface="Malgun Gothic"/>
                <a:cs typeface="Malgun Gothic"/>
              </a:rPr>
              <a:t>이동 멈추기     이전 동작 멈추기     잡고 있던 것 놓기</a:t>
            </a:r>
          </a:p>
        </p:txBody>
      </p:sp>
      <p:sp>
        <p:nvSpPr>
          <p:cNvPr id="13" name="figure-431">
            <a:extLst xmlns:a="http://schemas.openxmlformats.org/drawingml/2006/main">
              <a:ext uri="{FF2B5EF4-FFF2-40B4-BE49-F238E27FC236}">
                <a16:creationId xmlns:a16="http://schemas.microsoft.com/office/drawing/2014/main" id="{F41DBB21-08AE-4B2F-8B59-C12F74CE9AEB}"/>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늦게 도착한 예전 답을 지금 작업의 답으로 착각하지 않는다</a:t>
            </a:r>
          </a:p>
        </p:txBody>
      </p:sp>
    </p:spTree>
    <p:extLst>
      <p:ext uri="{BB962C8B-B14F-4D97-AF65-F5344CB8AC3E}">
        <p14:creationId xmlns:p14="http://schemas.microsoft.com/office/powerpoint/2010/main" val="133692423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igure-432">
            <a:extLst xmlns:a="http://schemas.openxmlformats.org/drawingml/2006/main">
              <a:ext uri="{FF2B5EF4-FFF2-40B4-BE49-F238E27FC236}">
                <a16:creationId xmlns:a16="http://schemas.microsoft.com/office/drawing/2014/main" id="{4751889A-02D4-4EAE-AC0F-A28EF9B2B04B}"/>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경비병에게 메모장이 있다</a:t>
            </a:r>
          </a:p>
        </p:txBody>
      </p:sp>
      <p:sp>
        <p:nvSpPr>
          <p:cNvPr id="2" name="figure-433">
            <a:extLst xmlns:a="http://schemas.openxmlformats.org/drawingml/2006/main">
              <a:ext uri="{FF2B5EF4-FFF2-40B4-BE49-F238E27FC236}">
                <a16:creationId xmlns:a16="http://schemas.microsoft.com/office/drawing/2014/main" id="{A8B452D0-CD10-4247-9073-D5E58265440A}"/>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봤던 내용을 적어 두고 필요할 때 읽는다</a:t>
            </a:r>
          </a:p>
        </p:txBody>
      </p:sp>
      <p:sp>
        <p:nvSpPr>
          <p:cNvPr id="3" name="figure-434">
            <a:extLst xmlns:a="http://schemas.openxmlformats.org/drawingml/2006/main">
              <a:ext uri="{FF2B5EF4-FFF2-40B4-BE49-F238E27FC236}">
                <a16:creationId xmlns:a16="http://schemas.microsoft.com/office/drawing/2014/main" id="{55B4DB90-211E-4661-AE5F-49453DDE990E}"/>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26</a:t>
            </a:r>
          </a:p>
        </p:txBody>
      </p:sp>
      <p:sp>
        <p:nvSpPr>
          <p:cNvPr id="4" name="figure-435">
            <a:extLst xmlns:a="http://schemas.openxmlformats.org/drawingml/2006/main">
              <a:ext uri="{FF2B5EF4-FFF2-40B4-BE49-F238E27FC236}">
                <a16:creationId xmlns:a16="http://schemas.microsoft.com/office/drawing/2014/main" id="{23E4091F-6E36-48F8-8E4C-039A3D3C5B32}"/>
              </a:ext>
            </a:extLst>
          </p:cNvPr>
          <p:cNvSpPr>
            <a:spLocks xmlns:a="http://schemas.openxmlformats.org/drawingml/2006/main" noGrp="1"/>
          </p:cNvSpPr>
          <p:nvPr/>
        </p:nvSpPr>
        <p:spPr>
          <a:xfrm xmlns:a="http://schemas.openxmlformats.org/drawingml/2006/main">
            <a:off x="609600" y="2590800"/>
            <a:ext cx="2857500"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436">
            <a:extLst xmlns:a="http://schemas.openxmlformats.org/drawingml/2006/main">
              <a:ext uri="{FF2B5EF4-FFF2-40B4-BE49-F238E27FC236}">
                <a16:creationId xmlns:a16="http://schemas.microsoft.com/office/drawing/2014/main" id="{F46F003B-6619-46A0-88CA-7E687DB8C54C}"/>
              </a:ext>
            </a:extLst>
          </p:cNvPr>
          <p:cNvSpPr>
            <a:spLocks xmlns:a="http://schemas.openxmlformats.org/drawingml/2006/main" noGrp="1"/>
          </p:cNvSpPr>
          <p:nvPr/>
        </p:nvSpPr>
        <p:spPr>
          <a:xfrm xmlns:a="http://schemas.openxmlformats.org/drawingml/2006/main">
            <a:off x="685800" y="2628900"/>
            <a:ext cx="2705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주변 살펴보기</a:t>
            </a:r>
          </a:p>
        </p:txBody>
      </p:sp>
      <p:sp>
        <p:nvSpPr>
          <p:cNvPr id="6" name="figure-437">
            <a:extLst xmlns:a="http://schemas.openxmlformats.org/drawingml/2006/main">
              <a:ext uri="{FF2B5EF4-FFF2-40B4-BE49-F238E27FC236}">
                <a16:creationId xmlns:a16="http://schemas.microsoft.com/office/drawing/2014/main" id="{599D3F2E-A4F4-46C2-926F-4D5066467533}"/>
              </a:ext>
            </a:extLst>
          </p:cNvPr>
          <p:cNvSpPr>
            <a:spLocks xmlns:a="http://schemas.openxmlformats.org/drawingml/2006/main" noGrp="1"/>
          </p:cNvSpPr>
          <p:nvPr/>
        </p:nvSpPr>
        <p:spPr>
          <a:xfrm xmlns:a="http://schemas.openxmlformats.org/drawingml/2006/main">
            <a:off x="3695700" y="2886075"/>
            <a:ext cx="628650" cy="17145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7" name="figure-438">
            <a:extLst xmlns:a="http://schemas.openxmlformats.org/drawingml/2006/main">
              <a:ext uri="{FF2B5EF4-FFF2-40B4-BE49-F238E27FC236}">
                <a16:creationId xmlns:a16="http://schemas.microsoft.com/office/drawing/2014/main" id="{72443D57-66FC-4EE1-8308-E23AAD08BD4C}"/>
              </a:ext>
            </a:extLst>
          </p:cNvPr>
          <p:cNvSpPr>
            <a:spLocks xmlns:a="http://schemas.openxmlformats.org/drawingml/2006/main" noGrp="1"/>
          </p:cNvSpPr>
          <p:nvPr/>
        </p:nvSpPr>
        <p:spPr>
          <a:xfrm xmlns:a="http://schemas.openxmlformats.org/drawingml/2006/main">
            <a:off x="4562475" y="2009775"/>
            <a:ext cx="2952750" cy="619125"/>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8" name="figure-439">
            <a:extLst xmlns:a="http://schemas.openxmlformats.org/drawingml/2006/main">
              <a:ext uri="{FF2B5EF4-FFF2-40B4-BE49-F238E27FC236}">
                <a16:creationId xmlns:a16="http://schemas.microsoft.com/office/drawing/2014/main" id="{717A71A3-637A-4B4D-B09A-68A8B626B8A8}"/>
              </a:ext>
            </a:extLst>
          </p:cNvPr>
          <p:cNvSpPr>
            <a:spLocks xmlns:a="http://schemas.openxmlformats.org/drawingml/2006/main" noGrp="1"/>
          </p:cNvSpPr>
          <p:nvPr/>
        </p:nvSpPr>
        <p:spPr>
          <a:xfrm xmlns:a="http://schemas.openxmlformats.org/drawingml/2006/main">
            <a:off x="4638675" y="2047875"/>
            <a:ext cx="2800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메모장</a:t>
            </a:r>
          </a:p>
        </p:txBody>
      </p:sp>
      <p:sp>
        <p:nvSpPr>
          <p:cNvPr id="9" name="figure-440">
            <a:extLst xmlns:a="http://schemas.openxmlformats.org/drawingml/2006/main">
              <a:ext uri="{FF2B5EF4-FFF2-40B4-BE49-F238E27FC236}">
                <a16:creationId xmlns:a16="http://schemas.microsoft.com/office/drawing/2014/main" id="{72AEDE21-D9D9-40ED-BD3C-AE6BD4841205}"/>
              </a:ext>
            </a:extLst>
          </p:cNvPr>
          <p:cNvSpPr>
            <a:spLocks xmlns:a="http://schemas.openxmlformats.org/drawingml/2006/main" noGrp="1"/>
          </p:cNvSpPr>
          <p:nvPr/>
        </p:nvSpPr>
        <p:spPr>
          <a:xfrm xmlns:a="http://schemas.openxmlformats.org/drawingml/2006/main">
            <a:off x="4562475" y="2628900"/>
            <a:ext cx="2952750" cy="252412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0" name="figure-441">
            <a:extLst xmlns:a="http://schemas.openxmlformats.org/drawingml/2006/main">
              <a:ext uri="{FF2B5EF4-FFF2-40B4-BE49-F238E27FC236}">
                <a16:creationId xmlns:a16="http://schemas.microsoft.com/office/drawing/2014/main" id="{022E96C8-7A04-40D4-8DD0-7861C3158552}"/>
              </a:ext>
            </a:extLst>
          </p:cNvPr>
          <p:cNvSpPr>
            <a:spLocks xmlns:a="http://schemas.openxmlformats.org/drawingml/2006/main" noGrp="1"/>
          </p:cNvSpPr>
          <p:nvPr/>
        </p:nvSpPr>
        <p:spPr>
          <a:xfrm xmlns:a="http://schemas.openxmlformats.org/drawingml/2006/main">
            <a:off x="4762500" y="2914650"/>
            <a:ext cx="257175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51515"/>
                </a:solidFill>
                <a:latin typeface="Malgun Gothic"/>
                <a:ea typeface="Malgun Gothic"/>
                <a:cs typeface="Malgun Gothic"/>
              </a:defRPr>
            </a:pPr>
            <a:r>
              <a:rPr sz="2175" b="0">
                <a:solidFill>
                  <a:srgbClr val="151515"/>
                </a:solidFill>
                <a:latin typeface="Malgun Gothic"/>
                <a:ea typeface="Malgun Gothic"/>
                <a:cs typeface="Malgun Gothic"/>
              </a:rPr>
              <a:t>체력: 75</a:t>
            </a:r>
          </a:p>
          <a:p xmlns:a="http://schemas.openxmlformats.org/drawingml/2006/main">
            <a:pPr algn="l">
              <a:defRPr sz="2175" b="0">
                <a:solidFill>
                  <a:srgbClr val="151515"/>
                </a:solidFill>
                <a:latin typeface="Malgun Gothic"/>
                <a:ea typeface="Malgun Gothic"/>
                <a:cs typeface="Malgun Gothic"/>
              </a:defRPr>
            </a:pPr>
            <a:r>
              <a:rPr sz="2175" b="0">
                <a:solidFill>
                  <a:srgbClr val="151515"/>
                </a:solidFill>
                <a:latin typeface="Malgun Gothic"/>
                <a:ea typeface="Malgun Gothic"/>
                <a:cs typeface="Malgun Gothic"/>
              </a:rPr>
              <a:t>적이 보임: 예</a:t>
            </a:r>
          </a:p>
          <a:p xmlns:a="http://schemas.openxmlformats.org/drawingml/2006/main">
            <a:pPr algn="l">
              <a:defRPr sz="2175" b="0">
                <a:solidFill>
                  <a:srgbClr val="151515"/>
                </a:solidFill>
                <a:latin typeface="Malgun Gothic"/>
                <a:ea typeface="Malgun Gothic"/>
                <a:cs typeface="Malgun Gothic"/>
              </a:defRPr>
            </a:pPr>
            <a:r>
              <a:rPr sz="2175" b="0">
                <a:solidFill>
                  <a:srgbClr val="151515"/>
                </a:solidFill>
                <a:latin typeface="Malgun Gothic"/>
                <a:ea typeface="Malgun Gothic"/>
                <a:cs typeface="Malgun Gothic"/>
              </a:rPr>
              <a:t>마지막으로 본 곳</a:t>
            </a:r>
          </a:p>
          <a:p xmlns:a="http://schemas.openxmlformats.org/drawingml/2006/main">
            <a:pPr algn="l">
              <a:defRPr sz="2175" b="0">
                <a:solidFill>
                  <a:srgbClr val="151515"/>
                </a:solidFill>
                <a:latin typeface="Malgun Gothic"/>
                <a:ea typeface="Malgun Gothic"/>
                <a:cs typeface="Malgun Gothic"/>
              </a:defRPr>
            </a:pPr>
            <a:r>
              <a:rPr sz="2175" b="0">
                <a:solidFill>
                  <a:srgbClr val="151515"/>
                </a:solidFill>
                <a:latin typeface="Malgun Gothic"/>
                <a:ea typeface="Malgun Gothic"/>
                <a:cs typeface="Malgun Gothic"/>
              </a:rPr>
              <a:t>언제 봤는지</a:t>
            </a:r>
          </a:p>
        </p:txBody>
      </p:sp>
      <p:sp>
        <p:nvSpPr>
          <p:cNvPr id="11" name="figure-442">
            <a:extLst xmlns:a="http://schemas.openxmlformats.org/drawingml/2006/main">
              <a:ext uri="{FF2B5EF4-FFF2-40B4-BE49-F238E27FC236}">
                <a16:creationId xmlns:a16="http://schemas.microsoft.com/office/drawing/2014/main" id="{72E9EF74-8234-49C1-AE86-1D323FE26D9F}"/>
              </a:ext>
            </a:extLst>
          </p:cNvPr>
          <p:cNvSpPr>
            <a:spLocks xmlns:a="http://schemas.openxmlformats.org/drawingml/2006/main" noGrp="1"/>
          </p:cNvSpPr>
          <p:nvPr/>
        </p:nvSpPr>
        <p:spPr>
          <a:xfrm xmlns:a="http://schemas.openxmlformats.org/drawingml/2006/main">
            <a:off x="7848600" y="2886075"/>
            <a:ext cx="628650" cy="171450"/>
          </a:xfrm>
          <a:prstGeom xmlns:a="http://schemas.openxmlformats.org/drawingml/2006/main" prst="rightArrow">
            <a:avLst/>
          </a:prstGeom>
          <a:solidFill xmlns:a="http://schemas.openxmlformats.org/drawingml/2006/main">
            <a:srgbClr val="151515"/>
          </a:solidFill>
          <a:ln xmlns:a="http://schemas.openxmlformats.org/drawingml/2006/main" w="0">
            <a:noFill/>
          </a:ln>
        </p:spPr>
      </p:sp>
      <p:sp>
        <p:nvSpPr>
          <p:cNvPr id="12" name="figure-443">
            <a:extLst xmlns:a="http://schemas.openxmlformats.org/drawingml/2006/main">
              <a:ext uri="{FF2B5EF4-FFF2-40B4-BE49-F238E27FC236}">
                <a16:creationId xmlns:a16="http://schemas.microsoft.com/office/drawing/2014/main" id="{5E3ECACA-CBBA-475C-8F15-EE2E37277C14}"/>
              </a:ext>
            </a:extLst>
          </p:cNvPr>
          <p:cNvSpPr>
            <a:spLocks xmlns:a="http://schemas.openxmlformats.org/drawingml/2006/main" noGrp="1"/>
          </p:cNvSpPr>
          <p:nvPr/>
        </p:nvSpPr>
        <p:spPr>
          <a:xfrm xmlns:a="http://schemas.openxmlformats.org/drawingml/2006/main">
            <a:off x="8715375" y="2590800"/>
            <a:ext cx="2867025" cy="83820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3" name="figure-444">
            <a:extLst xmlns:a="http://schemas.openxmlformats.org/drawingml/2006/main">
              <a:ext uri="{FF2B5EF4-FFF2-40B4-BE49-F238E27FC236}">
                <a16:creationId xmlns:a16="http://schemas.microsoft.com/office/drawing/2014/main" id="{16658E8F-0526-4AC0-BB5C-369400AFB302}"/>
              </a:ext>
            </a:extLst>
          </p:cNvPr>
          <p:cNvSpPr>
            <a:spLocks xmlns:a="http://schemas.openxmlformats.org/drawingml/2006/main" noGrp="1"/>
          </p:cNvSpPr>
          <p:nvPr/>
        </p:nvSpPr>
        <p:spPr>
          <a:xfrm xmlns:a="http://schemas.openxmlformats.org/drawingml/2006/main">
            <a:off x="8791575" y="2628900"/>
            <a:ext cx="2714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151515"/>
                </a:solidFill>
                <a:latin typeface="Malgun Gothic"/>
                <a:ea typeface="Malgun Gothic"/>
                <a:cs typeface="Malgun Gothic"/>
              </a:defRPr>
            </a:pPr>
            <a:r>
              <a:rPr sz="2250" b="1">
                <a:solidFill>
                  <a:srgbClr val="151515"/>
                </a:solidFill>
                <a:latin typeface="Malgun Gothic"/>
                <a:ea typeface="Malgun Gothic"/>
                <a:cs typeface="Malgun Gothic"/>
              </a:rPr>
              <a:t>메모를 보고 판단</a:t>
            </a:r>
          </a:p>
        </p:txBody>
      </p:sp>
      <p:sp>
        <p:nvSpPr>
          <p:cNvPr id="14" name="figure-445">
            <a:extLst xmlns:a="http://schemas.openxmlformats.org/drawingml/2006/main">
              <a:ext uri="{FF2B5EF4-FFF2-40B4-BE49-F238E27FC236}">
                <a16:creationId xmlns:a16="http://schemas.microsoft.com/office/drawing/2014/main" id="{9B25A52E-1ECD-463C-ACC9-E3F13790658B}"/>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이 메모장을 Blackboard라고 부른다</a:t>
            </a:r>
          </a:p>
        </p:txBody>
      </p:sp>
    </p:spTree>
    <p:extLst>
      <p:ext uri="{BB962C8B-B14F-4D97-AF65-F5344CB8AC3E}">
        <p14:creationId xmlns:p14="http://schemas.microsoft.com/office/powerpoint/2010/main" val="130885824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figure-446">
            <a:extLst xmlns:a="http://schemas.openxmlformats.org/drawingml/2006/main">
              <a:ext uri="{FF2B5EF4-FFF2-40B4-BE49-F238E27FC236}">
                <a16:creationId xmlns:a16="http://schemas.microsoft.com/office/drawing/2014/main" id="{CF68E1D6-F382-4B9E-B4CF-920CC44D66CF}"/>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작은 규칙을 덧붙일 수도 있다</a:t>
            </a:r>
          </a:p>
        </p:txBody>
      </p:sp>
      <p:sp>
        <p:nvSpPr>
          <p:cNvPr id="2" name="figure-447">
            <a:extLst xmlns:a="http://schemas.openxmlformats.org/drawingml/2006/main">
              <a:ext uri="{FF2B5EF4-FFF2-40B4-BE49-F238E27FC236}">
                <a16:creationId xmlns:a16="http://schemas.microsoft.com/office/drawing/2014/main" id="{6F03AE3D-F0B7-423E-834E-EB0758A9DA34}"/>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기본 행동을 감싸서 답이나 실행 방법을 바꾼다</a:t>
            </a:r>
          </a:p>
        </p:txBody>
      </p:sp>
      <p:sp>
        <p:nvSpPr>
          <p:cNvPr id="3" name="figure-448">
            <a:extLst xmlns:a="http://schemas.openxmlformats.org/drawingml/2006/main">
              <a:ext uri="{FF2B5EF4-FFF2-40B4-BE49-F238E27FC236}">
                <a16:creationId xmlns:a16="http://schemas.microsoft.com/office/drawing/2014/main" id="{FB84416D-00E7-4275-B958-9A21EAFB6F35}"/>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27</a:t>
            </a:r>
          </a:p>
        </p:txBody>
      </p:sp>
      <p:sp>
        <p:nvSpPr>
          <p:cNvPr id="4" name="figure-449">
            <a:extLst xmlns:a="http://schemas.openxmlformats.org/drawingml/2006/main">
              <a:ext uri="{FF2B5EF4-FFF2-40B4-BE49-F238E27FC236}">
                <a16:creationId xmlns:a16="http://schemas.microsoft.com/office/drawing/2014/main" id="{13EEDF7B-583D-4B8D-A0D8-6829FAC86329}"/>
              </a:ext>
            </a:extLst>
          </p:cNvPr>
          <p:cNvSpPr>
            <a:spLocks xmlns:a="http://schemas.openxmlformats.org/drawingml/2006/main" noGrp="1"/>
          </p:cNvSpPr>
          <p:nvPr/>
        </p:nvSpPr>
        <p:spPr>
          <a:xfrm xmlns:a="http://schemas.openxmlformats.org/drawingml/2006/main">
            <a:off x="609600" y="20288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반대로 답하기</a:t>
            </a:r>
          </a:p>
        </p:txBody>
      </p:sp>
      <p:sp>
        <p:nvSpPr>
          <p:cNvPr id="5" name="figure-450">
            <a:extLst xmlns:a="http://schemas.openxmlformats.org/drawingml/2006/main">
              <a:ext uri="{FF2B5EF4-FFF2-40B4-BE49-F238E27FC236}">
                <a16:creationId xmlns:a16="http://schemas.microsoft.com/office/drawing/2014/main" id="{BFAF6480-B949-4A83-A837-BF63306C63CF}"/>
              </a:ext>
            </a:extLst>
          </p:cNvPr>
          <p:cNvSpPr>
            <a:spLocks xmlns:a="http://schemas.openxmlformats.org/drawingml/2006/main" noGrp="1"/>
          </p:cNvSpPr>
          <p:nvPr/>
        </p:nvSpPr>
        <p:spPr>
          <a:xfrm xmlns:a="http://schemas.openxmlformats.org/drawingml/2006/main">
            <a:off x="4324350" y="20288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다시 해 보기</a:t>
            </a:r>
          </a:p>
        </p:txBody>
      </p:sp>
      <p:sp>
        <p:nvSpPr>
          <p:cNvPr id="6" name="figure-451">
            <a:extLst xmlns:a="http://schemas.openxmlformats.org/drawingml/2006/main">
              <a:ext uri="{FF2B5EF4-FFF2-40B4-BE49-F238E27FC236}">
                <a16:creationId xmlns:a16="http://schemas.microsoft.com/office/drawing/2014/main" id="{A00320BF-6CD6-4B61-8B18-0F6F87017E3B}"/>
              </a:ext>
            </a:extLst>
          </p:cNvPr>
          <p:cNvSpPr>
            <a:spLocks xmlns:a="http://schemas.openxmlformats.org/drawingml/2006/main" noGrp="1"/>
          </p:cNvSpPr>
          <p:nvPr/>
        </p:nvSpPr>
        <p:spPr>
          <a:xfrm xmlns:a="http://schemas.openxmlformats.org/drawingml/2006/main">
            <a:off x="8039100" y="20288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너무 오래면 멈추기</a:t>
            </a:r>
          </a:p>
        </p:txBody>
      </p:sp>
      <p:sp>
        <p:nvSpPr>
          <p:cNvPr id="7" name="figure-452">
            <a:extLst xmlns:a="http://schemas.openxmlformats.org/drawingml/2006/main">
              <a:ext uri="{FF2B5EF4-FFF2-40B4-BE49-F238E27FC236}">
                <a16:creationId xmlns:a16="http://schemas.microsoft.com/office/drawing/2014/main" id="{FA589C88-1FD1-40F8-AC15-014C80B6B93C}"/>
              </a:ext>
            </a:extLst>
          </p:cNvPr>
          <p:cNvSpPr>
            <a:spLocks xmlns:a="http://schemas.openxmlformats.org/drawingml/2006/main" noGrp="1"/>
          </p:cNvSpPr>
          <p:nvPr/>
        </p:nvSpPr>
        <p:spPr>
          <a:xfrm xmlns:a="http://schemas.openxmlformats.org/drawingml/2006/main">
            <a:off x="609600" y="2914650"/>
            <a:ext cx="3143250" cy="6762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8" name="figure-453">
            <a:extLst xmlns:a="http://schemas.openxmlformats.org/drawingml/2006/main">
              <a:ext uri="{FF2B5EF4-FFF2-40B4-BE49-F238E27FC236}">
                <a16:creationId xmlns:a16="http://schemas.microsoft.com/office/drawing/2014/main" id="{36560ADB-A6DD-4CA3-9A59-633780AF905C}"/>
              </a:ext>
            </a:extLst>
          </p:cNvPr>
          <p:cNvSpPr>
            <a:spLocks xmlns:a="http://schemas.openxmlformats.org/drawingml/2006/main" noGrp="1"/>
          </p:cNvSpPr>
          <p:nvPr/>
        </p:nvSpPr>
        <p:spPr>
          <a:xfrm xmlns:a="http://schemas.openxmlformats.org/drawingml/2006/main">
            <a:off x="685800" y="2952750"/>
            <a:ext cx="2990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151515"/>
                </a:solidFill>
                <a:latin typeface="Malgun Gothic"/>
                <a:ea typeface="Malgun Gothic"/>
                <a:cs typeface="Malgun Gothic"/>
              </a:defRPr>
            </a:pPr>
            <a:r>
              <a:rPr sz="2100" b="1">
                <a:solidFill>
                  <a:srgbClr val="151515"/>
                </a:solidFill>
                <a:latin typeface="Malgun Gothic"/>
                <a:ea typeface="Malgun Gothic"/>
                <a:cs typeface="Malgun Gothic"/>
              </a:rPr>
              <a:t>적이 안 보이나?</a:t>
            </a:r>
          </a:p>
        </p:txBody>
      </p:sp>
      <p:sp>
        <p:nvSpPr>
          <p:cNvPr id="9" name="figure-454">
            <a:extLst xmlns:a="http://schemas.openxmlformats.org/drawingml/2006/main">
              <a:ext uri="{FF2B5EF4-FFF2-40B4-BE49-F238E27FC236}">
                <a16:creationId xmlns:a16="http://schemas.microsoft.com/office/drawing/2014/main" id="{35BADEF2-6BC6-46B9-B4DF-DE878B95647B}"/>
              </a:ext>
            </a:extLst>
          </p:cNvPr>
          <p:cNvSpPr>
            <a:spLocks xmlns:a="http://schemas.openxmlformats.org/drawingml/2006/main" noGrp="1"/>
          </p:cNvSpPr>
          <p:nvPr/>
        </p:nvSpPr>
        <p:spPr>
          <a:xfrm xmlns:a="http://schemas.openxmlformats.org/drawingml/2006/main">
            <a:off x="609600" y="4143375"/>
            <a:ext cx="3143250" cy="6762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0" name="figure-455">
            <a:extLst xmlns:a="http://schemas.openxmlformats.org/drawingml/2006/main">
              <a:ext uri="{FF2B5EF4-FFF2-40B4-BE49-F238E27FC236}">
                <a16:creationId xmlns:a16="http://schemas.microsoft.com/office/drawing/2014/main" id="{232FAD92-D9B8-4597-BA30-43C9FCB06984}"/>
              </a:ext>
            </a:extLst>
          </p:cNvPr>
          <p:cNvSpPr>
            <a:spLocks xmlns:a="http://schemas.openxmlformats.org/drawingml/2006/main" noGrp="1"/>
          </p:cNvSpPr>
          <p:nvPr/>
        </p:nvSpPr>
        <p:spPr>
          <a:xfrm xmlns:a="http://schemas.openxmlformats.org/drawingml/2006/main">
            <a:off x="685800" y="4181475"/>
            <a:ext cx="2990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적이 보이나?</a:t>
            </a:r>
          </a:p>
        </p:txBody>
      </p:sp>
      <p:cxnSp>
        <p:nvCxnSpPr>
          <p:cNvPr id="36" name=""/>
          <p:cNvCxnSpPr>
            <a:stCxn xmlns:a="http://schemas.openxmlformats.org/drawingml/2006/main" id="7" idx="2"/>
            <a:endCxn xmlns:a="http://schemas.openxmlformats.org/drawingml/2006/main" id="9" idx="0"/>
          </p:cNvCxnSpPr>
          <p:nvPr/>
        </p:nvCxnSpPr>
        <p:spPr>
          <a:xfrm xmlns:a="http://schemas.openxmlformats.org/drawingml/2006/main">
            <a:off x="2181225" y="3590925"/>
            <a:ext cx="0" cy="552450"/>
          </a:xfrm>
          <a:prstGeom xmlns:a="http://schemas.openxmlformats.org/drawingml/2006/main" prst="straightConnector1">
            <a:avLst/>
          </a:prstGeom>
          <a:ln xmlns:a="http://schemas.openxmlformats.org/drawingml/2006/main" w="19050">
            <a:solidFill>
              <a:srgbClr val="151515"/>
            </a:solidFill>
            <a:headEnd type="none" w="med" len="med"/>
          </a:ln>
        </p:spPr>
      </p:cxnSp>
      <p:sp>
        <p:nvSpPr>
          <p:cNvPr id="12" name="figure-456">
            <a:extLst xmlns:a="http://schemas.openxmlformats.org/drawingml/2006/main">
              <a:ext uri="{FF2B5EF4-FFF2-40B4-BE49-F238E27FC236}">
                <a16:creationId xmlns:a16="http://schemas.microsoft.com/office/drawing/2014/main" id="{644BFF02-2FB7-441F-A663-0ABFA0A1E6B3}"/>
              </a:ext>
            </a:extLst>
          </p:cNvPr>
          <p:cNvSpPr>
            <a:spLocks xmlns:a="http://schemas.openxmlformats.org/drawingml/2006/main" noGrp="1"/>
          </p:cNvSpPr>
          <p:nvPr/>
        </p:nvSpPr>
        <p:spPr>
          <a:xfrm xmlns:a="http://schemas.openxmlformats.org/drawingml/2006/main">
            <a:off x="4324350" y="2914650"/>
            <a:ext cx="3143250" cy="6762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3" name="figure-457">
            <a:extLst xmlns:a="http://schemas.openxmlformats.org/drawingml/2006/main">
              <a:ext uri="{FF2B5EF4-FFF2-40B4-BE49-F238E27FC236}">
                <a16:creationId xmlns:a16="http://schemas.microsoft.com/office/drawing/2014/main" id="{5AA111E0-8047-4F40-A0DE-599DC77D25E2}"/>
              </a:ext>
            </a:extLst>
          </p:cNvPr>
          <p:cNvSpPr>
            <a:spLocks xmlns:a="http://schemas.openxmlformats.org/drawingml/2006/main" noGrp="1"/>
          </p:cNvSpPr>
          <p:nvPr/>
        </p:nvSpPr>
        <p:spPr>
          <a:xfrm xmlns:a="http://schemas.openxmlformats.org/drawingml/2006/main">
            <a:off x="4400550" y="2952750"/>
            <a:ext cx="2990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151515"/>
                </a:solidFill>
                <a:latin typeface="Malgun Gothic"/>
                <a:ea typeface="Malgun Gothic"/>
                <a:cs typeface="Malgun Gothic"/>
              </a:defRPr>
            </a:pPr>
            <a:r>
              <a:rPr sz="2100" b="1">
                <a:solidFill>
                  <a:srgbClr val="151515"/>
                </a:solidFill>
                <a:latin typeface="Malgun Gothic"/>
                <a:ea typeface="Malgun Gothic"/>
                <a:cs typeface="Malgun Gothic"/>
              </a:rPr>
              <a:t>문 열기 다시 시도</a:t>
            </a:r>
          </a:p>
        </p:txBody>
      </p:sp>
      <p:sp>
        <p:nvSpPr>
          <p:cNvPr id="14" name="figure-458">
            <a:extLst xmlns:a="http://schemas.openxmlformats.org/drawingml/2006/main">
              <a:ext uri="{FF2B5EF4-FFF2-40B4-BE49-F238E27FC236}">
                <a16:creationId xmlns:a16="http://schemas.microsoft.com/office/drawing/2014/main" id="{CA78D6CD-5038-45D8-88D8-36CB717F6DE9}"/>
              </a:ext>
            </a:extLst>
          </p:cNvPr>
          <p:cNvSpPr>
            <a:spLocks xmlns:a="http://schemas.openxmlformats.org/drawingml/2006/main" noGrp="1"/>
          </p:cNvSpPr>
          <p:nvPr/>
        </p:nvSpPr>
        <p:spPr>
          <a:xfrm xmlns:a="http://schemas.openxmlformats.org/drawingml/2006/main">
            <a:off x="4324350" y="4143375"/>
            <a:ext cx="3143250" cy="6762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5" name="figure-459">
            <a:extLst xmlns:a="http://schemas.openxmlformats.org/drawingml/2006/main">
              <a:ext uri="{FF2B5EF4-FFF2-40B4-BE49-F238E27FC236}">
                <a16:creationId xmlns:a16="http://schemas.microsoft.com/office/drawing/2014/main" id="{439EFEBC-D95D-48C1-BA5F-461B5FC2DF20}"/>
              </a:ext>
            </a:extLst>
          </p:cNvPr>
          <p:cNvSpPr>
            <a:spLocks xmlns:a="http://schemas.openxmlformats.org/drawingml/2006/main" noGrp="1"/>
          </p:cNvSpPr>
          <p:nvPr/>
        </p:nvSpPr>
        <p:spPr>
          <a:xfrm xmlns:a="http://schemas.openxmlformats.org/drawingml/2006/main">
            <a:off x="4400550" y="4181475"/>
            <a:ext cx="2990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문 열기</a:t>
            </a:r>
          </a:p>
        </p:txBody>
      </p:sp>
      <p:cxnSp>
        <p:nvCxnSpPr>
          <p:cNvPr id="41" name=""/>
          <p:cNvCxnSpPr>
            <a:stCxn xmlns:a="http://schemas.openxmlformats.org/drawingml/2006/main" id="12" idx="2"/>
            <a:endCxn xmlns:a="http://schemas.openxmlformats.org/drawingml/2006/main" id="14" idx="0"/>
          </p:cNvCxnSpPr>
          <p:nvPr/>
        </p:nvCxnSpPr>
        <p:spPr>
          <a:xfrm xmlns:a="http://schemas.openxmlformats.org/drawingml/2006/main">
            <a:off x="5895975" y="3590925"/>
            <a:ext cx="0" cy="552450"/>
          </a:xfrm>
          <a:prstGeom xmlns:a="http://schemas.openxmlformats.org/drawingml/2006/main" prst="straightConnector1">
            <a:avLst/>
          </a:prstGeom>
          <a:ln xmlns:a="http://schemas.openxmlformats.org/drawingml/2006/main" w="19050">
            <a:solidFill>
              <a:srgbClr val="151515"/>
            </a:solidFill>
            <a:headEnd type="none" w="med" len="med"/>
          </a:ln>
        </p:spPr>
      </p:cxnSp>
      <p:sp>
        <p:nvSpPr>
          <p:cNvPr id="17" name="figure-460">
            <a:extLst xmlns:a="http://schemas.openxmlformats.org/drawingml/2006/main">
              <a:ext uri="{FF2B5EF4-FFF2-40B4-BE49-F238E27FC236}">
                <a16:creationId xmlns:a16="http://schemas.microsoft.com/office/drawing/2014/main" id="{060C6B1F-3A0A-4026-B17C-095691BC9582}"/>
              </a:ext>
            </a:extLst>
          </p:cNvPr>
          <p:cNvSpPr>
            <a:spLocks xmlns:a="http://schemas.openxmlformats.org/drawingml/2006/main" noGrp="1"/>
          </p:cNvSpPr>
          <p:nvPr/>
        </p:nvSpPr>
        <p:spPr>
          <a:xfrm xmlns:a="http://schemas.openxmlformats.org/drawingml/2006/main">
            <a:off x="8039100" y="2914650"/>
            <a:ext cx="3143250" cy="6762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18" name="figure-461">
            <a:extLst xmlns:a="http://schemas.openxmlformats.org/drawingml/2006/main">
              <a:ext uri="{FF2B5EF4-FFF2-40B4-BE49-F238E27FC236}">
                <a16:creationId xmlns:a16="http://schemas.microsoft.com/office/drawing/2014/main" id="{65862E44-9FFE-4381-A665-F6722579623C}"/>
              </a:ext>
            </a:extLst>
          </p:cNvPr>
          <p:cNvSpPr>
            <a:spLocks xmlns:a="http://schemas.openxmlformats.org/drawingml/2006/main" noGrp="1"/>
          </p:cNvSpPr>
          <p:nvPr/>
        </p:nvSpPr>
        <p:spPr>
          <a:xfrm xmlns:a="http://schemas.openxmlformats.org/drawingml/2006/main">
            <a:off x="8115300" y="2952750"/>
            <a:ext cx="2990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151515"/>
                </a:solidFill>
                <a:latin typeface="Malgun Gothic"/>
                <a:ea typeface="Malgun Gothic"/>
                <a:cs typeface="Malgun Gothic"/>
              </a:defRPr>
            </a:pPr>
            <a:r>
              <a:rPr sz="2100" b="1">
                <a:solidFill>
                  <a:srgbClr val="151515"/>
                </a:solidFill>
                <a:latin typeface="Malgun Gothic"/>
                <a:ea typeface="Malgun Gothic"/>
                <a:cs typeface="Malgun Gothic"/>
              </a:rPr>
              <a:t>이동 시간 확인</a:t>
            </a:r>
          </a:p>
        </p:txBody>
      </p:sp>
      <p:sp>
        <p:nvSpPr>
          <p:cNvPr id="19" name="figure-462">
            <a:extLst xmlns:a="http://schemas.openxmlformats.org/drawingml/2006/main">
              <a:ext uri="{FF2B5EF4-FFF2-40B4-BE49-F238E27FC236}">
                <a16:creationId xmlns:a16="http://schemas.microsoft.com/office/drawing/2014/main" id="{B75D369B-C9C3-4661-A529-A5E80DD30464}"/>
              </a:ext>
            </a:extLst>
          </p:cNvPr>
          <p:cNvSpPr>
            <a:spLocks xmlns:a="http://schemas.openxmlformats.org/drawingml/2006/main" noGrp="1"/>
          </p:cNvSpPr>
          <p:nvPr/>
        </p:nvSpPr>
        <p:spPr>
          <a:xfrm xmlns:a="http://schemas.openxmlformats.org/drawingml/2006/main">
            <a:off x="8039100" y="4143375"/>
            <a:ext cx="3143250" cy="676275"/>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20" name="figure-463">
            <a:extLst xmlns:a="http://schemas.openxmlformats.org/drawingml/2006/main">
              <a:ext uri="{FF2B5EF4-FFF2-40B4-BE49-F238E27FC236}">
                <a16:creationId xmlns:a16="http://schemas.microsoft.com/office/drawing/2014/main" id="{1B595AC4-25A1-4F0B-BA96-EA9BD9E604A6}"/>
              </a:ext>
            </a:extLst>
          </p:cNvPr>
          <p:cNvSpPr>
            <a:spLocks xmlns:a="http://schemas.openxmlformats.org/drawingml/2006/main" noGrp="1"/>
          </p:cNvSpPr>
          <p:nvPr/>
        </p:nvSpPr>
        <p:spPr>
          <a:xfrm xmlns:a="http://schemas.openxmlformats.org/drawingml/2006/main">
            <a:off x="8115300" y="4181475"/>
            <a:ext cx="2990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목표로 이동</a:t>
            </a:r>
          </a:p>
        </p:txBody>
      </p:sp>
      <p:cxnSp>
        <p:nvCxnSpPr>
          <p:cNvPr id="46" name=""/>
          <p:cNvCxnSpPr>
            <a:stCxn xmlns:a="http://schemas.openxmlformats.org/drawingml/2006/main" id="17" idx="2"/>
            <a:endCxn xmlns:a="http://schemas.openxmlformats.org/drawingml/2006/main" id="19" idx="0"/>
          </p:cNvCxnSpPr>
          <p:nvPr/>
        </p:nvCxnSpPr>
        <p:spPr>
          <a:xfrm xmlns:a="http://schemas.openxmlformats.org/drawingml/2006/main">
            <a:off x="9610725" y="3590925"/>
            <a:ext cx="0" cy="552450"/>
          </a:xfrm>
          <a:prstGeom xmlns:a="http://schemas.openxmlformats.org/drawingml/2006/main" prst="straightConnector1">
            <a:avLst/>
          </a:prstGeom>
          <a:ln xmlns:a="http://schemas.openxmlformats.org/drawingml/2006/main" w="19050">
            <a:solidFill>
              <a:srgbClr val="151515"/>
            </a:solidFill>
            <a:headEnd type="none" w="med" len="med"/>
          </a:ln>
        </p:spPr>
      </p:cxnSp>
      <p:sp>
        <p:nvSpPr>
          <p:cNvPr id="22" name="figure-464">
            <a:extLst xmlns:a="http://schemas.openxmlformats.org/drawingml/2006/main">
              <a:ext uri="{FF2B5EF4-FFF2-40B4-BE49-F238E27FC236}">
                <a16:creationId xmlns:a16="http://schemas.microsoft.com/office/drawing/2014/main" id="{50937D29-7284-44C6-97D7-AB6FD6AFEE26}"/>
              </a:ext>
            </a:extLst>
          </p:cNvPr>
          <p:cNvSpPr>
            <a:spLocks xmlns:a="http://schemas.openxmlformats.org/drawingml/2006/main" noGrp="1"/>
          </p:cNvSpPr>
          <p:nvPr/>
        </p:nvSpPr>
        <p:spPr>
          <a:xfrm xmlns:a="http://schemas.openxmlformats.org/drawingml/2006/main">
            <a:off x="609600" y="5095875"/>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0">
                <a:solidFill>
                  <a:srgbClr val="151515"/>
                </a:solidFill>
                <a:latin typeface="Malgun Gothic"/>
                <a:ea typeface="Malgun Gothic"/>
                <a:cs typeface="Malgun Gothic"/>
              </a:defRPr>
            </a:pPr>
            <a:r>
              <a:rPr sz="2175" b="0">
                <a:solidFill>
                  <a:srgbClr val="151515"/>
                </a:solidFill>
                <a:latin typeface="Malgun Gothic"/>
                <a:ea typeface="Malgun Gothic"/>
                <a:cs typeface="Malgun Gothic"/>
              </a:rPr>
              <a:t>맞아 ↔ 아니야</a:t>
            </a:r>
          </a:p>
        </p:txBody>
      </p:sp>
      <p:sp>
        <p:nvSpPr>
          <p:cNvPr id="23" name="figure-465">
            <a:extLst xmlns:a="http://schemas.openxmlformats.org/drawingml/2006/main">
              <a:ext uri="{FF2B5EF4-FFF2-40B4-BE49-F238E27FC236}">
                <a16:creationId xmlns:a16="http://schemas.microsoft.com/office/drawing/2014/main" id="{B283B07E-2857-4B3E-B2AA-D205398C8D99}"/>
              </a:ext>
            </a:extLst>
          </p:cNvPr>
          <p:cNvSpPr>
            <a:spLocks xmlns:a="http://schemas.openxmlformats.org/drawingml/2006/main" noGrp="1"/>
          </p:cNvSpPr>
          <p:nvPr/>
        </p:nvSpPr>
        <p:spPr>
          <a:xfrm xmlns:a="http://schemas.openxmlformats.org/drawingml/2006/main">
            <a:off x="4324350" y="5095875"/>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안 되면 정한 횟수만큼</a:t>
            </a:r>
          </a:p>
        </p:txBody>
      </p:sp>
      <p:sp>
        <p:nvSpPr>
          <p:cNvPr id="24" name="figure-466">
            <a:extLst xmlns:a="http://schemas.openxmlformats.org/drawingml/2006/main">
              <a:ext uri="{FF2B5EF4-FFF2-40B4-BE49-F238E27FC236}">
                <a16:creationId xmlns:a16="http://schemas.microsoft.com/office/drawing/2014/main" id="{66A3B585-523C-4F85-9A38-11912003C113}"/>
              </a:ext>
            </a:extLst>
          </p:cNvPr>
          <p:cNvSpPr>
            <a:spLocks xmlns:a="http://schemas.openxmlformats.org/drawingml/2006/main" noGrp="1"/>
          </p:cNvSpPr>
          <p:nvPr/>
        </p:nvSpPr>
        <p:spPr>
          <a:xfrm xmlns:a="http://schemas.openxmlformats.org/drawingml/2006/main">
            <a:off x="8039100" y="5095875"/>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151515"/>
                </a:solidFill>
                <a:latin typeface="Malgun Gothic"/>
                <a:ea typeface="Malgun Gothic"/>
                <a:cs typeface="Malgun Gothic"/>
              </a:defRPr>
            </a:pPr>
            <a:r>
              <a:rPr sz="2025" b="0">
                <a:solidFill>
                  <a:srgbClr val="151515"/>
                </a:solidFill>
                <a:latin typeface="Malgun Gothic"/>
                <a:ea typeface="Malgun Gothic"/>
                <a:cs typeface="Malgun Gothic"/>
              </a:rPr>
              <a:t>정한 시간이 지나면 중단</a:t>
            </a:r>
          </a:p>
        </p:txBody>
      </p:sp>
      <p:sp>
        <p:nvSpPr>
          <p:cNvPr id="25" name="figure-467">
            <a:extLst xmlns:a="http://schemas.openxmlformats.org/drawingml/2006/main">
              <a:ext uri="{FF2B5EF4-FFF2-40B4-BE49-F238E27FC236}">
                <a16:creationId xmlns:a16="http://schemas.microsoft.com/office/drawing/2014/main" id="{18344ECA-2F78-4C81-ADC0-4884AB6AB60F}"/>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이런 추가 규칙을 붙이는 칸을 Decorator라고 부른다</a:t>
            </a:r>
          </a:p>
        </p:txBody>
      </p:sp>
    </p:spTree>
    <p:extLst>
      <p:ext uri="{BB962C8B-B14F-4D97-AF65-F5344CB8AC3E}">
        <p14:creationId xmlns:p14="http://schemas.microsoft.com/office/powerpoint/2010/main" val="202371966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figure-468">
            <a:extLst xmlns:a="http://schemas.openxmlformats.org/drawingml/2006/main">
              <a:ext uri="{FF2B5EF4-FFF2-40B4-BE49-F238E27FC236}">
                <a16:creationId xmlns:a16="http://schemas.microsoft.com/office/drawing/2014/main" id="{8B85C944-BE72-4D86-8990-8431B60C2075}"/>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잘 만든 방법은 다른 경비병도 쓸 수 있다</a:t>
            </a:r>
          </a:p>
        </p:txBody>
      </p:sp>
      <p:sp>
        <p:nvSpPr>
          <p:cNvPr id="2" name="figure-469">
            <a:extLst xmlns:a="http://schemas.openxmlformats.org/drawingml/2006/main">
              <a:ext uri="{FF2B5EF4-FFF2-40B4-BE49-F238E27FC236}">
                <a16:creationId xmlns:a16="http://schemas.microsoft.com/office/drawing/2014/main" id="{2631DD51-FFE3-4604-BFD4-2B8DEE572361}"/>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같은 작업 목록을 여러 곳에서 다시 사용한다</a:t>
            </a:r>
          </a:p>
        </p:txBody>
      </p:sp>
      <p:sp>
        <p:nvSpPr>
          <p:cNvPr id="3" name="figure-470">
            <a:extLst xmlns:a="http://schemas.openxmlformats.org/drawingml/2006/main">
              <a:ext uri="{FF2B5EF4-FFF2-40B4-BE49-F238E27FC236}">
                <a16:creationId xmlns:a16="http://schemas.microsoft.com/office/drawing/2014/main" id="{9263C831-ACA3-4FC3-904C-1FAA0390553B}"/>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28</a:t>
            </a:r>
          </a:p>
        </p:txBody>
      </p:sp>
      <p:sp>
        <p:nvSpPr>
          <p:cNvPr id="4" name="figure-471">
            <a:extLst xmlns:a="http://schemas.openxmlformats.org/drawingml/2006/main">
              <a:ext uri="{FF2B5EF4-FFF2-40B4-BE49-F238E27FC236}">
                <a16:creationId xmlns:a16="http://schemas.microsoft.com/office/drawing/2014/main" id="{CCDE49E6-261A-45E0-A05D-8084A6BA2F13}"/>
              </a:ext>
            </a:extLst>
          </p:cNvPr>
          <p:cNvSpPr>
            <a:spLocks xmlns:a="http://schemas.openxmlformats.org/drawingml/2006/main" noGrp="1"/>
          </p:cNvSpPr>
          <p:nvPr/>
        </p:nvSpPr>
        <p:spPr>
          <a:xfrm xmlns:a="http://schemas.openxmlformats.org/drawingml/2006/main">
            <a:off x="800100" y="2152650"/>
            <a:ext cx="3048000"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5" name="figure-472">
            <a:extLst xmlns:a="http://schemas.openxmlformats.org/drawingml/2006/main">
              <a:ext uri="{FF2B5EF4-FFF2-40B4-BE49-F238E27FC236}">
                <a16:creationId xmlns:a16="http://schemas.microsoft.com/office/drawing/2014/main" id="{D04A086A-55B3-49E0-8561-120AF4CACB65}"/>
              </a:ext>
            </a:extLst>
          </p:cNvPr>
          <p:cNvSpPr>
            <a:spLocks xmlns:a="http://schemas.openxmlformats.org/drawingml/2006/main" noGrp="1"/>
          </p:cNvSpPr>
          <p:nvPr/>
        </p:nvSpPr>
        <p:spPr>
          <a:xfrm xmlns:a="http://schemas.openxmlformats.org/drawingml/2006/main">
            <a:off x="876300" y="2190750"/>
            <a:ext cx="2895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경비병 A</a:t>
            </a:r>
          </a:p>
        </p:txBody>
      </p:sp>
      <p:sp>
        <p:nvSpPr>
          <p:cNvPr id="6" name="figure-473">
            <a:extLst xmlns:a="http://schemas.openxmlformats.org/drawingml/2006/main">
              <a:ext uri="{FF2B5EF4-FFF2-40B4-BE49-F238E27FC236}">
                <a16:creationId xmlns:a16="http://schemas.microsoft.com/office/drawing/2014/main" id="{1A816606-58BA-4738-B5F8-552EF86F7F78}"/>
              </a:ext>
            </a:extLst>
          </p:cNvPr>
          <p:cNvSpPr>
            <a:spLocks xmlns:a="http://schemas.openxmlformats.org/drawingml/2006/main" noGrp="1"/>
          </p:cNvSpPr>
          <p:nvPr/>
        </p:nvSpPr>
        <p:spPr>
          <a:xfrm xmlns:a="http://schemas.openxmlformats.org/drawingml/2006/main">
            <a:off x="8229600" y="2152650"/>
            <a:ext cx="3048000" cy="742950"/>
          </a:xfrm>
          <a:prstGeom xmlns:a="http://schemas.openxmlformats.org/drawingml/2006/main" prst="rect">
            <a:avLst/>
          </a:prstGeom>
          <a:solidFill xmlns:a="http://schemas.openxmlformats.org/drawingml/2006/main">
            <a:srgbClr val="FFFFFF"/>
          </a:solidFill>
          <a:ln xmlns:a="http://schemas.openxmlformats.org/drawingml/2006/main" w="19050">
            <a:solidFill>
              <a:srgbClr val="151515"/>
            </a:solidFill>
          </a:ln>
        </p:spPr>
      </p:sp>
      <p:sp>
        <p:nvSpPr>
          <p:cNvPr id="7" name="figure-474">
            <a:extLst xmlns:a="http://schemas.openxmlformats.org/drawingml/2006/main">
              <a:ext uri="{FF2B5EF4-FFF2-40B4-BE49-F238E27FC236}">
                <a16:creationId xmlns:a16="http://schemas.microsoft.com/office/drawing/2014/main" id="{E1B17ECA-1896-46CB-A0B4-C21B91B00852}"/>
              </a:ext>
            </a:extLst>
          </p:cNvPr>
          <p:cNvSpPr>
            <a:spLocks xmlns:a="http://schemas.openxmlformats.org/drawingml/2006/main" noGrp="1"/>
          </p:cNvSpPr>
          <p:nvPr/>
        </p:nvSpPr>
        <p:spPr>
          <a:xfrm xmlns:a="http://schemas.openxmlformats.org/drawingml/2006/main">
            <a:off x="8305800" y="2190750"/>
            <a:ext cx="2895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51515"/>
                </a:solidFill>
                <a:latin typeface="Malgun Gothic"/>
                <a:ea typeface="Malgun Gothic"/>
                <a:cs typeface="Malgun Gothic"/>
              </a:defRPr>
            </a:pPr>
            <a:r>
              <a:rPr sz="2025" b="1">
                <a:solidFill>
                  <a:srgbClr val="151515"/>
                </a:solidFill>
                <a:latin typeface="Malgun Gothic"/>
                <a:ea typeface="Malgun Gothic"/>
                <a:cs typeface="Malgun Gothic"/>
              </a:rPr>
              <a:t>경비병 B</a:t>
            </a:r>
          </a:p>
        </p:txBody>
      </p:sp>
      <p:sp>
        <p:nvSpPr>
          <p:cNvPr id="8" name="figure-475">
            <a:extLst xmlns:a="http://schemas.openxmlformats.org/drawingml/2006/main">
              <a:ext uri="{FF2B5EF4-FFF2-40B4-BE49-F238E27FC236}">
                <a16:creationId xmlns:a16="http://schemas.microsoft.com/office/drawing/2014/main" id="{73CFC074-C68E-49A0-95C6-31173BB4B4D4}"/>
              </a:ext>
            </a:extLst>
          </p:cNvPr>
          <p:cNvSpPr>
            <a:spLocks xmlns:a="http://schemas.openxmlformats.org/drawingml/2006/main" noGrp="1"/>
          </p:cNvSpPr>
          <p:nvPr/>
        </p:nvSpPr>
        <p:spPr>
          <a:xfrm xmlns:a="http://schemas.openxmlformats.org/drawingml/2006/main">
            <a:off x="4181475" y="3886200"/>
            <a:ext cx="3829050" cy="838200"/>
          </a:xfrm>
          <a:prstGeom xmlns:a="http://schemas.openxmlformats.org/drawingml/2006/main" prst="rect">
            <a:avLst/>
          </a:prstGeom>
          <a:solidFill xmlns:a="http://schemas.openxmlformats.org/drawingml/2006/main">
            <a:srgbClr val="151515"/>
          </a:solidFill>
          <a:ln xmlns:a="http://schemas.openxmlformats.org/drawingml/2006/main" w="19050">
            <a:solidFill>
              <a:srgbClr val="151515"/>
            </a:solidFill>
          </a:ln>
        </p:spPr>
      </p:sp>
      <p:sp>
        <p:nvSpPr>
          <p:cNvPr id="9" name="figure-476">
            <a:extLst xmlns:a="http://schemas.openxmlformats.org/drawingml/2006/main">
              <a:ext uri="{FF2B5EF4-FFF2-40B4-BE49-F238E27FC236}">
                <a16:creationId xmlns:a16="http://schemas.microsoft.com/office/drawing/2014/main" id="{F7A7A708-DFC8-46A6-97C1-FD1C6EFA2577}"/>
              </a:ext>
            </a:extLst>
          </p:cNvPr>
          <p:cNvSpPr>
            <a:spLocks xmlns:a="http://schemas.openxmlformats.org/drawingml/2006/main" noGrp="1"/>
          </p:cNvSpPr>
          <p:nvPr/>
        </p:nvSpPr>
        <p:spPr>
          <a:xfrm xmlns:a="http://schemas.openxmlformats.org/drawingml/2006/main">
            <a:off x="4257675" y="3924300"/>
            <a:ext cx="3676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따라가기 방법</a:t>
            </a:r>
          </a:p>
        </p:txBody>
      </p:sp>
      <p:cxnSp>
        <p:nvCxnSpPr>
          <p:cNvPr id="23" name=""/>
          <p:cNvCxnSpPr>
            <a:stCxn xmlns:a="http://schemas.openxmlformats.org/drawingml/2006/main" id="4" idx="2"/>
            <a:endCxn xmlns:a="http://schemas.openxmlformats.org/drawingml/2006/main" id="8" idx="0"/>
          </p:cNvCxnSpPr>
          <p:nvPr/>
        </p:nvCxnSpPr>
        <p:spPr>
          <a:xfrm xmlns:a="http://schemas.openxmlformats.org/drawingml/2006/main">
            <a:off x="2324100" y="2895600"/>
            <a:ext cx="3771900" cy="990600"/>
          </a:xfrm>
          <a:prstGeom xmlns:a="http://schemas.openxmlformats.org/drawingml/2006/main" prst="straightConnector1">
            <a:avLst/>
          </a:prstGeom>
          <a:ln xmlns:a="http://schemas.openxmlformats.org/drawingml/2006/main" w="19050">
            <a:solidFill>
              <a:srgbClr val="151515"/>
            </a:solidFill>
            <a:headEnd type="none" w="med" len="med"/>
          </a:ln>
        </p:spPr>
      </p:cxnSp>
      <p:cxnSp>
        <p:nvCxnSpPr>
          <p:cNvPr id="24" name=""/>
          <p:cNvCxnSpPr>
            <a:stCxn xmlns:a="http://schemas.openxmlformats.org/drawingml/2006/main" id="6" idx="2"/>
            <a:endCxn xmlns:a="http://schemas.openxmlformats.org/drawingml/2006/main" id="8" idx="0"/>
          </p:cNvCxnSpPr>
          <p:nvPr/>
        </p:nvCxnSpPr>
        <p:spPr>
          <a:xfrm xmlns:a="http://schemas.openxmlformats.org/drawingml/2006/main" flipH="1">
            <a:off x="6096000" y="2895600"/>
            <a:ext cx="3657600" cy="990600"/>
          </a:xfrm>
          <a:prstGeom xmlns:a="http://schemas.openxmlformats.org/drawingml/2006/main" prst="straightConnector1">
            <a:avLst/>
          </a:prstGeom>
          <a:ln xmlns:a="http://schemas.openxmlformats.org/drawingml/2006/main" w="19050">
            <a:solidFill>
              <a:srgbClr val="151515"/>
            </a:solidFill>
            <a:headEnd type="none" w="med" len="med"/>
          </a:ln>
        </p:spPr>
      </p:cxnSp>
      <p:sp>
        <p:nvSpPr>
          <p:cNvPr id="12" name="figure-477">
            <a:extLst xmlns:a="http://schemas.openxmlformats.org/drawingml/2006/main">
              <a:ext uri="{FF2B5EF4-FFF2-40B4-BE49-F238E27FC236}">
                <a16:creationId xmlns:a16="http://schemas.microsoft.com/office/drawing/2014/main" id="{C45D83E9-2297-4199-9093-C43E5CA2E47A}"/>
              </a:ext>
            </a:extLst>
          </p:cNvPr>
          <p:cNvSpPr>
            <a:spLocks xmlns:a="http://schemas.openxmlformats.org/drawingml/2006/main" noGrp="1"/>
          </p:cNvSpPr>
          <p:nvPr/>
        </p:nvSpPr>
        <p:spPr>
          <a:xfrm xmlns:a="http://schemas.openxmlformats.org/drawingml/2006/main">
            <a:off x="2562225" y="5048250"/>
            <a:ext cx="704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00" b="0">
                <a:solidFill>
                  <a:srgbClr val="151515"/>
                </a:solidFill>
                <a:latin typeface="Malgun Gothic"/>
                <a:ea typeface="Malgun Gothic"/>
                <a:cs typeface="Malgun Gothic"/>
              </a:defRPr>
            </a:pPr>
            <a:r>
              <a:rPr sz="2400" b="0">
                <a:solidFill>
                  <a:srgbClr val="151515"/>
                </a:solidFill>
                <a:latin typeface="Malgun Gothic"/>
                <a:ea typeface="Malgun Gothic"/>
                <a:cs typeface="Malgun Gothic"/>
              </a:rPr>
              <a:t>적이 보이나? → 목표로 이동하기</a:t>
            </a:r>
          </a:p>
        </p:txBody>
      </p:sp>
      <p:sp>
        <p:nvSpPr>
          <p:cNvPr id="13" name="figure-478">
            <a:extLst xmlns:a="http://schemas.openxmlformats.org/drawingml/2006/main">
              <a:ext uri="{FF2B5EF4-FFF2-40B4-BE49-F238E27FC236}">
                <a16:creationId xmlns:a16="http://schemas.microsoft.com/office/drawing/2014/main" id="{01F13389-6BAC-4C5F-AEE0-92BCC03962C6}"/>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같은 작은 트리를 다시 쓰는 것을 Subtree라고 부른다</a:t>
            </a:r>
          </a:p>
        </p:txBody>
      </p:sp>
    </p:spTree>
    <p:extLst>
      <p:ext uri="{BB962C8B-B14F-4D97-AF65-F5344CB8AC3E}">
        <p14:creationId xmlns:p14="http://schemas.microsoft.com/office/powerpoint/2010/main" val="209583553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figure-479">
            <a:extLst xmlns:a="http://schemas.openxmlformats.org/drawingml/2006/main">
              <a:ext uri="{FF2B5EF4-FFF2-40B4-BE49-F238E27FC236}">
                <a16:creationId xmlns:a16="http://schemas.microsoft.com/office/drawing/2014/main" id="{9F8B0FD7-2D00-4A8C-8BF7-5ECC419D3E01}"/>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엉뚱하게 행동하면 세 가지부터 본다</a:t>
            </a:r>
          </a:p>
        </p:txBody>
      </p:sp>
      <p:sp>
        <p:nvSpPr>
          <p:cNvPr id="2" name="figure-480">
            <a:extLst xmlns:a="http://schemas.openxmlformats.org/drawingml/2006/main">
              <a:ext uri="{FF2B5EF4-FFF2-40B4-BE49-F238E27FC236}">
                <a16:creationId xmlns:a16="http://schemas.microsoft.com/office/drawing/2014/main" id="{B155FD3A-998C-48A9-944B-82DA0345E90D}"/>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그림만 보지 말고 지금 값과 답도 살펴본다</a:t>
            </a:r>
          </a:p>
        </p:txBody>
      </p:sp>
      <p:sp>
        <p:nvSpPr>
          <p:cNvPr id="3" name="figure-481">
            <a:extLst xmlns:a="http://schemas.openxmlformats.org/drawingml/2006/main">
              <a:ext uri="{FF2B5EF4-FFF2-40B4-BE49-F238E27FC236}">
                <a16:creationId xmlns:a16="http://schemas.microsoft.com/office/drawing/2014/main" id="{993A4F5A-7EBE-4A6D-BA6C-87AE71D8979E}"/>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29</a:t>
            </a:r>
          </a:p>
        </p:txBody>
      </p:sp>
      <p:graphicFrame>
        <p:nvGraphicFramePr>
          <p:cNvPr id="9" name=""/>
          <p:cNvGraphicFramePr/>
          <p:nvPr/>
        </p:nvGraphicFramePr>
        <p:xfrm>
          <a:off xmlns:a="http://schemas.openxmlformats.org/drawingml/2006/main" x="609600" y="2085975"/>
          <a:ext xmlns:a="http://schemas.openxmlformats.org/drawingml/2006/main" cx="10972800" cy="3181350"/>
        </p:xfrm>
        <a:graphic xmlns:a="http://schemas.openxmlformats.org/drawingml/2006/main">
          <a:graphicData uri="http://schemas.openxmlformats.org/drawingml/2006/table">
            <a:tbl>
              <a:tblPr/>
              <a:tblGrid>
                <a:gridCol w="4248150"/>
                <a:gridCol w="6724650"/>
              </a:tblGrid>
              <a:tr h="795338">
                <a:tc>
                  <a:txBody>
                    <a:bodyPr lIns="152400" tIns="85725" rIns="114300" bIns="85725">
                      <a:noAutofit/>
                    </a:bodyPr>
                    <a:lstStyle/>
                    <a:p>
                      <a:r>
                        <a:rPr sz="2025" b="1">
                          <a:solidFill>
                            <a:srgbClr val="FFFFFF"/>
                          </a:solidFill>
                          <a:latin typeface="Malgun Gothic"/>
                          <a:ea typeface="Malgun Gothic"/>
                          <a:cs typeface="Malgun Gothic"/>
                        </a:rPr>
                        <a:t>보이는 문제</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먼저 확인할 것</a:t>
                      </a:r>
                    </a:p>
                  </a:txBody>
                  <a:tcPr marL="91440" marR="91440" marT="45720" marB="45720" anchor="ctr">
                    <a:solidFill>
                      <a:srgbClr val="151515"/>
                    </a:solidFill>
                  </a:tcPr>
                </a:tc>
              </a:tr>
              <a:tr h="795338">
                <a:tc>
                  <a:txBody>
                    <a:bodyPr lIns="152400" tIns="85725" rIns="114300" bIns="85725">
                      <a:noAutofit/>
                    </a:bodyPr>
                    <a:lstStyle/>
                    <a:p>
                      <a:r>
                        <a:rPr sz="2025" b="0">
                          <a:solidFill>
                            <a:srgbClr val="151515"/>
                          </a:solidFill>
                          <a:latin typeface="Malgun Gothic"/>
                          <a:ea typeface="Malgun Gothic"/>
                          <a:cs typeface="Malgun Gothic"/>
                        </a:rPr>
                        <a:t>공격했다가 따라가기를 계속 반복</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거리가 조금 바뀔 때마다 선택이 바뀌나?</a:t>
                      </a:r>
                    </a:p>
                  </a:txBody>
                  <a:tcPr marL="91440" marR="91440" marT="45720" marB="45720" anchor="ctr">
                    <a:solidFill>
                      <a:srgbClr val="FFFFFF"/>
                    </a:solidFill>
                  </a:tcPr>
                </a:tc>
              </a:tr>
              <a:tr h="795338">
                <a:tc>
                  <a:txBody>
                    <a:bodyPr lIns="152400" tIns="85725" rIns="114300" bIns="85725">
                      <a:noAutofit/>
                    </a:bodyPr>
                    <a:lstStyle/>
                    <a:p>
                      <a:r>
                        <a:rPr sz="2025" b="0">
                          <a:solidFill>
                            <a:srgbClr val="151515"/>
                          </a:solidFill>
                          <a:latin typeface="Malgun Gothic"/>
                          <a:ea typeface="Malgun Gothic"/>
                          <a:cs typeface="Malgun Gothic"/>
                        </a:rPr>
                        <a:t>사라진 적을 계속 따라감</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오래된 메모를 읽고 있나?</a:t>
                      </a:r>
                    </a:p>
                  </a:txBody>
                  <a:tcPr marL="91440" marR="91440" marT="45720" marB="45720" anchor="ctr">
                    <a:solidFill>
                      <a:srgbClr val="F6F6F6"/>
                    </a:solidFill>
                  </a:tcPr>
                </a:tc>
              </a:tr>
              <a:tr h="795338">
                <a:tc>
                  <a:txBody>
                    <a:bodyPr lIns="152400" tIns="85725" rIns="114300" bIns="85725">
                      <a:noAutofit/>
                    </a:bodyPr>
                    <a:lstStyle/>
                    <a:p>
                      <a:r>
                        <a:rPr sz="2025" b="0">
                          <a:solidFill>
                            <a:srgbClr val="151515"/>
                          </a:solidFill>
                          <a:latin typeface="Malgun Gothic"/>
                          <a:ea typeface="Malgun Gothic"/>
                          <a:cs typeface="Malgun Gothic"/>
                        </a:rPr>
                        <a:t>언제까지나 “하는 중”</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언제 끝나고 언제 포기할지 정했나?</a:t>
                      </a:r>
                    </a:p>
                  </a:txBody>
                  <a:tcPr marL="91440" marR="91440" marT="45720" marB="45720" anchor="ctr">
                    <a:solidFill>
                      <a:srgbClr val="FFFFFF"/>
                    </a:solidFill>
                  </a:tcPr>
                </a:tc>
              </a:tr>
            </a:tbl>
          </a:graphicData>
        </a:graphic>
      </p:graphicFrame>
      <p:sp>
        <p:nvSpPr>
          <p:cNvPr id="5" name="figure-482">
            <a:extLst xmlns:a="http://schemas.openxmlformats.org/drawingml/2006/main">
              <a:ext uri="{FF2B5EF4-FFF2-40B4-BE49-F238E27FC236}">
                <a16:creationId xmlns:a16="http://schemas.microsoft.com/office/drawing/2014/main" id="{6BE54B8F-A718-46AB-8FFF-64DA09F18A1B}"/>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지금 고른 일 · 물어본 값 · 받은 답을 함께 본다</a:t>
            </a:r>
          </a:p>
        </p:txBody>
      </p:sp>
    </p:spTree>
    <p:extLst>
      <p:ext uri="{BB962C8B-B14F-4D97-AF65-F5344CB8AC3E}">
        <p14:creationId xmlns:p14="http://schemas.microsoft.com/office/powerpoint/2010/main" val="187847855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figure-483">
            <a:extLst xmlns:a="http://schemas.openxmlformats.org/drawingml/2006/main">
              <a:ext uri="{FF2B5EF4-FFF2-40B4-BE49-F238E27FC236}">
                <a16:creationId xmlns:a16="http://schemas.microsoft.com/office/drawing/2014/main" id="{94506F55-3F43-4C6C-86A5-9E49CC624756}"/>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전에 배운 상태 방식과 비교해 보자</a:t>
            </a:r>
          </a:p>
        </p:txBody>
      </p:sp>
      <p:sp>
        <p:nvSpPr>
          <p:cNvPr id="2" name="figure-484">
            <a:extLst xmlns:a="http://schemas.openxmlformats.org/drawingml/2006/main">
              <a:ext uri="{FF2B5EF4-FFF2-40B4-BE49-F238E27FC236}">
                <a16:creationId xmlns:a16="http://schemas.microsoft.com/office/drawing/2014/main" id="{795558F6-532A-4D67-9109-7DB50F453F87}"/>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표현하기 편한 방법을 골라 쓴다</a:t>
            </a:r>
          </a:p>
        </p:txBody>
      </p:sp>
      <p:sp>
        <p:nvSpPr>
          <p:cNvPr id="3" name="figure-485">
            <a:extLst xmlns:a="http://schemas.openxmlformats.org/drawingml/2006/main">
              <a:ext uri="{FF2B5EF4-FFF2-40B4-BE49-F238E27FC236}">
                <a16:creationId xmlns:a16="http://schemas.microsoft.com/office/drawing/2014/main" id="{2E672390-D1A2-452B-8C9F-66AF93E90331}"/>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30</a:t>
            </a:r>
          </a:p>
        </p:txBody>
      </p:sp>
      <p:graphicFrame>
        <p:nvGraphicFramePr>
          <p:cNvPr id="9" name=""/>
          <p:cNvGraphicFramePr/>
          <p:nvPr/>
        </p:nvGraphicFramePr>
        <p:xfrm>
          <a:off xmlns:a="http://schemas.openxmlformats.org/drawingml/2006/main" x="609600" y="2247900"/>
          <a:ext xmlns:a="http://schemas.openxmlformats.org/drawingml/2006/main" cx="10972800" cy="2771775"/>
        </p:xfrm>
        <a:graphic xmlns:a="http://schemas.openxmlformats.org/drawingml/2006/main">
          <a:graphicData uri="http://schemas.openxmlformats.org/drawingml/2006/table">
            <a:tbl>
              <a:tblPr/>
              <a:tblGrid>
                <a:gridCol w="5486400"/>
                <a:gridCol w="5486400"/>
              </a:tblGrid>
              <a:tr h="692944">
                <a:tc>
                  <a:txBody>
                    <a:bodyPr lIns="152400" tIns="85725" rIns="114300" bIns="85725">
                      <a:noAutofit/>
                    </a:bodyPr>
                    <a:lstStyle/>
                    <a:p>
                      <a:r>
                        <a:rPr sz="2025" b="1">
                          <a:solidFill>
                            <a:srgbClr val="FFFFFF"/>
                          </a:solidFill>
                          <a:latin typeface="Malgun Gothic"/>
                          <a:ea typeface="Malgun Gothic"/>
                          <a:cs typeface="Malgun Gothic"/>
                        </a:rPr>
                        <a:t>상태 방식 · FSM</a:t>
                      </a:r>
                    </a:p>
                  </a:txBody>
                  <a:tcPr marL="91440" marR="91440" marT="45720" marB="45720" anchor="ctr">
                    <a:solidFill>
                      <a:srgbClr val="151515"/>
                    </a:solidFill>
                  </a:tcPr>
                </a:tc>
                <a:tc>
                  <a:txBody>
                    <a:bodyPr lIns="152400" tIns="85725" rIns="114300" bIns="85725">
                      <a:noAutofit/>
                    </a:bodyPr>
                    <a:lstStyle/>
                    <a:p>
                      <a:r>
                        <a:rPr sz="2025" b="1">
                          <a:solidFill>
                            <a:srgbClr val="FFFFFF"/>
                          </a:solidFill>
                          <a:latin typeface="Malgun Gothic"/>
                          <a:ea typeface="Malgun Gothic"/>
                          <a:cs typeface="Malgun Gothic"/>
                        </a:rPr>
                        <a:t>행동 나무 · BT</a:t>
                      </a:r>
                    </a:p>
                  </a:txBody>
                  <a:tcPr marL="91440" marR="91440" marT="45720" marB="45720" anchor="ctr">
                    <a:solidFill>
                      <a:srgbClr val="151515"/>
                    </a:solidFill>
                  </a:tcPr>
                </a:tc>
              </a:tr>
              <a:tr h="692944">
                <a:tc>
                  <a:txBody>
                    <a:bodyPr lIns="152400" tIns="85725" rIns="114300" bIns="85725">
                      <a:noAutofit/>
                    </a:bodyPr>
                    <a:lstStyle/>
                    <a:p>
                      <a:r>
                        <a:rPr sz="2025" b="0">
                          <a:solidFill>
                            <a:srgbClr val="151515"/>
                          </a:solidFill>
                          <a:latin typeface="Malgun Gothic"/>
                          <a:ea typeface="Malgun Gothic"/>
                          <a:cs typeface="Malgun Gothic"/>
                        </a:rPr>
                        <a:t>“나는 지금 따라가는 상태야”</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“지금 할 수 있는 일을 골라 보자”</a:t>
                      </a:r>
                    </a:p>
                  </a:txBody>
                  <a:tcPr marL="91440" marR="91440" marT="45720" marB="45720" anchor="ctr">
                    <a:solidFill>
                      <a:srgbClr val="FFFFFF"/>
                    </a:solidFill>
                  </a:tcPr>
                </a:tc>
              </a:tr>
              <a:tr h="692944">
                <a:tc>
                  <a:txBody>
                    <a:bodyPr lIns="152400" tIns="85725" rIns="114300" bIns="85725">
                      <a:noAutofit/>
                    </a:bodyPr>
                    <a:lstStyle/>
                    <a:p>
                      <a:r>
                        <a:rPr sz="2025" b="0">
                          <a:solidFill>
                            <a:srgbClr val="151515"/>
                          </a:solidFill>
                          <a:latin typeface="Malgun Gothic"/>
                          <a:ea typeface="Malgun Gothic"/>
                          <a:cs typeface="Malgun Gothic"/>
                        </a:rPr>
                        <a:t>어느 상태에서 어디로 바꿀지 정함</a:t>
                      </a:r>
                    </a:p>
                  </a:txBody>
                  <a:tcPr marL="91440" marR="91440" marT="45720" marB="45720" anchor="ctr">
                    <a:solidFill>
                      <a:srgbClr val="F6F6F6"/>
                    </a:solidFill>
                  </a:tcPr>
                </a:tc>
                <a:tc>
                  <a:txBody>
                    <a:bodyPr lIns="152400" tIns="85725" rIns="114300" bIns="85725">
                      <a:noAutofit/>
                    </a:bodyPr>
                    <a:lstStyle/>
                    <a:p>
                      <a:r>
                        <a:rPr sz="2025" b="0">
                          <a:solidFill>
                            <a:srgbClr val="151515"/>
                          </a:solidFill>
                          <a:latin typeface="Malgun Gothic"/>
                          <a:ea typeface="Malgun Gothic"/>
                          <a:cs typeface="Malgun Gothic"/>
                        </a:rPr>
                        <a:t>어떤 일을 먼저 보고 어떻게 묶을지 정함</a:t>
                      </a:r>
                    </a:p>
                  </a:txBody>
                  <a:tcPr marL="91440" marR="91440" marT="45720" marB="45720" anchor="ctr">
                    <a:solidFill>
                      <a:srgbClr val="F6F6F6"/>
                    </a:solidFill>
                  </a:tcPr>
                </a:tc>
              </a:tr>
              <a:tr h="692944">
                <a:tc>
                  <a:txBody>
                    <a:bodyPr lIns="152400" tIns="85725" rIns="114300" bIns="85725">
                      <a:noAutofit/>
                    </a:bodyPr>
                    <a:lstStyle/>
                    <a:p>
                      <a:r>
                        <a:rPr sz="2025" b="0">
                          <a:solidFill>
                            <a:srgbClr val="151515"/>
                          </a:solidFill>
                          <a:latin typeface="Malgun Gothic"/>
                          <a:ea typeface="Malgun Gothic"/>
                          <a:cs typeface="Malgun Gothic"/>
                        </a:rPr>
                        <a:t>현재 상태와 바뀐 이유를 확인</a:t>
                      </a:r>
                    </a:p>
                  </a:txBody>
                  <a:tcPr marL="91440" marR="91440" marT="45720" marB="45720" anchor="ctr">
                    <a:solidFill>
                      <a:srgbClr val="FFFFFF"/>
                    </a:solidFill>
                  </a:tcPr>
                </a:tc>
                <a:tc>
                  <a:txBody>
                    <a:bodyPr lIns="152400" tIns="85725" rIns="114300" bIns="85725">
                      <a:noAutofit/>
                    </a:bodyPr>
                    <a:lstStyle/>
                    <a:p>
                      <a:r>
                        <a:rPr sz="2025" b="0">
                          <a:solidFill>
                            <a:srgbClr val="151515"/>
                          </a:solidFill>
                          <a:latin typeface="Malgun Gothic"/>
                          <a:ea typeface="Malgun Gothic"/>
                          <a:cs typeface="Malgun Gothic"/>
                        </a:rPr>
                        <a:t>고른 작업과 받은 답을 확인</a:t>
                      </a:r>
                    </a:p>
                  </a:txBody>
                  <a:tcPr marL="91440" marR="91440" marT="45720" marB="45720" anchor="ctr">
                    <a:solidFill>
                      <a:srgbClr val="FFFFFF"/>
                    </a:solidFill>
                  </a:tcPr>
                </a:tc>
              </a:tr>
            </a:tbl>
          </a:graphicData>
        </a:graphic>
      </p:graphicFrame>
      <p:sp>
        <p:nvSpPr>
          <p:cNvPr id="5" name="figure-486">
            <a:extLst xmlns:a="http://schemas.openxmlformats.org/drawingml/2006/main">
              <a:ext uri="{FF2B5EF4-FFF2-40B4-BE49-F238E27FC236}">
                <a16:creationId xmlns:a16="http://schemas.microsoft.com/office/drawing/2014/main" id="{A09826D2-9625-412D-BB5D-F5B6C7DAF180}"/>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둘 다 쓸 수 있고, 함께 사용할 수도 있다</a:t>
            </a:r>
          </a:p>
        </p:txBody>
      </p:sp>
    </p:spTree>
    <p:extLst>
      <p:ext uri="{BB962C8B-B14F-4D97-AF65-F5344CB8AC3E}">
        <p14:creationId xmlns:p14="http://schemas.microsoft.com/office/powerpoint/2010/main" val="128238047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igure-487">
            <a:extLst xmlns:a="http://schemas.openxmlformats.org/drawingml/2006/main">
              <a:ext uri="{FF2B5EF4-FFF2-40B4-BE49-F238E27FC236}">
                <a16:creationId xmlns:a16="http://schemas.microsoft.com/office/drawing/2014/main" id="{8F62EC69-5536-47BE-8676-E2CFF97C1FA6}"/>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그림을 읽을 수 있는지 확인해 보자</a:t>
            </a:r>
          </a:p>
        </p:txBody>
      </p:sp>
      <p:sp>
        <p:nvSpPr>
          <p:cNvPr id="2" name="figure-488">
            <a:extLst xmlns:a="http://schemas.openxmlformats.org/drawingml/2006/main">
              <a:ext uri="{FF2B5EF4-FFF2-40B4-BE49-F238E27FC236}">
                <a16:creationId xmlns:a16="http://schemas.microsoft.com/office/drawing/2014/main" id="{5210194D-BC4B-4D06-A5B7-43483C1AED92}"/>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정답보다 “왜 그렇게 골랐는지” 말해 보기</a:t>
            </a:r>
          </a:p>
        </p:txBody>
      </p:sp>
      <p:sp>
        <p:nvSpPr>
          <p:cNvPr id="3" name="figure-489">
            <a:extLst xmlns:a="http://schemas.openxmlformats.org/drawingml/2006/main">
              <a:ext uri="{FF2B5EF4-FFF2-40B4-BE49-F238E27FC236}">
                <a16:creationId xmlns:a16="http://schemas.microsoft.com/office/drawing/2014/main" id="{9151DFC8-F0E2-4723-B7FA-70A1846B5EC9}"/>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31</a:t>
            </a:r>
          </a:p>
        </p:txBody>
      </p:sp>
      <p:sp>
        <p:nvSpPr>
          <p:cNvPr id="4" name="figure-490">
            <a:extLst xmlns:a="http://schemas.openxmlformats.org/drawingml/2006/main">
              <a:ext uri="{FF2B5EF4-FFF2-40B4-BE49-F238E27FC236}">
                <a16:creationId xmlns:a16="http://schemas.microsoft.com/office/drawing/2014/main" id="{8D80090B-9F44-4B43-8FEE-EBB6438B5307}"/>
              </a:ext>
            </a:extLst>
          </p:cNvPr>
          <p:cNvSpPr>
            <a:spLocks xmlns:a="http://schemas.openxmlformats.org/drawingml/2006/main" noGrp="1"/>
          </p:cNvSpPr>
          <p:nvPr/>
        </p:nvSpPr>
        <p:spPr>
          <a:xfrm xmlns:a="http://schemas.openxmlformats.org/drawingml/2006/main">
            <a:off x="609600" y="2009775"/>
            <a:ext cx="95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51515"/>
                </a:solidFill>
                <a:latin typeface="Malgun Gothic"/>
                <a:ea typeface="Malgun Gothic"/>
                <a:cs typeface="Malgun Gothic"/>
              </a:defRPr>
            </a:pPr>
            <a:r>
              <a:rPr sz="3300" b="1">
                <a:solidFill>
                  <a:srgbClr val="151515"/>
                </a:solidFill>
                <a:latin typeface="Malgun Gothic"/>
                <a:ea typeface="Malgun Gothic"/>
                <a:cs typeface="Malgun Gothic"/>
              </a:rPr>
              <a:t>01</a:t>
            </a:r>
          </a:p>
        </p:txBody>
      </p:sp>
      <p:sp>
        <p:nvSpPr>
          <p:cNvPr id="5" name="figure-491">
            <a:extLst xmlns:a="http://schemas.openxmlformats.org/drawingml/2006/main">
              <a:ext uri="{FF2B5EF4-FFF2-40B4-BE49-F238E27FC236}">
                <a16:creationId xmlns:a16="http://schemas.microsoft.com/office/drawing/2014/main" id="{96AED13B-A0DE-4B16-8EFC-AC1B05E966B8}"/>
              </a:ext>
            </a:extLst>
          </p:cNvPr>
          <p:cNvSpPr>
            <a:spLocks xmlns:a="http://schemas.openxmlformats.org/drawingml/2006/main" noGrp="1"/>
          </p:cNvSpPr>
          <p:nvPr/>
        </p:nvSpPr>
        <p:spPr>
          <a:xfrm xmlns:a="http://schemas.openxmlformats.org/drawingml/2006/main">
            <a:off x="1828800" y="2009775"/>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신발을 아직 신는 중이다</a:t>
            </a:r>
          </a:p>
        </p:txBody>
      </p:sp>
      <p:sp>
        <p:nvSpPr>
          <p:cNvPr id="6" name="figure-492">
            <a:extLst xmlns:a="http://schemas.openxmlformats.org/drawingml/2006/main">
              <a:ext uri="{FF2B5EF4-FFF2-40B4-BE49-F238E27FC236}">
                <a16:creationId xmlns:a16="http://schemas.microsoft.com/office/drawing/2014/main" id="{C687A986-DFB4-4CAE-B00A-694A34EBA34F}"/>
              </a:ext>
            </a:extLst>
          </p:cNvPr>
          <p:cNvSpPr>
            <a:spLocks xmlns:a="http://schemas.openxmlformats.org/drawingml/2006/main" noGrp="1"/>
          </p:cNvSpPr>
          <p:nvPr/>
        </p:nvSpPr>
        <p:spPr>
          <a:xfrm xmlns:a="http://schemas.openxmlformats.org/drawingml/2006/main">
            <a:off x="1828800" y="249555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666666"/>
                </a:solidFill>
                <a:latin typeface="Malgun Gothic"/>
                <a:ea typeface="Malgun Gothic"/>
                <a:cs typeface="Malgun Gothic"/>
              </a:defRPr>
            </a:pPr>
            <a:r>
              <a:rPr sz="2175" b="0">
                <a:solidFill>
                  <a:srgbClr val="666666"/>
                </a:solidFill>
                <a:latin typeface="Malgun Gothic"/>
                <a:ea typeface="Malgun Gothic"/>
                <a:cs typeface="Malgun Gothic"/>
              </a:rPr>
              <a:t>밖에 나가기를 바로 시작할까?</a:t>
            </a:r>
          </a:p>
        </p:txBody>
      </p:sp>
      <p:sp>
        <p:nvSpPr>
          <p:cNvPr id="7" name="line-493">
            <a:extLst xmlns:a="http://schemas.openxmlformats.org/drawingml/2006/main">
              <a:ext uri="{FF2B5EF4-FFF2-40B4-BE49-F238E27FC236}">
                <a16:creationId xmlns:a16="http://schemas.microsoft.com/office/drawing/2014/main" id="{B8415C49-1408-460A-982F-C01620B0A9C8}"/>
              </a:ext>
            </a:extLst>
          </p:cNvPr>
          <p:cNvSpPr>
            <a:spLocks xmlns:a="http://schemas.openxmlformats.org/drawingml/2006/main" noGrp="1"/>
          </p:cNvSpPr>
          <p:nvPr/>
        </p:nvSpPr>
        <p:spPr>
          <a:xfrm xmlns:a="http://schemas.openxmlformats.org/drawingml/2006/main">
            <a:off x="1828800" y="3067050"/>
            <a:ext cx="9601200" cy="9525"/>
          </a:xfrm>
          <a:custGeom xmlns:a="http://schemas.openxmlformats.org/drawingml/2006/main">
            <a:pathLst>
              <a:path w="9601200" h="9525">
                <a:moveTo>
                  <a:pt x="0" y="0"/>
                </a:moveTo>
                <a:lnTo>
                  <a:pt x="9601200" y="0"/>
                </a:lnTo>
              </a:path>
            </a:pathLst>
          </a:custGeom>
          <a:noFill xmlns:a="http://schemas.openxmlformats.org/drawingml/2006/main"/>
          <a:ln xmlns:a="http://schemas.openxmlformats.org/drawingml/2006/main" w="9525">
            <a:solidFill>
              <a:srgbClr val="DDDDDD"/>
            </a:solidFill>
            <a:prstDash val="solid"/>
          </a:ln>
        </p:spPr>
      </p:sp>
      <p:sp>
        <p:nvSpPr>
          <p:cNvPr id="8" name="figure-494">
            <a:extLst xmlns:a="http://schemas.openxmlformats.org/drawingml/2006/main">
              <a:ext uri="{FF2B5EF4-FFF2-40B4-BE49-F238E27FC236}">
                <a16:creationId xmlns:a16="http://schemas.microsoft.com/office/drawing/2014/main" id="{F41F85E7-31B5-407D-83AB-4F5776265AF5}"/>
              </a:ext>
            </a:extLst>
          </p:cNvPr>
          <p:cNvSpPr>
            <a:spLocks xmlns:a="http://schemas.openxmlformats.org/drawingml/2006/main" noGrp="1"/>
          </p:cNvSpPr>
          <p:nvPr/>
        </p:nvSpPr>
        <p:spPr>
          <a:xfrm xmlns:a="http://schemas.openxmlformats.org/drawingml/2006/main">
            <a:off x="609600" y="3209925"/>
            <a:ext cx="95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51515"/>
                </a:solidFill>
                <a:latin typeface="Malgun Gothic"/>
                <a:ea typeface="Malgun Gothic"/>
                <a:cs typeface="Malgun Gothic"/>
              </a:defRPr>
            </a:pPr>
            <a:r>
              <a:rPr sz="3300" b="1">
                <a:solidFill>
                  <a:srgbClr val="151515"/>
                </a:solidFill>
                <a:latin typeface="Malgun Gothic"/>
                <a:ea typeface="Malgun Gothic"/>
                <a:cs typeface="Malgun Gothic"/>
              </a:rPr>
              <a:t>02</a:t>
            </a:r>
          </a:p>
        </p:txBody>
      </p:sp>
      <p:sp>
        <p:nvSpPr>
          <p:cNvPr id="9" name="figure-495">
            <a:extLst xmlns:a="http://schemas.openxmlformats.org/drawingml/2006/main">
              <a:ext uri="{FF2B5EF4-FFF2-40B4-BE49-F238E27FC236}">
                <a16:creationId xmlns:a16="http://schemas.microsoft.com/office/drawing/2014/main" id="{CCAB88CA-89D2-4DF1-9808-FD309FEAAC49}"/>
              </a:ext>
            </a:extLst>
          </p:cNvPr>
          <p:cNvSpPr>
            <a:spLocks xmlns:a="http://schemas.openxmlformats.org/drawingml/2006/main" noGrp="1"/>
          </p:cNvSpPr>
          <p:nvPr/>
        </p:nvSpPr>
        <p:spPr>
          <a:xfrm xmlns:a="http://schemas.openxmlformats.org/drawingml/2006/main">
            <a:off x="1828800" y="3209925"/>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김밥은 없고 라면을 먹는 중이다</a:t>
            </a:r>
          </a:p>
        </p:txBody>
      </p:sp>
      <p:sp>
        <p:nvSpPr>
          <p:cNvPr id="10" name="figure-496">
            <a:extLst xmlns:a="http://schemas.openxmlformats.org/drawingml/2006/main">
              <a:ext uri="{FF2B5EF4-FFF2-40B4-BE49-F238E27FC236}">
                <a16:creationId xmlns:a16="http://schemas.microsoft.com/office/drawing/2014/main" id="{5BB9409A-17D3-4844-829C-C9C86C7AF32E}"/>
              </a:ext>
            </a:extLst>
          </p:cNvPr>
          <p:cNvSpPr>
            <a:spLocks xmlns:a="http://schemas.openxmlformats.org/drawingml/2006/main" noGrp="1"/>
          </p:cNvSpPr>
          <p:nvPr/>
        </p:nvSpPr>
        <p:spPr>
          <a:xfrm xmlns:a="http://schemas.openxmlformats.org/drawingml/2006/main">
            <a:off x="1828800" y="369570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666666"/>
                </a:solidFill>
                <a:latin typeface="Malgun Gothic"/>
                <a:ea typeface="Malgun Gothic"/>
                <a:cs typeface="Malgun Gothic"/>
              </a:defRPr>
            </a:pPr>
            <a:r>
              <a:rPr sz="2175" b="0">
                <a:solidFill>
                  <a:srgbClr val="666666"/>
                </a:solidFill>
                <a:latin typeface="Malgun Gothic"/>
                <a:ea typeface="Malgun Gothic"/>
                <a:cs typeface="Malgun Gothic"/>
              </a:rPr>
              <a:t>샌드위치까지 먹으러 갈까?</a:t>
            </a:r>
          </a:p>
        </p:txBody>
      </p:sp>
      <p:sp>
        <p:nvSpPr>
          <p:cNvPr id="11" name="line-497">
            <a:extLst xmlns:a="http://schemas.openxmlformats.org/drawingml/2006/main">
              <a:ext uri="{FF2B5EF4-FFF2-40B4-BE49-F238E27FC236}">
                <a16:creationId xmlns:a16="http://schemas.microsoft.com/office/drawing/2014/main" id="{6301CBC9-61DE-4642-84B1-D7E05E3AB321}"/>
              </a:ext>
            </a:extLst>
          </p:cNvPr>
          <p:cNvSpPr>
            <a:spLocks xmlns:a="http://schemas.openxmlformats.org/drawingml/2006/main" noGrp="1"/>
          </p:cNvSpPr>
          <p:nvPr/>
        </p:nvSpPr>
        <p:spPr>
          <a:xfrm xmlns:a="http://schemas.openxmlformats.org/drawingml/2006/main">
            <a:off x="1828800" y="4267200"/>
            <a:ext cx="9601200" cy="9525"/>
          </a:xfrm>
          <a:custGeom xmlns:a="http://schemas.openxmlformats.org/drawingml/2006/main">
            <a:pathLst>
              <a:path w="9601200" h="9525">
                <a:moveTo>
                  <a:pt x="0" y="0"/>
                </a:moveTo>
                <a:lnTo>
                  <a:pt x="9601200" y="0"/>
                </a:lnTo>
              </a:path>
            </a:pathLst>
          </a:custGeom>
          <a:noFill xmlns:a="http://schemas.openxmlformats.org/drawingml/2006/main"/>
          <a:ln xmlns:a="http://schemas.openxmlformats.org/drawingml/2006/main" w="9525">
            <a:solidFill>
              <a:srgbClr val="DDDDDD"/>
            </a:solidFill>
            <a:prstDash val="solid"/>
          </a:ln>
        </p:spPr>
      </p:sp>
      <p:sp>
        <p:nvSpPr>
          <p:cNvPr id="12" name="figure-498">
            <a:extLst xmlns:a="http://schemas.openxmlformats.org/drawingml/2006/main">
              <a:ext uri="{FF2B5EF4-FFF2-40B4-BE49-F238E27FC236}">
                <a16:creationId xmlns:a16="http://schemas.microsoft.com/office/drawing/2014/main" id="{6CD3F7D5-4F8A-4268-818C-C5D01B346B74}"/>
              </a:ext>
            </a:extLst>
          </p:cNvPr>
          <p:cNvSpPr>
            <a:spLocks xmlns:a="http://schemas.openxmlformats.org/drawingml/2006/main" noGrp="1"/>
          </p:cNvSpPr>
          <p:nvPr/>
        </p:nvSpPr>
        <p:spPr>
          <a:xfrm xmlns:a="http://schemas.openxmlformats.org/drawingml/2006/main">
            <a:off x="609600" y="4410075"/>
            <a:ext cx="95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51515"/>
                </a:solidFill>
                <a:latin typeface="Malgun Gothic"/>
                <a:ea typeface="Malgun Gothic"/>
                <a:cs typeface="Malgun Gothic"/>
              </a:defRPr>
            </a:pPr>
            <a:r>
              <a:rPr sz="3300" b="1">
                <a:solidFill>
                  <a:srgbClr val="151515"/>
                </a:solidFill>
                <a:latin typeface="Malgun Gothic"/>
                <a:ea typeface="Malgun Gothic"/>
                <a:cs typeface="Malgun Gothic"/>
              </a:rPr>
              <a:t>03</a:t>
            </a:r>
          </a:p>
        </p:txBody>
      </p:sp>
      <p:sp>
        <p:nvSpPr>
          <p:cNvPr id="13" name="figure-499">
            <a:extLst xmlns:a="http://schemas.openxmlformats.org/drawingml/2006/main">
              <a:ext uri="{FF2B5EF4-FFF2-40B4-BE49-F238E27FC236}">
                <a16:creationId xmlns:a16="http://schemas.microsoft.com/office/drawing/2014/main" id="{844A829B-4BCA-493A-AFD7-D63FD389E164}"/>
              </a:ext>
            </a:extLst>
          </p:cNvPr>
          <p:cNvSpPr>
            <a:spLocks xmlns:a="http://schemas.openxmlformats.org/drawingml/2006/main" noGrp="1"/>
          </p:cNvSpPr>
          <p:nvPr/>
        </p:nvSpPr>
        <p:spPr>
          <a:xfrm xmlns:a="http://schemas.openxmlformats.org/drawingml/2006/main">
            <a:off x="1828800" y="4410075"/>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151515"/>
                </a:solidFill>
                <a:latin typeface="Malgun Gothic"/>
                <a:ea typeface="Malgun Gothic"/>
                <a:cs typeface="Malgun Gothic"/>
              </a:defRPr>
            </a:pPr>
            <a:r>
              <a:rPr sz="2400" b="1">
                <a:solidFill>
                  <a:srgbClr val="151515"/>
                </a:solidFill>
                <a:latin typeface="Malgun Gothic"/>
                <a:ea typeface="Malgun Gothic"/>
                <a:cs typeface="Malgun Gothic"/>
              </a:rPr>
              <a:t>적을 따라가다가 많이 다쳤다</a:t>
            </a:r>
          </a:p>
        </p:txBody>
      </p:sp>
      <p:sp>
        <p:nvSpPr>
          <p:cNvPr id="14" name="figure-500">
            <a:extLst xmlns:a="http://schemas.openxmlformats.org/drawingml/2006/main">
              <a:ext uri="{FF2B5EF4-FFF2-40B4-BE49-F238E27FC236}">
                <a16:creationId xmlns:a16="http://schemas.microsoft.com/office/drawing/2014/main" id="{767DA786-128C-45DB-BAC4-6BB018CF71CA}"/>
              </a:ext>
            </a:extLst>
          </p:cNvPr>
          <p:cNvSpPr>
            <a:spLocks xmlns:a="http://schemas.openxmlformats.org/drawingml/2006/main" noGrp="1"/>
          </p:cNvSpPr>
          <p:nvPr/>
        </p:nvSpPr>
        <p:spPr>
          <a:xfrm xmlns:a="http://schemas.openxmlformats.org/drawingml/2006/main">
            <a:off x="1828800" y="489585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666666"/>
                </a:solidFill>
                <a:latin typeface="Malgun Gothic"/>
                <a:ea typeface="Malgun Gothic"/>
                <a:cs typeface="Malgun Gothic"/>
              </a:defRPr>
            </a:pPr>
            <a:r>
              <a:rPr sz="2175" b="0">
                <a:solidFill>
                  <a:srgbClr val="666666"/>
                </a:solidFill>
                <a:latin typeface="Malgun Gothic"/>
                <a:ea typeface="Malgun Gothic"/>
                <a:cs typeface="Malgun Gothic"/>
              </a:rPr>
              <a:t>우리 경비병은 다음 확인 때 무엇부터 볼까?</a:t>
            </a:r>
          </a:p>
        </p:txBody>
      </p:sp>
    </p:spTree>
    <p:extLst>
      <p:ext uri="{BB962C8B-B14F-4D97-AF65-F5344CB8AC3E}">
        <p14:creationId xmlns:p14="http://schemas.microsoft.com/office/powerpoint/2010/main" val="212308216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figure-501">
            <a:extLst xmlns:a="http://schemas.openxmlformats.org/drawingml/2006/main">
              <a:ext uri="{FF2B5EF4-FFF2-40B4-BE49-F238E27FC236}">
                <a16:creationId xmlns:a16="http://schemas.microsoft.com/office/drawing/2014/main" id="{F7524581-48CC-4671-BD9E-EC35E9595CA3}"/>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51515"/>
                </a:solidFill>
                <a:latin typeface="Malgun Gothic"/>
                <a:ea typeface="Malgun Gothic"/>
                <a:cs typeface="Malgun Gothic"/>
              </a:defRPr>
            </a:pPr>
            <a:r>
              <a:rPr sz="3450" b="1">
                <a:solidFill>
                  <a:srgbClr val="151515"/>
                </a:solidFill>
                <a:latin typeface="Malgun Gothic"/>
                <a:ea typeface="Malgun Gothic"/>
                <a:cs typeface="Malgun Gothic"/>
              </a:rPr>
              <a:t>오늘 배운 것은 네 가지다</a:t>
            </a:r>
          </a:p>
        </p:txBody>
      </p:sp>
      <p:sp>
        <p:nvSpPr>
          <p:cNvPr id="2" name="figure-502">
            <a:extLst xmlns:a="http://schemas.openxmlformats.org/drawingml/2006/main">
              <a:ext uri="{FF2B5EF4-FFF2-40B4-BE49-F238E27FC236}">
                <a16:creationId xmlns:a16="http://schemas.microsoft.com/office/drawing/2014/main" id="{C8C50A13-CF53-4B1D-A637-F08A471EAEE2}"/>
              </a:ext>
            </a:extLst>
          </p:cNvPr>
          <p:cNvSpPr>
            <a:spLocks xmlns:a="http://schemas.openxmlformats.org/drawingml/2006/main" noGrp="1"/>
          </p:cNvSpPr>
          <p:nvPr/>
        </p:nvSpPr>
        <p:spPr>
          <a:xfrm xmlns:a="http://schemas.openxmlformats.org/drawingml/2006/main">
            <a:off x="609600" y="1152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666666"/>
                </a:solidFill>
                <a:latin typeface="Malgun Gothic"/>
                <a:ea typeface="Malgun Gothic"/>
                <a:cs typeface="Malgun Gothic"/>
              </a:defRPr>
            </a:pPr>
            <a:r>
              <a:rPr sz="2025" b="0">
                <a:solidFill>
                  <a:srgbClr val="666666"/>
                </a:solidFill>
                <a:latin typeface="Malgun Gothic"/>
                <a:ea typeface="Malgun Gothic"/>
                <a:cs typeface="Malgun Gothic"/>
              </a:rPr>
              <a:t>쉬운 말로 설명할 수 있으면 개념을 이해한 것이다</a:t>
            </a:r>
          </a:p>
        </p:txBody>
      </p:sp>
      <p:sp>
        <p:nvSpPr>
          <p:cNvPr id="3" name="figure-503">
            <a:extLst xmlns:a="http://schemas.openxmlformats.org/drawingml/2006/main">
              <a:ext uri="{FF2B5EF4-FFF2-40B4-BE49-F238E27FC236}">
                <a16:creationId xmlns:a16="http://schemas.microsoft.com/office/drawing/2014/main" id="{6D21D79A-AA3C-475C-832C-8C3FB8C232A5}"/>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425" b="0">
                <a:solidFill>
                  <a:srgbClr val="666666"/>
                </a:solidFill>
                <a:latin typeface="Malgun Gothic"/>
                <a:ea typeface="Malgun Gothic"/>
                <a:cs typeface="Malgun Gothic"/>
              </a:defRPr>
            </a:pPr>
            <a:r>
              <a:rPr sz="1425" b="0">
                <a:solidFill>
                  <a:srgbClr val="666666"/>
                </a:solidFill>
                <a:latin typeface="Malgun Gothic"/>
                <a:ea typeface="Malgun Gothic"/>
                <a:cs typeface="Malgun Gothic"/>
              </a:rPr>
              <a:t>32</a:t>
            </a:r>
          </a:p>
        </p:txBody>
      </p:sp>
      <p:sp>
        <p:nvSpPr>
          <p:cNvPr id="4" name="figure-504">
            <a:extLst xmlns:a="http://schemas.openxmlformats.org/drawingml/2006/main">
              <a:ext uri="{FF2B5EF4-FFF2-40B4-BE49-F238E27FC236}">
                <a16:creationId xmlns:a16="http://schemas.microsoft.com/office/drawing/2014/main" id="{0F0A6C50-DB6B-4505-84BB-084082E0490D}"/>
              </a:ext>
            </a:extLst>
          </p:cNvPr>
          <p:cNvSpPr>
            <a:spLocks xmlns:a="http://schemas.openxmlformats.org/drawingml/2006/main" noGrp="1"/>
          </p:cNvSpPr>
          <p:nvPr/>
        </p:nvSpPr>
        <p:spPr>
          <a:xfrm xmlns:a="http://schemas.openxmlformats.org/drawingml/2006/main">
            <a:off x="609600" y="20574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151515"/>
                </a:solidFill>
                <a:latin typeface="Malgun Gothic"/>
                <a:ea typeface="Malgun Gothic"/>
                <a:cs typeface="Malgun Gothic"/>
              </a:defRPr>
            </a:pPr>
            <a:r>
              <a:rPr sz="2850" b="1">
                <a:solidFill>
                  <a:srgbClr val="151515"/>
                </a:solidFill>
                <a:latin typeface="Malgun Gothic"/>
                <a:ea typeface="Malgun Gothic"/>
                <a:cs typeface="Malgun Gothic"/>
              </a:rPr>
              <a:t>① 작은 일을 그림으로 연결한다</a:t>
            </a:r>
          </a:p>
        </p:txBody>
      </p:sp>
      <p:sp>
        <p:nvSpPr>
          <p:cNvPr id="5" name="figure-505">
            <a:extLst xmlns:a="http://schemas.openxmlformats.org/drawingml/2006/main">
              <a:ext uri="{FF2B5EF4-FFF2-40B4-BE49-F238E27FC236}">
                <a16:creationId xmlns:a16="http://schemas.microsoft.com/office/drawing/2014/main" id="{889BD887-B375-49D0-ACD7-551B402F9A3E}"/>
              </a:ext>
            </a:extLst>
          </p:cNvPr>
          <p:cNvSpPr>
            <a:spLocks xmlns:a="http://schemas.openxmlformats.org/drawingml/2006/main" noGrp="1"/>
          </p:cNvSpPr>
          <p:nvPr/>
        </p:nvSpPr>
        <p:spPr>
          <a:xfrm xmlns:a="http://schemas.openxmlformats.org/drawingml/2006/main">
            <a:off x="609600" y="28956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151515"/>
                </a:solidFill>
                <a:latin typeface="Malgun Gothic"/>
                <a:ea typeface="Malgun Gothic"/>
                <a:cs typeface="Malgun Gothic"/>
              </a:defRPr>
            </a:pPr>
            <a:r>
              <a:rPr sz="2850" b="1">
                <a:solidFill>
                  <a:srgbClr val="151515"/>
                </a:solidFill>
                <a:latin typeface="Malgun Gothic"/>
                <a:ea typeface="Malgun Gothic"/>
                <a:cs typeface="Malgun Gothic"/>
              </a:rPr>
              <a:t>② 차례대로 하거나, 하나를 고른다</a:t>
            </a:r>
          </a:p>
        </p:txBody>
      </p:sp>
      <p:sp>
        <p:nvSpPr>
          <p:cNvPr id="6" name="figure-506">
            <a:extLst xmlns:a="http://schemas.openxmlformats.org/drawingml/2006/main">
              <a:ext uri="{FF2B5EF4-FFF2-40B4-BE49-F238E27FC236}">
                <a16:creationId xmlns:a16="http://schemas.microsoft.com/office/drawing/2014/main" id="{3DDDADC8-CF5D-4A2A-835E-D903585968EF}"/>
              </a:ext>
            </a:extLst>
          </p:cNvPr>
          <p:cNvSpPr>
            <a:spLocks xmlns:a="http://schemas.openxmlformats.org/drawingml/2006/main" noGrp="1"/>
          </p:cNvSpPr>
          <p:nvPr/>
        </p:nvSpPr>
        <p:spPr>
          <a:xfrm xmlns:a="http://schemas.openxmlformats.org/drawingml/2006/main">
            <a:off x="609600" y="37338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151515"/>
                </a:solidFill>
                <a:latin typeface="Malgun Gothic"/>
                <a:ea typeface="Malgun Gothic"/>
                <a:cs typeface="Malgun Gothic"/>
              </a:defRPr>
            </a:pPr>
            <a:r>
              <a:rPr sz="2850" b="1">
                <a:solidFill>
                  <a:srgbClr val="151515"/>
                </a:solidFill>
                <a:latin typeface="Malgun Gothic"/>
                <a:ea typeface="Malgun Gothic"/>
                <a:cs typeface="Malgun Gothic"/>
              </a:rPr>
              <a:t>③ 다 했는지, 못 하는지, 하는 중인지 답한다</a:t>
            </a:r>
          </a:p>
        </p:txBody>
      </p:sp>
      <p:sp>
        <p:nvSpPr>
          <p:cNvPr id="7" name="figure-507">
            <a:extLst xmlns:a="http://schemas.openxmlformats.org/drawingml/2006/main">
              <a:ext uri="{FF2B5EF4-FFF2-40B4-BE49-F238E27FC236}">
                <a16:creationId xmlns:a16="http://schemas.microsoft.com/office/drawing/2014/main" id="{2A47D107-207D-4D31-A681-3A90A7F5082E}"/>
              </a:ext>
            </a:extLst>
          </p:cNvPr>
          <p:cNvSpPr>
            <a:spLocks xmlns:a="http://schemas.openxmlformats.org/drawingml/2006/main" noGrp="1"/>
          </p:cNvSpPr>
          <p:nvPr/>
        </p:nvSpPr>
        <p:spPr>
          <a:xfrm xmlns:a="http://schemas.openxmlformats.org/drawingml/2006/main">
            <a:off x="609600" y="45720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1">
                <a:solidFill>
                  <a:srgbClr val="151515"/>
                </a:solidFill>
                <a:latin typeface="Malgun Gothic"/>
                <a:ea typeface="Malgun Gothic"/>
                <a:cs typeface="Malgun Gothic"/>
              </a:defRPr>
            </a:pPr>
            <a:r>
              <a:rPr sz="2850" b="1">
                <a:solidFill>
                  <a:srgbClr val="151515"/>
                </a:solidFill>
                <a:latin typeface="Malgun Gothic"/>
                <a:ea typeface="Malgun Gothic"/>
                <a:cs typeface="Malgun Gothic"/>
              </a:rPr>
              <a:t>④ 상황이 바뀌면 다시 보고, 이전 일을 멈춘다</a:t>
            </a:r>
          </a:p>
        </p:txBody>
      </p:sp>
      <p:sp>
        <p:nvSpPr>
          <p:cNvPr id="8" name="figure-508">
            <a:extLst xmlns:a="http://schemas.openxmlformats.org/drawingml/2006/main">
              <a:ext uri="{FF2B5EF4-FFF2-40B4-BE49-F238E27FC236}">
                <a16:creationId xmlns:a16="http://schemas.microsoft.com/office/drawing/2014/main" id="{8FA4A00C-7485-481E-902D-7AB61C5282E2}"/>
              </a:ext>
            </a:extLst>
          </p:cNvPr>
          <p:cNvSpPr>
            <a:spLocks xmlns:a="http://schemas.openxmlformats.org/drawingml/2006/main" noGrp="1"/>
          </p:cNvSpPr>
          <p:nvPr/>
        </p:nvSpPr>
        <p:spPr>
          <a:xfrm xmlns:a="http://schemas.openxmlformats.org/drawingml/2006/main">
            <a:off x="609600" y="583882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51515"/>
                </a:solidFill>
                <a:latin typeface="Malgun Gothic"/>
                <a:ea typeface="Malgun Gothic"/>
                <a:cs typeface="Malgun Gothic"/>
              </a:defRPr>
            </a:pPr>
            <a:r>
              <a:rPr sz="2175" b="1">
                <a:solidFill>
                  <a:srgbClr val="151515"/>
                </a:solidFill>
                <a:latin typeface="Malgun Gothic"/>
                <a:ea typeface="Malgun Gothic"/>
                <a:cs typeface="Malgun Gothic"/>
              </a:rPr>
              <a:t>다음 시간: “따라가기로 했다면, 어느 길로 갈까?”</a:t>
            </a:r>
          </a:p>
        </p:txBody>
      </p:sp>
    </p:spTree>
    <p:extLst>
      <p:ext uri="{BB962C8B-B14F-4D97-AF65-F5344CB8AC3E}">
        <p14:creationId xmlns:p14="http://schemas.microsoft.com/office/powerpoint/2010/main" val="270964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2026-10-05T09:38:56.8300000Z</dcterms:created>
  <dcterms:modified xsi:type="dcterms:W3CDTF">2026-10-05T09:38:56.8300000Z</dcterms:modified>
</coreProperties>
</file>