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b2659f6f7e4198" /><Relationship Type="http://schemas.openxmlformats.org/officeDocument/2006/relationships/extended-properties" Target="/docProps/app.xml" Id="Ra7c60354fa724ef2" /><Relationship Type="http://schemas.openxmlformats.org/officeDocument/2006/relationships/officeDocument" Target="/ppt/presentation.xml" Id="Re2b32b8526f4420e" /></Relationships>
</file>

<file path=ppt/presentation.xml><?xml version="1.0" encoding="utf-8"?>
<p:presentation xmlns:p="http://schemas.openxmlformats.org/presentationml/2006/main">
  <p:sldMasterIdLst>
    <p:sldMasterId xmlns:r="http://schemas.openxmlformats.org/officeDocument/2006/relationships" id="2147483648" r:id="R2e1dbe41d2fb400d"/>
  </p:sldMasterIdLst>
  <p:notesMasterIdLst>
    <p:notesMasterId xmlns:r="http://schemas.openxmlformats.org/officeDocument/2006/relationships" r:id="Ra8ebe4321021457e"/>
  </p:notesMasterIdLst>
  <p:sldIdLst>
    <p:sldId xmlns:r="http://schemas.openxmlformats.org/officeDocument/2006/relationships" id="256" r:id="Rc0ef0927767947f9"/>
    <p:sldId xmlns:r="http://schemas.openxmlformats.org/officeDocument/2006/relationships" id="257" r:id="R7c53e86c06bd47b3"/>
    <p:sldId xmlns:r="http://schemas.openxmlformats.org/officeDocument/2006/relationships" id="258" r:id="R795536d964d341f3"/>
    <p:sldId xmlns:r="http://schemas.openxmlformats.org/officeDocument/2006/relationships" id="259" r:id="R27666313d6aa483b"/>
    <p:sldId xmlns:r="http://schemas.openxmlformats.org/officeDocument/2006/relationships" id="260" r:id="R322245a344eb4f66"/>
    <p:sldId xmlns:r="http://schemas.openxmlformats.org/officeDocument/2006/relationships" id="261" r:id="R2cddb892a7d04ec8"/>
    <p:sldId xmlns:r="http://schemas.openxmlformats.org/officeDocument/2006/relationships" id="262" r:id="R98af97268ad64e2a"/>
    <p:sldId xmlns:r="http://schemas.openxmlformats.org/officeDocument/2006/relationships" id="263" r:id="Rc93180e1d08740cc"/>
    <p:sldId xmlns:r="http://schemas.openxmlformats.org/officeDocument/2006/relationships" id="264" r:id="R2b3d33fe8ff04cf3"/>
    <p:sldId xmlns:r="http://schemas.openxmlformats.org/officeDocument/2006/relationships" id="265" r:id="Rdd207c78d75e4ae8"/>
    <p:sldId xmlns:r="http://schemas.openxmlformats.org/officeDocument/2006/relationships" id="266" r:id="R1df414aecc7a4397"/>
    <p:sldId xmlns:r="http://schemas.openxmlformats.org/officeDocument/2006/relationships" id="267" r:id="R59d5b6aab7524707"/>
    <p:sldId xmlns:r="http://schemas.openxmlformats.org/officeDocument/2006/relationships" id="268" r:id="R0806e9f9f67541d5"/>
    <p:sldId xmlns:r="http://schemas.openxmlformats.org/officeDocument/2006/relationships" id="269" r:id="R1c12140c1916463c"/>
    <p:sldId xmlns:r="http://schemas.openxmlformats.org/officeDocument/2006/relationships" id="270" r:id="R64bf4a9e26f647db"/>
    <p:sldId xmlns:r="http://schemas.openxmlformats.org/officeDocument/2006/relationships" id="271" r:id="Rab212b09529c4dc3"/>
    <p:sldId xmlns:r="http://schemas.openxmlformats.org/officeDocument/2006/relationships" id="272" r:id="R81f6eb7d3f12465d"/>
    <p:sldId xmlns:r="http://schemas.openxmlformats.org/officeDocument/2006/relationships" id="273" r:id="R022cbc54385845e6"/>
    <p:sldId xmlns:r="http://schemas.openxmlformats.org/officeDocument/2006/relationships" id="274" r:id="R6559f8f4bf75405c"/>
    <p:sldId xmlns:r="http://schemas.openxmlformats.org/officeDocument/2006/relationships" id="275" r:id="Ra11ee1c2d6274467"/>
    <p:sldId xmlns:r="http://schemas.openxmlformats.org/officeDocument/2006/relationships" id="276" r:id="Rdb297c3036d24e38"/>
    <p:sldId xmlns:r="http://schemas.openxmlformats.org/officeDocument/2006/relationships" id="277" r:id="R2a4e3dabcb7246a1"/>
    <p:sldId xmlns:r="http://schemas.openxmlformats.org/officeDocument/2006/relationships" id="278" r:id="Rda30892c725b4223"/>
    <p:sldId xmlns:r="http://schemas.openxmlformats.org/officeDocument/2006/relationships" id="279" r:id="Rabc1826b62ab4e57"/>
    <p:sldId xmlns:r="http://schemas.openxmlformats.org/officeDocument/2006/relationships" id="280" r:id="Rb3c2449af9454942"/>
    <p:sldId xmlns:r="http://schemas.openxmlformats.org/officeDocument/2006/relationships" id="281" r:id="R9424aef683fd4d94"/>
    <p:sldId xmlns:r="http://schemas.openxmlformats.org/officeDocument/2006/relationships" id="282" r:id="R683fb51310aa4c62"/>
    <p:sldId xmlns:r="http://schemas.openxmlformats.org/officeDocument/2006/relationships" id="283" r:id="R72e3c05678334dd3"/>
    <p:sldId xmlns:r="http://schemas.openxmlformats.org/officeDocument/2006/relationships" id="284" r:id="R26772fad83fc4e29"/>
    <p:sldId xmlns:r="http://schemas.openxmlformats.org/officeDocument/2006/relationships" id="285" r:id="R1931df089d7c4dad"/>
    <p:sldId xmlns:r="http://schemas.openxmlformats.org/officeDocument/2006/relationships" id="286" r:id="R9a985412c4034804"/>
    <p:sldId xmlns:r="http://schemas.openxmlformats.org/officeDocument/2006/relationships" id="287" r:id="R31c4dde494234500"/>
    <p:sldId xmlns:r="http://schemas.openxmlformats.org/officeDocument/2006/relationships" id="288" r:id="R1900b86337e24270"/>
    <p:sldId xmlns:r="http://schemas.openxmlformats.org/officeDocument/2006/relationships" id="289" r:id="R318dc4fe1b5048b9"/>
    <p:sldId xmlns:r="http://schemas.openxmlformats.org/officeDocument/2006/relationships" id="290" r:id="Rc05d4710eb684b78"/>
    <p:sldId xmlns:r="http://schemas.openxmlformats.org/officeDocument/2006/relationships" id="291" r:id="R454c25491cd94a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920e8907844443" /><Relationship Type="http://schemas.openxmlformats.org/officeDocument/2006/relationships/slideMaster" Target="/ppt/slideMasters/slideMaster1.xml" Id="R2e1dbe41d2fb400d" /><Relationship Type="http://schemas.openxmlformats.org/officeDocument/2006/relationships/notesMaster" Target="/ppt/notesMasters/notesMaster1.xml" Id="Ra8ebe4321021457e" /><Relationship Type="http://schemas.openxmlformats.org/officeDocument/2006/relationships/presProps" Target="/ppt/presProps.xml" Id="R673ab47024ff41f6" /><Relationship Type="http://schemas.openxmlformats.org/officeDocument/2006/relationships/tableStyles" Target="/ppt/tableStyles.xml" Id="Rd436f6eff7704250" /><Relationship Type="http://schemas.openxmlformats.org/officeDocument/2006/relationships/slide" Target="/ppt/slides/slide1.xml" Id="Rc0ef0927767947f9" /><Relationship Type="http://schemas.openxmlformats.org/officeDocument/2006/relationships/slide" Target="/ppt/slides/slide2.xml" Id="R7c53e86c06bd47b3" /><Relationship Type="http://schemas.openxmlformats.org/officeDocument/2006/relationships/slide" Target="/ppt/slides/slide3.xml" Id="R795536d964d341f3" /><Relationship Type="http://schemas.openxmlformats.org/officeDocument/2006/relationships/slide" Target="/ppt/slides/slide4.xml" Id="R27666313d6aa483b" /><Relationship Type="http://schemas.openxmlformats.org/officeDocument/2006/relationships/slide" Target="/ppt/slides/slide5.xml" Id="R322245a344eb4f66" /><Relationship Type="http://schemas.openxmlformats.org/officeDocument/2006/relationships/slide" Target="/ppt/slides/slide6.xml" Id="R2cddb892a7d04ec8" /><Relationship Type="http://schemas.openxmlformats.org/officeDocument/2006/relationships/slide" Target="/ppt/slides/slide7.xml" Id="R98af97268ad64e2a" /><Relationship Type="http://schemas.openxmlformats.org/officeDocument/2006/relationships/slide" Target="/ppt/slides/slide8.xml" Id="Rc93180e1d08740cc" /><Relationship Type="http://schemas.openxmlformats.org/officeDocument/2006/relationships/slide" Target="/ppt/slides/slide9.xml" Id="R2b3d33fe8ff04cf3" /><Relationship Type="http://schemas.openxmlformats.org/officeDocument/2006/relationships/slide" Target="/ppt/slides/slide10.xml" Id="Rdd207c78d75e4ae8" /><Relationship Type="http://schemas.openxmlformats.org/officeDocument/2006/relationships/slide" Target="/ppt/slides/slide11.xml" Id="R1df414aecc7a4397" /><Relationship Type="http://schemas.openxmlformats.org/officeDocument/2006/relationships/slide" Target="/ppt/slides/slide12.xml" Id="R59d5b6aab7524707" /><Relationship Type="http://schemas.openxmlformats.org/officeDocument/2006/relationships/slide" Target="/ppt/slides/slide13.xml" Id="R0806e9f9f67541d5" /><Relationship Type="http://schemas.openxmlformats.org/officeDocument/2006/relationships/slide" Target="/ppt/slides/slide14.xml" Id="R1c12140c1916463c" /><Relationship Type="http://schemas.openxmlformats.org/officeDocument/2006/relationships/slide" Target="/ppt/slides/slide15.xml" Id="R64bf4a9e26f647db" /><Relationship Type="http://schemas.openxmlformats.org/officeDocument/2006/relationships/slide" Target="/ppt/slides/slide16.xml" Id="Rab212b09529c4dc3" /><Relationship Type="http://schemas.openxmlformats.org/officeDocument/2006/relationships/slide" Target="/ppt/slides/slide17.xml" Id="R81f6eb7d3f12465d" /><Relationship Type="http://schemas.openxmlformats.org/officeDocument/2006/relationships/slide" Target="/ppt/slides/slide18.xml" Id="R022cbc54385845e6" /><Relationship Type="http://schemas.openxmlformats.org/officeDocument/2006/relationships/slide" Target="/ppt/slides/slide19.xml" Id="R6559f8f4bf75405c" /><Relationship Type="http://schemas.openxmlformats.org/officeDocument/2006/relationships/slide" Target="/ppt/slides/slide20.xml" Id="Ra11ee1c2d6274467" /><Relationship Type="http://schemas.openxmlformats.org/officeDocument/2006/relationships/slide" Target="/ppt/slides/slide21.xml" Id="Rdb297c3036d24e38" /><Relationship Type="http://schemas.openxmlformats.org/officeDocument/2006/relationships/slide" Target="/ppt/slides/slide22.xml" Id="R2a4e3dabcb7246a1" /><Relationship Type="http://schemas.openxmlformats.org/officeDocument/2006/relationships/slide" Target="/ppt/slides/slide23.xml" Id="Rda30892c725b4223" /><Relationship Type="http://schemas.openxmlformats.org/officeDocument/2006/relationships/slide" Target="/ppt/slides/slide24.xml" Id="Rabc1826b62ab4e57" /><Relationship Type="http://schemas.openxmlformats.org/officeDocument/2006/relationships/slide" Target="/ppt/slides/slide25.xml" Id="Rb3c2449af9454942" /><Relationship Type="http://schemas.openxmlformats.org/officeDocument/2006/relationships/slide" Target="/ppt/slides/slide26.xml" Id="R9424aef683fd4d94" /><Relationship Type="http://schemas.openxmlformats.org/officeDocument/2006/relationships/slide" Target="/ppt/slides/slide27.xml" Id="R683fb51310aa4c62" /><Relationship Type="http://schemas.openxmlformats.org/officeDocument/2006/relationships/slide" Target="/ppt/slides/slide28.xml" Id="R72e3c05678334dd3" /><Relationship Type="http://schemas.openxmlformats.org/officeDocument/2006/relationships/slide" Target="/ppt/slides/slide29.xml" Id="R26772fad83fc4e29" /><Relationship Type="http://schemas.openxmlformats.org/officeDocument/2006/relationships/slide" Target="/ppt/slides/slide30.xml" Id="R1931df089d7c4dad" /><Relationship Type="http://schemas.openxmlformats.org/officeDocument/2006/relationships/slide" Target="/ppt/slides/slide31.xml" Id="R9a985412c4034804" /><Relationship Type="http://schemas.openxmlformats.org/officeDocument/2006/relationships/slide" Target="/ppt/slides/slide32.xml" Id="R31c4dde494234500" /><Relationship Type="http://schemas.openxmlformats.org/officeDocument/2006/relationships/slide" Target="/ppt/slides/slide33.xml" Id="R1900b86337e24270" /><Relationship Type="http://schemas.openxmlformats.org/officeDocument/2006/relationships/slide" Target="/ppt/slides/slide34.xml" Id="R318dc4fe1b5048b9" /><Relationship Type="http://schemas.openxmlformats.org/officeDocument/2006/relationships/slide" Target="/ppt/slides/slide35.xml" Id="Rc05d4710eb684b78" /><Relationship Type="http://schemas.openxmlformats.org/officeDocument/2006/relationships/slide" Target="/ppt/slides/slide36.xml" Id="R454c25491cd94a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73c0a11f5c4c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b7994cef53475b" /><Relationship Type="http://schemas.openxmlformats.org/officeDocument/2006/relationships/notesMaster" Target="/ppt/notesMasters/notesMaster1.xml" Id="Ra6b356cfe53a4a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217dd01f9f4d0e" /><Relationship Type="http://schemas.openxmlformats.org/officeDocument/2006/relationships/notesMaster" Target="/ppt/notesMasters/notesMaster1.xml" Id="Reb3c8158f33746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94793cacd149c1" /><Relationship Type="http://schemas.openxmlformats.org/officeDocument/2006/relationships/notesMaster" Target="/ppt/notesMasters/notesMaster1.xml" Id="R04b07af43e3845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2100a985a74d11" /><Relationship Type="http://schemas.openxmlformats.org/officeDocument/2006/relationships/notesMaster" Target="/ppt/notesMasters/notesMaster1.xml" Id="R5ee6d5ee072d4b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f99ab304b9488a" /><Relationship Type="http://schemas.openxmlformats.org/officeDocument/2006/relationships/notesMaster" Target="/ppt/notesMasters/notesMaster1.xml" Id="R538326f2ac6045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e8bf620e814415" /><Relationship Type="http://schemas.openxmlformats.org/officeDocument/2006/relationships/notesMaster" Target="/ppt/notesMasters/notesMaster1.xml" Id="R826575e747b348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5061b737d64107" /><Relationship Type="http://schemas.openxmlformats.org/officeDocument/2006/relationships/notesMaster" Target="/ppt/notesMasters/notesMaster1.xml" Id="Rc7fb88ab186b4b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dd7dd2c3e34349" /><Relationship Type="http://schemas.openxmlformats.org/officeDocument/2006/relationships/notesMaster" Target="/ppt/notesMasters/notesMaster1.xml" Id="R7187fb598d45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60fd979d534685" /><Relationship Type="http://schemas.openxmlformats.org/officeDocument/2006/relationships/notesMaster" Target="/ppt/notesMasters/notesMaster1.xml" Id="R9cd2283ebf5644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7a21714a704861" /><Relationship Type="http://schemas.openxmlformats.org/officeDocument/2006/relationships/notesMaster" Target="/ppt/notesMasters/notesMaster1.xml" Id="Ree8a54541d6247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ff6d3631e245eb" /><Relationship Type="http://schemas.openxmlformats.org/officeDocument/2006/relationships/notesMaster" Target="/ppt/notesMasters/notesMaster1.xml" Id="R6e3cf569594044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61605318eb4591" /><Relationship Type="http://schemas.openxmlformats.org/officeDocument/2006/relationships/notesMaster" Target="/ppt/notesMasters/notesMaster1.xml" Id="R7f68407ffc004b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d4e6571f5145e4" /><Relationship Type="http://schemas.openxmlformats.org/officeDocument/2006/relationships/notesMaster" Target="/ppt/notesMasters/notesMaster1.xml" Id="Rf0623128bb6842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51a933fcdc495e" /><Relationship Type="http://schemas.openxmlformats.org/officeDocument/2006/relationships/notesMaster" Target="/ppt/notesMasters/notesMaster1.xml" Id="R383f3edecf1f4e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fe1810e51b400e" /><Relationship Type="http://schemas.openxmlformats.org/officeDocument/2006/relationships/notesMaster" Target="/ppt/notesMasters/notesMaster1.xml" Id="Ra3878fe5c4c643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e714b798d04df4" /><Relationship Type="http://schemas.openxmlformats.org/officeDocument/2006/relationships/notesMaster" Target="/ppt/notesMasters/notesMaster1.xml" Id="R42882e3b6fce4f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30048bb1fa433a" /><Relationship Type="http://schemas.openxmlformats.org/officeDocument/2006/relationships/notesMaster" Target="/ppt/notesMasters/notesMaster1.xml" Id="R1b5336fc7f4541a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56d9e71b1a402f" /><Relationship Type="http://schemas.openxmlformats.org/officeDocument/2006/relationships/notesMaster" Target="/ppt/notesMasters/notesMaster1.xml" Id="R491d692c795743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0c79c185974b07" /><Relationship Type="http://schemas.openxmlformats.org/officeDocument/2006/relationships/notesMaster" Target="/ppt/notesMasters/notesMaster1.xml" Id="R15b77e561a6f46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e0fb11915d470e" /><Relationship Type="http://schemas.openxmlformats.org/officeDocument/2006/relationships/notesMaster" Target="/ppt/notesMasters/notesMaster1.xml" Id="R418531da8b7f4a9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5ef691c9e2465e" /><Relationship Type="http://schemas.openxmlformats.org/officeDocument/2006/relationships/notesMaster" Target="/ppt/notesMasters/notesMaster1.xml" Id="Rae3ab3fff12546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4cd38c246f546a2" /><Relationship Type="http://schemas.openxmlformats.org/officeDocument/2006/relationships/notesMaster" Target="/ppt/notesMasters/notesMaster1.xml" Id="Re163e913ec9d46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44d75f730c4457" /><Relationship Type="http://schemas.openxmlformats.org/officeDocument/2006/relationships/notesMaster" Target="/ppt/notesMasters/notesMaster1.xml" Id="R1bedb1926f164c4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709d9ee6ab478f" /><Relationship Type="http://schemas.openxmlformats.org/officeDocument/2006/relationships/notesMaster" Target="/ppt/notesMasters/notesMaster1.xml" Id="R95db05408e4647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dd6510a9614c34" /><Relationship Type="http://schemas.openxmlformats.org/officeDocument/2006/relationships/notesMaster" Target="/ppt/notesMasters/notesMaster1.xml" Id="R42b9e4f867964b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b93d845f1f49d3" /><Relationship Type="http://schemas.openxmlformats.org/officeDocument/2006/relationships/notesMaster" Target="/ppt/notesMasters/notesMaster1.xml" Id="R3af2faf75b8d43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a5e38d35054f2a" /><Relationship Type="http://schemas.openxmlformats.org/officeDocument/2006/relationships/notesMaster" Target="/ppt/notesMasters/notesMaster1.xml" Id="R32c252c3b15f4d4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8ef144e4277449e" /><Relationship Type="http://schemas.openxmlformats.org/officeDocument/2006/relationships/notesMaster" Target="/ppt/notesMasters/notesMaster1.xml" Id="R6b80e117359e40f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e9b0b232dc4b73" /><Relationship Type="http://schemas.openxmlformats.org/officeDocument/2006/relationships/notesMaster" Target="/ppt/notesMasters/notesMaster1.xml" Id="R022c69ff4337489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eff429e9f74ea0" /><Relationship Type="http://schemas.openxmlformats.org/officeDocument/2006/relationships/notesMaster" Target="/ppt/notesMasters/notesMaster1.xml" Id="R89549a0874ae44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c0fa176bb8a444c" /><Relationship Type="http://schemas.openxmlformats.org/officeDocument/2006/relationships/notesMaster" Target="/ppt/notesMasters/notesMaster1.xml" Id="Rf03dbc90f897425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f0da8597b974660" /><Relationship Type="http://schemas.openxmlformats.org/officeDocument/2006/relationships/notesMaster" Target="/ppt/notesMasters/notesMaster1.xml" Id="R1f7d06c946ef450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2cfe60ae06427d" /><Relationship Type="http://schemas.openxmlformats.org/officeDocument/2006/relationships/notesMaster" Target="/ppt/notesMasters/notesMaster1.xml" Id="R894da7a57527477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8a8c3176c49474d" /><Relationship Type="http://schemas.openxmlformats.org/officeDocument/2006/relationships/notesMaster" Target="/ppt/notesMasters/notesMaster1.xml" Id="Rcdf53fc15ed74be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ce2e84437e34242" /><Relationship Type="http://schemas.openxmlformats.org/officeDocument/2006/relationships/notesMaster" Target="/ppt/notesMasters/notesMaster1.xml" Id="Ra2094af8fd3b48e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4ccc097d0454cd8" /><Relationship Type="http://schemas.openxmlformats.org/officeDocument/2006/relationships/notesMaster" Target="/ppt/notesMasters/notesMaster1.xml" Id="R52589be64ed843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2회차에서 경비병은 적을 따라가기로 결정했다. 이번에는 어떻게 갈지 배운다. 학교 가는 길과 칸 지도부터 시작하고 나중에 기호 이름을 붙인다. 학생이 점수 두 개를 더하고 후보 중 작은 것을 고를 수 있으면 따라올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왼쪽 집과 오른쪽 학교를 보여준다. 학생에게 손가락으로 길을 그려 보게 한다. 검정 칸은 지나갈 수 없고 한 번에 옆 칸으로만 갈 수 있다고 말한다. 위쪽과 아래쪽에 모두 돌아가는 길이 있다. 이것은 길을 찾아야 하는 이유를 소개하는 비유다.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검정으로 칠한 칸이 벽인지 현재 살펴보는 칸인지 위치를 짚어 구분한다. 현재 칸은 (1,2)이고 바로 오른쪽이 벽이다. 실제 사람이 여기까지 걸었다는 뜻으로 오해하지 않도록, 나중에는 지도에서 후보를 살펴보는 과정임을 설명할 것이라고 안내한다. 목표 방향만 보고 고르는 방식은 좋은 길을 놓칠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이 표는 계산 연습용이며 뒤의 5×5 지도와 다른 상황이다. A는 2와 6을 더해 8, B는 5와 1을 더해 6이다. 앞으로 남은 길만 보고 고르지 않고 지금까지 들인 값도 함께 보겠다고 말한다. 남을 것 같은 값은 예상이어서 최종 비용의 확정값은 아니다.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지도에서 여러 후보를 비교해도 캐릭터가 그 모든 칸을 실제로 걷는 것은 아니다. 컴퓨터는 지도를 살펴보고 기록한 뒤 하나의 길 목록을 돌려준다. 그다음 이동 시스템이 목록을 따라간다. 지도에서 살펴본 모든 칸과 완성된 길의 칸이 다르다는 중요한 구분을 미리 잡는다.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2회차 그림의 따라가기 행동이 목표 위치로 가는 길을 요청한다고 설명한다. BT가 A* 계산을 직접 담당해야 하는 것은 아니다. 따라가기 행동은 길 요청, 이동, 도착이나 실패 확인을 묶을 수 있다. 길을 받았다고 곧바로 도착한 것은 아니므로 행동이 하는 중이라는 답을 줄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왼쪽 위가 (0,0), 오른쪽으로 가로 번호가 증가하고 아래로 세로 번호가 증가한다. S=(0,2), G=(4,2), 벽={(2,1),(2,2),(2,3)}이다. 이동 값은 모두 1이며 벽은 고정되어 있다. 앞으로 이 규칙을 바꾸지 않는다. 대각선 허용과 지형 비용은 뒤에서 별도 사례로 다룬다.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방은 갈 수 있는 장소, 복도는 장소 사이의 연결이다. 연결마다 지나가는 값이 있을 수 있다. 이 그림의 2와 5는 설명용 비용이다. 어려운 용어는 그림을 이해한 뒤 연결한다. A*는 그래프를 탐색하므로 격자에만 쓰는 방법이 아니다. NavMesh 다각형도 탐색용 그래프의 장소로 사용할 수 있으며 실제 이동점은 별도 계산한다.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목표와 가로 번호 차이의 절댓값, 세로 번호 차이의 절댓값을 더한다. 목표 칸의 값은 0이다. 벽이 없는 상하좌우 지도에서 필요한 칸 수이고 실제 벽을 돌아갈 때는 더 걸릴 수 있다. 이것이 오늘 쓸 남은 값의 예상이다. 강의 지도에서는 맨해튼 거리이며 수식은 h=|x−4|+|y−2|이다.</a:t>
            </a:r>
          </a:p>
          <a:p xmlns:a="http://schemas.openxmlformats.org/drawingml/2006/main">
            <a:r>
              <a:t/>
            </a:r>
          </a:p>
          <a:p xmlns:a="http://schemas.openxmlformats.org/drawingml/2006/main">
            <a:r>
              <a:t>참고자료</a:t>
            </a:r>
          </a:p>
          <a:p xmlns:a="http://schemas.openxmlformats.org/drawingml/2006/main">
            <a:r>
              <a:t>https://theory.stanford.edu/~amitp/GameProgramming/Heuristics.html</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지도에 표시된 값은 출발→(1,2)→(1,1)→(1,0)으로 이어지는 알려진 길의 비용이다. 캐릭터의 실제 이동 이력을 뜻하는 것은 아니다. 처음 기록한 g가 꼭 최저 비용은 아니므로 더 싼 길이 발견되면 값을 수정한다. 후반의 별도 그래프에서 수정 사례를 다룬다.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목표가 가까워 보이는 느낌을 숫자로 바꾼 것이 h다. 이 예제에서는 가로 차이 3과 세로 차이 1을 더해 4다. 벽을 돌아가는 실제 남은 비용과 같다고 확정하지 않는다. 휴리스틱은 어려운 말이지만 여기서는 남은 값을 예상하는 방법이라는 뜻만 이해하면 된다.</a:t>
            </a:r>
          </a:p>
          <a:p xmlns:a="http://schemas.openxmlformats.org/drawingml/2006/main">
            <a:r>
              <a:t/>
            </a:r>
          </a:p>
          <a:p xmlns:a="http://schemas.openxmlformats.org/drawingml/2006/main">
            <a:r>
              <a:t>참고자료</a:t>
            </a:r>
          </a:p>
          <a:p xmlns:a="http://schemas.openxmlformats.org/drawingml/2006/main">
            <a:r>
              <a:t>https://theory.stanford.edu/~amitp/GameProgramming/Heuristics.html</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g와 h는 같은 기준의 비용을 사용해야 한다. 오늘은 둘 다 칸 이동 값이다. 시간과 거리를 섞어 더하면 비교 의미가 깨진다. f는 후보를 고를 점수이며 확정된 전체 경로 비용이 아니다. 학생에게 2+4를 말하게 하고 g,h,f의 뜻을 쉬운 말로 다시 설명하게 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별도 계산 연습이다. A는 2+4=6이고 B는 5+2=7이다. 남은 값 h만 보면 B가 더 작지만 온 값까지 더하면 A의 점수가 더 작다. 다음에 살펴볼 후보를 고르는 것이며 이 선택으로 전체 길을 바로 확정하는 것은 아니다.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정답 경로를 미리 보여주되 뒤에서는 이 길을 어떻게 찾아냈는지 확대한다고 안내한다. 그림의 숫자는 이동 횟수이며 출발 0, 도착 8이다. 남은 값 예상은 정확한 예언이 아니어도 도움이 된다. 벽을 무시해 4라고 예상하는 것은 실제 최소 비용 8보다 작아서 오늘 규칙에 적합하다.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Open은 발견된 후보, Closed는 확장을 마친 칸이다. 확장은 주변으로 갈 수 있는 연결을 확인한다는 뜻이다. Parent는 이 칸까지 오는 현재 가장 싼 길에서 바로 이전 칸이다. 오늘처럼 일관적인 h를 쓰는 예제는 Closed 칸을 다시 확장하지 않아도 된다. 다른 h에서는 더 싼 길을 찾았을 때 Closed 칸도 다시 살펴야 할 수 있다.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시작을 Open에 넣는다. 매 반복에서 전체 Open의 최소 f를 선택해 꺼낸다. 꺼낸 칸이 목표면 종료한다. 아니면 통과 가능한 이웃을 보고 새 g가 더 작을 때 g,parent,큐 우선순위를 갱신한다. 없는 후보는 추가한다. 이번 예제는 일관적인 h라 Closed 재확장 없이 가능하다. 후보가 비었는데 목표를 못 꺼내면 경로 없음이다.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Open={(0,2)}, Closed는 비어 있다. 출발 parent는 없다. 이번 장의 검정 출발 칸은 지금 선택해 살펴볼 칸이고 중앙 검정 세 칸은 고정된 벽이다. 이후 검정 강조 칸, 회색 후보, 옅은 회색으로 살펴본 칸을 구분한다.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출발에서 오른쪽 (1,2), 위 (0,1), 아래 (0,3)을 발견한다. 각각 g=1이고 h=3,5,5이다. f는 4,6,6. Open 전체에서 최소인 (1,2)를 다음에 고른다. 출발은 주변을 살펴본 Closed 칸이 된다. 회색 표시는 점수 크기가 아니라 후보 여부를 나타낸다.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(1,2)에서 오른쪽 (2,2)은 벽이다. 위 (1,1)와 아래 (1,3)을 후보로 추가한다. 둘 다 g=2,h=4,f=6. 기존 후보 (0,1),(0,3)은 g=1,h=5,f=6이다. 출발로 돌아가는 길은 g=2로 기존 g=0보다 비싸고 오늘 예제에서는 출발이 Closed라 재확장하지 않는다. 새로 보았다는 이유만으로 메모를 덮어쓰지 않는다.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강의 동률 규칙은 f,h,y,x 오름차순이다. 점수 6인 네 후보 중 h=4인 두 칸이 h=5보다 먼저다. (1,1)와 (1,3)은 h도 같으므로 y가 작은 위 칸 (1,1)을 고른다. 다른 적절한 동률 규칙이면 최종 길 모양이 달라질 수 있다. 오늘 지도는 위아래 우회가 모두 비용 8이다.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출발과 (1,2) 이후의 확장은 (1,1),(1,3),(0,1),(0,3) 순서다. (1,1)을 보고 새로 찾은 (1,0)의 f는 8이라 아직 남은 f=6 후보들이 먼저다. 한 갈래를 정해 끝까지 걷는 과정이 아니라 전체 후보에서 최소 점수를 다시 꺼내는 과정이다. 부모 메모는 유지하며 최종 길은 나중에 따로 만든다.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최소 f가 8인 단계에서 h가 작은 순서를 쓰므로 (1,0),(2,0),(3,0),(4,0)을 이어서 확장한다. 각각 g=3,4,5,6이고 h=5,4,3,2라 f=8이다. Open에는 아래쪽과 왼쪽 위 후보도 남아 있다. 그 후보들을 지워버린 것이 아니라 현재 비교 점수에서 이 순서가 먼저인 것이다.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(4,1)을 확장하면 목표 (4,2)를 발견한다. 목표 g=8,h=0,f=8이고 다음 선택에서 최소 f, 최소 h라 꺼낸다. 목표를 이웃으로 처음 발견한 순간과 후보 목록에서 꺼낸 순간을 구분한다. 가중치가 다른 일반 그래프에서 발견하자마자 끝내면 더 싼 길을 놓칠 수 있다. 오늘의 알고리즘은 목표를 꺼낼 때 종료한다.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목표부터 parent를 따라 (4,2),(4,1),(4,0),(3,0),(2,0),(1,0),(1,1),(1,2),(0,2)를 읽는다. 뒤집으면 출발에서 목표까지 경로다. 숫자 8→7→…→0을 학생에게 읽게 한다. Closed 전체나 확장 순서는 최종 길이 아니다. 그림은 최종 경로의 칸만 연결했다.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이동 순서는 오른쪽1,위2,오른쪽3,아래2로 총8번이다. 경로의 칸은 9개지만 연결을 8번 지난다. 위와 아래의 벽이 y=1부터3까지라 반드시 y=0 또는4로 돌아야 한다. 가로 이동 최소4와 세로 왕복 최소4가 필요하므로 8이 최저 비용이다. 이 지도 자체로 최적 결과를 확인할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별도 가중 그래프다. h=0으로 두면 S 확장 때 A의 g=5,parent=S, B의 g=1,parent=S를 기록한다. 다음에 B를 꺼내면 B를 거쳐 A로 가는 g=1+1=2가 발견된다. 기존5보다 작으므로 A의 g,parent,Open에서의 우선순위를 함께 수정한다. 모든 간선 비용은 비음수다. A가 이미 Closed일 수도 있는 다른 휴리스틱에서는 필요한 재확장을 처리해야 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이 표는 별도 숫자 예다. h가 실제 남은 최소 비용 이하인 성질을 허용성이라고 한다. 값의 단위는 g와 같아야 하고 목표 h는0이다. 오늘 지도에서 벽을 무시한 맨해튼 거리는 모든 통과 가능한 이동에서 적합하다. 일관성은 옆 칸까지의 비용 c를 더한 예상 h(m)+c보다 현재 예상 h(n)이 크지 않아야 한다는 뜻이다. 수식 h(n)≤c(n,m)+h(m)은 심화 설명으로만 제시한다. 일관적인 h는 오늘 Closed를 다시 열지 않는 규칙을 뒷받침한다. 허용적이지만 비일관적인 h를 쓸 때는 개선된 Closed 칸의 재확장을 지원해야 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https://theory.stanford.edu/~amitp/GameProgramming/Heuristics.html</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BFS는 동일한 간선 비용일 때 최소 비용 경로를 찾는다. 비용이 서로 다르고 비음수이면 Dijkstra로 누적 비용을 비교한다. A*의 h를0으로 두면 Dijkstra와 같은 우선순위가 된다. 동률 규칙 차이 때문에 실제 확장 순서가 반드시 완전히 같지는 않을 수 있다. A*는 적절한 남은 비용 예상을 더해 목표 쪽의 후보를 먼저 보는 데 도움을 얻는다.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https://theory.stanford.edu/~amitp/GameProgramming/Heuristics.html</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별도 이동 규칙이다. 네 방향 비용1에서 (0,0)→(1,1)은2. 대각선 비용1이면1, 대각선 비용√2이면 약1.41이다. 그래서 맨해튼 값2를 그대로 h로 쓰면 실제 최소 비용보다 커진다. 대각선 비용1은 체비쇼프, 직선1·대각선√2는 옥타일 거리를 쓸 수 있다. 유클리드 거리도 적절한 비용 모델에서 하한으로 쓸 수 있지만 덜 강한 추정일 수 있다. 이름은 발표자 설명으로 두고 규칙에 맞춰 세어야 한다는 핵심만 강조한다.</a:t>
            </a:r>
          </a:p>
          <a:p xmlns:a="http://schemas.openxmlformats.org/drawingml/2006/main">
            <a:r>
              <a:t/>
            </a:r>
          </a:p>
          <a:p xmlns:a="http://schemas.openxmlformats.org/drawingml/2006/main">
            <a:r>
              <a:t>참고자료</a:t>
            </a:r>
          </a:p>
          <a:p xmlns:a="http://schemas.openxmlformats.org/drawingml/2006/main">
            <a:r>
              <a:t>https://theory.stanford.edu/~amitp/GameProgramming/Heuristics.html</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유한 그래프, 비음수 간선 비용, 목표h=0, 적절한 휴리스틱과 올바른 갱신·종료 규칙을 가정한다. 오늘처럼 일관적인 h이면 Closed 재확장 없이 설명할 수 있다. 허용적이지만 비일관적이면 개선된 Closed 칸의 재확장이 필요할 수 있다. 이 조건들은 최단 경로 보장의 실제 전제다. 구현 디테일은 학생에게 외우게 하기보다 이 네 문장과 지도 사례를 연결해 설명한다.</a:t>
            </a:r>
          </a:p>
          <a:p xmlns:a="http://schemas.openxmlformats.org/drawingml/2006/main">
            <a:r>
              <a:t/>
            </a:r>
          </a:p>
          <a:p xmlns:a="http://schemas.openxmlformats.org/drawingml/2006/main">
            <a:r>
              <a:t>참고자료</a:t>
            </a:r>
          </a:p>
          <a:p xmlns:a="http://schemas.openxmlformats.org/drawingml/2006/main">
            <a:r>
              <a:t>https://ai.stanford.edu/~nilsson/OnlinePubs-Nils/PublishedPapers/astar.pdf</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지도 전체의 가로·세로 길이는 그대로 두고 해상도를 두 배 높인 예다. 25칸에서100칸으로 네 배가 된다. 후보 비용·이전 칸·상태 기록과 큐 연산이 늘 수 있다. 몬스터가 많으면 여러 질의가 겹칠 수 있다. 일관적인 휴리스틱, 각 노드 최대 한 번 확장, 인접 리스트, 이진 힙과 적절한 우선순위 갱신을 가정한 그래프 탐색은 O((V+E)log V), 공간O(V+E)로 설명 가능하다. 재확장이나 다른 상태 공간 모델에 그대로 일반화하지 않는다. 복셀 3차원 해상도를 각축2배 높이면 칸 수8배라는 연결은 선택 설명이다.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왼쪽 통로는 위·아래 검정 장애물 사이의 폭100인 예다. 직경80인 몸은 통과 여유가 있지만 직경155인 몸은 같은 통로를 지나갈 수 없다. 그림 오른쪽 큰 원은 비교용 몸이며 같은 통로에 직접 배치하지 않았다. 경로 계산은 점의 연결만 보지 말고 충돌 크기와 여유 공간을 반영해야 한다. 대각선으로 막힌 모서리를 잘라 지나가는 문제도 이동 연결을 만들 때 따로 검사한다.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후보가 비면 이 지도와 이동 규칙에서 경로가 없다고 보고한다. BT의 따라가기 행동은 실패를 반환하거나 게임 규칙에 따라 기다리고 재시도할 수 있다. 적 위치가 바뀌었다고 매 프레임 무조건 A*를 새로 실행해야 하는 것은 아니다. 변화량과 재탐색 간격을 정한다. 움직이는 이웃을 피하는 로컬 이동 회피와 전역 경로 탐색을 구분한다. 도착 여부와 취소 처리는 이동 행동에서 확인한다.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1번은4+3=7. 2번은아니다. 목표를 Open에 넣고 후보 중 최소로 꺼냈을 때 종료한다. 3번도아니다. 탐색하면서 다른 후보도 살펴봤으므로 완성된 길은 parent로 따로 복원한다. 추가 질문: h를0으로 두면 누적 비용만 비교하는 Dijkstra 우선순위가 된다. 대각선을 허용하면 왜 셈법을 바꿔야 하는지 학생에게 말하게 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HPA*는 격자 등 낮은 수준 지도를 구역으로 나누고 구역 사이 통과 지점을 추상 그래프로 묶어 탐색량을 줄인다. 계층 경로는 근사일 수 있고 다음 시간에 자세히 다룬다. NavMesh는 걸을 수 있는 영역을 다각형으로 표현하는 방식이며 그 위의 연결 그래프에서도 A*를 쓸 수 있다. Recast는 NavMesh 생성에 집중하고 같은 프로젝트의 Detour는 질의와 런타임 경로 탐색을 제공한다. 서로 무조건 대체하는 도구로 설명하지 않는다.</a:t>
            </a:r>
          </a:p>
          <a:p xmlns:a="http://schemas.openxmlformats.org/drawingml/2006/main">
            <a:r>
              <a:t/>
            </a:r>
          </a:p>
          <a:p xmlns:a="http://schemas.openxmlformats.org/drawingml/2006/main">
            <a:r>
              <a:t>참고자료</a:t>
            </a:r>
          </a:p>
          <a:p xmlns:a="http://schemas.openxmlformats.org/drawingml/2006/main">
            <a:r>
              <a:t>https://webdocs.cs.ualberta.ca/~mmueller/ps/2004/hpastar.pdf</a:t>
            </a:r>
          </a:p>
          <a:p xmlns:a="http://schemas.openxmlformats.org/drawingml/2006/main">
            <a:r>
              <a:t>https://recastnav.com/</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g는 여기까지 온 값, h는 남을 값의 예상, f는둘을 더한 점수다. Open 전체에서 작은 점수 후보를 꺼내 주변을 살펴보고 더 싼 길의 기록으로 고친다. 목표를 꺼내면 부모 메모를 뒤로 따라가고 순서를 뒤집는다. 알고리즘이 살펴본 모든 칸을 실제로 걸은 것은 아니다. 완성된 경로는 이동 시스템이 사용하고 행동 나무는 그 이동의 완료나 실패를 확인한다.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지도와 수치 예제는 이 강의를 위해 직접 만든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94492a9ae148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c68c663fbe478a" /><Relationship Type="http://schemas.openxmlformats.org/officeDocument/2006/relationships/slideLayout" Target="/ppt/slideLayouts/slideLayout1.xml" Id="R4eab99464a7246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b99464a7246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eb0a9059c14ea7" /><Relationship Type="http://schemas.openxmlformats.org/officeDocument/2006/relationships/notesSlide" Target="/ppt/notesSlides/notesSlide1.xml" Id="R31956ab22c3047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7523b310814789" /><Relationship Type="http://schemas.openxmlformats.org/officeDocument/2006/relationships/notesSlide" Target="/ppt/notesSlides/notesSlide2.xml" Id="Rdb9a3f439d5041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f27817c48a4a9d" /><Relationship Type="http://schemas.openxmlformats.org/officeDocument/2006/relationships/notesSlide" Target="/ppt/notesSlides/notesSlide3.xml" Id="R469ceaafe106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e06515c66e40d1" /><Relationship Type="http://schemas.openxmlformats.org/officeDocument/2006/relationships/notesSlide" Target="/ppt/notesSlides/notesSlide4.xml" Id="R7cc6230b2b174d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0e0b096d884df7" /><Relationship Type="http://schemas.openxmlformats.org/officeDocument/2006/relationships/notesSlide" Target="/ppt/notesSlides/notesSlide5.xml" Id="R7e7690d2c22a40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43c65eefd4431e" /><Relationship Type="http://schemas.openxmlformats.org/officeDocument/2006/relationships/notesSlide" Target="/ppt/notesSlides/notesSlide6.xml" Id="R46bceb8492384b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c11b10c21c49e2" /><Relationship Type="http://schemas.openxmlformats.org/officeDocument/2006/relationships/notesSlide" Target="/ppt/notesSlides/notesSlide7.xml" Id="R086c2b14a8b547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de35bcb7454299" /><Relationship Type="http://schemas.openxmlformats.org/officeDocument/2006/relationships/notesSlide" Target="/ppt/notesSlides/notesSlide8.xml" Id="Rb10ec82e8acd4c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9a8d3c4435404c" /><Relationship Type="http://schemas.openxmlformats.org/officeDocument/2006/relationships/notesSlide" Target="/ppt/notesSlides/notesSlide9.xml" Id="R66ece3da15f941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4978d230a84b80" /><Relationship Type="http://schemas.openxmlformats.org/officeDocument/2006/relationships/notesSlide" Target="/ppt/notesSlides/notesSlide10.xml" Id="R56f50a4c647a45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23d2e49da54246" /><Relationship Type="http://schemas.openxmlformats.org/officeDocument/2006/relationships/notesSlide" Target="/ppt/notesSlides/notesSlide11.xml" Id="R37d9bef19c964d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b6136756714ace" /><Relationship Type="http://schemas.openxmlformats.org/officeDocument/2006/relationships/notesSlide" Target="/ppt/notesSlides/notesSlide12.xml" Id="R1acdf9f535cf40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636c6c76e7485e" /><Relationship Type="http://schemas.openxmlformats.org/officeDocument/2006/relationships/notesSlide" Target="/ppt/notesSlides/notesSlide13.xml" Id="R2e0a37a506db48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ce3620159c14ab5" /><Relationship Type="http://schemas.openxmlformats.org/officeDocument/2006/relationships/notesSlide" Target="/ppt/notesSlides/notesSlide14.xml" Id="Rb2f19cf9a45c4e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bb11cd9b5742fd" /><Relationship Type="http://schemas.openxmlformats.org/officeDocument/2006/relationships/notesSlide" Target="/ppt/notesSlides/notesSlide15.xml" Id="R703ae571211c41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55a12e31ec74743" /><Relationship Type="http://schemas.openxmlformats.org/officeDocument/2006/relationships/notesSlide" Target="/ppt/notesSlides/notesSlide16.xml" Id="Ra0d45bea43e0480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25ea78d185448f" /><Relationship Type="http://schemas.openxmlformats.org/officeDocument/2006/relationships/notesSlide" Target="/ppt/notesSlides/notesSlide17.xml" Id="Rd908f4c008e54a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6acd21d9a65465d" /><Relationship Type="http://schemas.openxmlformats.org/officeDocument/2006/relationships/notesSlide" Target="/ppt/notesSlides/notesSlide18.xml" Id="Ra6763a70cd03498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050c4c814541a8" /><Relationship Type="http://schemas.openxmlformats.org/officeDocument/2006/relationships/notesSlide" Target="/ppt/notesSlides/notesSlide19.xml" Id="R78cc8d05c64146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75bc4aed554933" /><Relationship Type="http://schemas.openxmlformats.org/officeDocument/2006/relationships/notesSlide" Target="/ppt/notesSlides/notesSlide20.xml" Id="Rfc297d8c70a54b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1d0b15d30f4754" /><Relationship Type="http://schemas.openxmlformats.org/officeDocument/2006/relationships/notesSlide" Target="/ppt/notesSlides/notesSlide21.xml" Id="Rbf4be23b52ee4a9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18af9e65d664652" /><Relationship Type="http://schemas.openxmlformats.org/officeDocument/2006/relationships/notesSlide" Target="/ppt/notesSlides/notesSlide22.xml" Id="R9b1ee00c5f85417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99e2d5e03f24228" /><Relationship Type="http://schemas.openxmlformats.org/officeDocument/2006/relationships/notesSlide" Target="/ppt/notesSlides/notesSlide23.xml" Id="R3f2615bb5a8e47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65c10f126d84327" /><Relationship Type="http://schemas.openxmlformats.org/officeDocument/2006/relationships/notesSlide" Target="/ppt/notesSlides/notesSlide24.xml" Id="R72bc38436bde4d5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aea2accffa43eb" /><Relationship Type="http://schemas.openxmlformats.org/officeDocument/2006/relationships/notesSlide" Target="/ppt/notesSlides/notesSlide25.xml" Id="R3cf3f4a07d3943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38814870e414486" /><Relationship Type="http://schemas.openxmlformats.org/officeDocument/2006/relationships/notesSlide" Target="/ppt/notesSlides/notesSlide26.xml" Id="Refb355f0452140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06033fd24a84533" /><Relationship Type="http://schemas.openxmlformats.org/officeDocument/2006/relationships/notesSlide" Target="/ppt/notesSlides/notesSlide27.xml" Id="Rc088179d80994d4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b22c06c97364b76" /><Relationship Type="http://schemas.openxmlformats.org/officeDocument/2006/relationships/notesSlide" Target="/ppt/notesSlides/notesSlide28.xml" Id="R71dcc698dcd642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579f484f964256" /><Relationship Type="http://schemas.openxmlformats.org/officeDocument/2006/relationships/notesSlide" Target="/ppt/notesSlides/notesSlide29.xml" Id="R936024b56dc2435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d4e1eccadf248fa" /><Relationship Type="http://schemas.openxmlformats.org/officeDocument/2006/relationships/notesSlide" Target="/ppt/notesSlides/notesSlide30.xml" Id="Rf83e9d48f3e54a5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0922756f92145b7" /><Relationship Type="http://schemas.openxmlformats.org/officeDocument/2006/relationships/notesSlide" Target="/ppt/notesSlides/notesSlide31.xml" Id="R20a432a1573648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f702628c2594c84" /><Relationship Type="http://schemas.openxmlformats.org/officeDocument/2006/relationships/notesSlide" Target="/ppt/notesSlides/notesSlide32.xml" Id="R720fe07aa5b24cc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7a63fa12bde4081" /><Relationship Type="http://schemas.openxmlformats.org/officeDocument/2006/relationships/notesSlide" Target="/ppt/notesSlides/notesSlide33.xml" Id="R40bd94e3e1fa407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3e8cf693b3440bc" /><Relationship Type="http://schemas.openxmlformats.org/officeDocument/2006/relationships/notesSlide" Target="/ppt/notesSlides/notesSlide34.xml" Id="R50efc94f51c84b4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a8c0df560c74446" /><Relationship Type="http://schemas.openxmlformats.org/officeDocument/2006/relationships/notesSlide" Target="/ppt/notesSlides/notesSlide35.xml" Id="R4ddcb7dcdf434dc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39096a0fa924342" /><Relationship Type="http://schemas.openxmlformats.org/officeDocument/2006/relationships/notesSlide" Target="/ppt/notesSlides/notesSlide36.xml" Id="R5ad53fe37775425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igure-1">
            <a:extLst xmlns:a="http://schemas.openxmlformats.org/drawingml/2006/main">
              <a:ext uri="{FF2B5EF4-FFF2-40B4-BE49-F238E27FC236}">
                <a16:creationId xmlns:a16="http://schemas.microsoft.com/office/drawing/2014/main" id="{C6E0F152-B70E-4880-B8EE-F86F620971AA}"/>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몬스터는 어느 길로 갈까?</a:t>
            </a:r>
          </a:p>
        </p:txBody>
      </p:sp>
      <p:sp>
        <p:nvSpPr>
          <p:cNvPr id="2" name="figure-2">
            <a:extLst xmlns:a="http://schemas.openxmlformats.org/drawingml/2006/main">
              <a:ext uri="{FF2B5EF4-FFF2-40B4-BE49-F238E27FC236}">
                <a16:creationId xmlns:a16="http://schemas.microsoft.com/office/drawing/2014/main" id="{B566A205-9CE1-452E-B982-56843509EB07}"/>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Game AI 스터디 · 3회차</a:t>
            </a:r>
          </a:p>
        </p:txBody>
      </p:sp>
      <p:sp>
        <p:nvSpPr>
          <p:cNvPr id="3" name="figure-3">
            <a:extLst xmlns:a="http://schemas.openxmlformats.org/drawingml/2006/main">
              <a:ext uri="{FF2B5EF4-FFF2-40B4-BE49-F238E27FC236}">
                <a16:creationId xmlns:a16="http://schemas.microsoft.com/office/drawing/2014/main" id="{52D2F9CA-4C9B-4A5A-93AB-5A88DD54F5A2}"/>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01</a:t>
            </a:r>
          </a:p>
        </p:txBody>
      </p:sp>
      <p:sp>
        <p:nvSpPr>
          <p:cNvPr id="4" name="figure-4">
            <a:extLst xmlns:a="http://schemas.openxmlformats.org/drawingml/2006/main">
              <a:ext uri="{FF2B5EF4-FFF2-40B4-BE49-F238E27FC236}">
                <a16:creationId xmlns:a16="http://schemas.microsoft.com/office/drawing/2014/main" id="{AC898C1C-A41A-4AD3-B493-EBBA4403BF22}"/>
              </a:ext>
            </a:extLst>
          </p:cNvPr>
          <p:cNvSpPr>
            <a:spLocks xmlns:a="http://schemas.openxmlformats.org/drawingml/2006/main" noGrp="1"/>
          </p:cNvSpPr>
          <p:nvPr/>
        </p:nvSpPr>
        <p:spPr>
          <a:xfrm xmlns:a="http://schemas.openxmlformats.org/drawingml/2006/main">
            <a:off x="609600" y="2152650"/>
            <a:ext cx="7620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151515"/>
                </a:solidFill>
                <a:latin typeface="Malgun Gothic"/>
                <a:ea typeface="Malgun Gothic"/>
                <a:cs typeface="Malgun Gothic"/>
              </a:defRPr>
            </a:pPr>
            <a:r>
              <a:rPr sz="4500" b="1">
                <a:solidFill>
                  <a:srgbClr val="151515"/>
                </a:solidFill>
                <a:latin typeface="Malgun Gothic"/>
                <a:ea typeface="Malgun Gothic"/>
                <a:cs typeface="Malgun Gothic"/>
              </a:rPr>
              <a:t>학교 가는 길로 배우는</a:t>
            </a:r>
          </a:p>
          <a:p xmlns:a="http://schemas.openxmlformats.org/drawingml/2006/main">
            <a:pPr algn="l">
              <a:defRPr sz="4500" b="1">
                <a:solidFill>
                  <a:srgbClr val="151515"/>
                </a:solidFill>
                <a:latin typeface="Malgun Gothic"/>
                <a:ea typeface="Malgun Gothic"/>
                <a:cs typeface="Malgun Gothic"/>
              </a:defRPr>
            </a:pPr>
            <a:r>
              <a:rPr sz="4500" b="1">
                <a:solidFill>
                  <a:srgbClr val="151515"/>
                </a:solidFill>
                <a:latin typeface="Malgun Gothic"/>
                <a:ea typeface="Malgun Gothic"/>
                <a:cs typeface="Malgun Gothic"/>
              </a:rPr>
              <a:t>길찾기</a:t>
            </a:r>
          </a:p>
        </p:txBody>
      </p:sp>
      <p:sp>
        <p:nvSpPr>
          <p:cNvPr id="5" name="figure-5">
            <a:extLst xmlns:a="http://schemas.openxmlformats.org/drawingml/2006/main">
              <a:ext uri="{FF2B5EF4-FFF2-40B4-BE49-F238E27FC236}">
                <a16:creationId xmlns:a16="http://schemas.microsoft.com/office/drawing/2014/main" id="{5BDA83EC-572B-4383-97A6-A2E0CB0E680F}"/>
              </a:ext>
            </a:extLst>
          </p:cNvPr>
          <p:cNvSpPr>
            <a:spLocks xmlns:a="http://schemas.openxmlformats.org/drawingml/2006/main" noGrp="1"/>
          </p:cNvSpPr>
          <p:nvPr/>
        </p:nvSpPr>
        <p:spPr>
          <a:xfrm xmlns:a="http://schemas.openxmlformats.org/drawingml/2006/main">
            <a:off x="9677400" y="2495550"/>
            <a:ext cx="590550" cy="5905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1515"/>
            </a:solidFill>
          </a:ln>
        </p:spPr>
      </p:sp>
      <p:sp>
        <p:nvSpPr>
          <p:cNvPr id="6" name="figure-6">
            <a:extLst xmlns:a="http://schemas.openxmlformats.org/drawingml/2006/main">
              <a:ext uri="{FF2B5EF4-FFF2-40B4-BE49-F238E27FC236}">
                <a16:creationId xmlns:a16="http://schemas.microsoft.com/office/drawing/2014/main" id="{C6D3A6A9-B8D7-4175-B8AD-A146B84A1457}"/>
              </a:ext>
            </a:extLst>
          </p:cNvPr>
          <p:cNvSpPr>
            <a:spLocks xmlns:a="http://schemas.openxmlformats.org/drawingml/2006/main" noGrp="1"/>
          </p:cNvSpPr>
          <p:nvPr/>
        </p:nvSpPr>
        <p:spPr>
          <a:xfrm xmlns:a="http://schemas.openxmlformats.org/drawingml/2006/main">
            <a:off x="9514999" y="3130391"/>
            <a:ext cx="915353" cy="959644"/>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7" name="line-7">
            <a:extLst xmlns:a="http://schemas.openxmlformats.org/drawingml/2006/main">
              <a:ext uri="{FF2B5EF4-FFF2-40B4-BE49-F238E27FC236}">
                <a16:creationId xmlns:a16="http://schemas.microsoft.com/office/drawing/2014/main" id="{80EC1859-2C40-4EF6-91F8-4E07813B48BC}"/>
              </a:ext>
            </a:extLst>
          </p:cNvPr>
          <p:cNvSpPr>
            <a:spLocks xmlns:a="http://schemas.openxmlformats.org/drawingml/2006/main" noGrp="1"/>
          </p:cNvSpPr>
          <p:nvPr/>
        </p:nvSpPr>
        <p:spPr>
          <a:xfrm xmlns:a="http://schemas.openxmlformats.org/drawingml/2006/main">
            <a:off x="9308306" y="3263265"/>
            <a:ext cx="221456" cy="590550"/>
          </a:xfrm>
          <a:custGeom xmlns:a="http://schemas.openxmlformats.org/drawingml/2006/main">
            <a:pathLst>
              <a:path w="221456" h="590550">
                <a:moveTo>
                  <a:pt x="221456" y="0"/>
                </a:moveTo>
                <a:lnTo>
                  <a:pt x="0" y="590550"/>
                </a:lnTo>
              </a:path>
            </a:pathLst>
          </a:custGeom>
          <a:noFill xmlns:a="http://schemas.openxmlformats.org/drawingml/2006/main"/>
          <a:ln xmlns:a="http://schemas.openxmlformats.org/drawingml/2006/main" w="88583">
            <a:solidFill>
              <a:srgbClr val="151515"/>
            </a:solidFill>
            <a:prstDash val="solid"/>
          </a:ln>
        </p:spPr>
      </p:sp>
      <p:sp>
        <p:nvSpPr>
          <p:cNvPr id="8" name="line-8">
            <a:extLst xmlns:a="http://schemas.openxmlformats.org/drawingml/2006/main">
              <a:ext uri="{FF2B5EF4-FFF2-40B4-BE49-F238E27FC236}">
                <a16:creationId xmlns:a16="http://schemas.microsoft.com/office/drawing/2014/main" id="{DC858FA1-3AD8-4A96-BE86-0321BF2B61D0}"/>
              </a:ext>
            </a:extLst>
          </p:cNvPr>
          <p:cNvSpPr>
            <a:spLocks xmlns:a="http://schemas.openxmlformats.org/drawingml/2006/main" noGrp="1"/>
          </p:cNvSpPr>
          <p:nvPr/>
        </p:nvSpPr>
        <p:spPr>
          <a:xfrm xmlns:a="http://schemas.openxmlformats.org/drawingml/2006/main">
            <a:off x="10415588" y="3263265"/>
            <a:ext cx="236220" cy="590550"/>
          </a:xfrm>
          <a:custGeom xmlns:a="http://schemas.openxmlformats.org/drawingml/2006/main">
            <a:pathLst>
              <a:path w="236220" h="590550">
                <a:moveTo>
                  <a:pt x="0" y="0"/>
                </a:moveTo>
                <a:lnTo>
                  <a:pt x="236220" y="590550"/>
                </a:lnTo>
              </a:path>
            </a:pathLst>
          </a:custGeom>
          <a:noFill xmlns:a="http://schemas.openxmlformats.org/drawingml/2006/main"/>
          <a:ln xmlns:a="http://schemas.openxmlformats.org/drawingml/2006/main" w="88583">
            <a:solidFill>
              <a:srgbClr val="151515"/>
            </a:solidFill>
            <a:prstDash val="solid"/>
          </a:ln>
        </p:spPr>
      </p:sp>
      <p:sp>
        <p:nvSpPr>
          <p:cNvPr id="9" name="line-9">
            <a:extLst xmlns:a="http://schemas.openxmlformats.org/drawingml/2006/main">
              <a:ext uri="{FF2B5EF4-FFF2-40B4-BE49-F238E27FC236}">
                <a16:creationId xmlns:a16="http://schemas.microsoft.com/office/drawing/2014/main" id="{E9F6CADB-26A1-434C-8411-906DFB9D6607}"/>
              </a:ext>
            </a:extLst>
          </p:cNvPr>
          <p:cNvSpPr>
            <a:spLocks xmlns:a="http://schemas.openxmlformats.org/drawingml/2006/main" noGrp="1"/>
          </p:cNvSpPr>
          <p:nvPr/>
        </p:nvSpPr>
        <p:spPr>
          <a:xfrm xmlns:a="http://schemas.openxmlformats.org/drawingml/2006/main">
            <a:off x="9618345" y="4090035"/>
            <a:ext cx="147638" cy="590550"/>
          </a:xfrm>
          <a:custGeom xmlns:a="http://schemas.openxmlformats.org/drawingml/2006/main">
            <a:pathLst>
              <a:path w="147638" h="590550">
                <a:moveTo>
                  <a:pt x="147638" y="0"/>
                </a:moveTo>
                <a:lnTo>
                  <a:pt x="0" y="590550"/>
                </a:lnTo>
              </a:path>
            </a:pathLst>
          </a:custGeom>
          <a:noFill xmlns:a="http://schemas.openxmlformats.org/drawingml/2006/main"/>
          <a:ln xmlns:a="http://schemas.openxmlformats.org/drawingml/2006/main" w="118110">
            <a:solidFill>
              <a:srgbClr val="151515"/>
            </a:solidFill>
            <a:prstDash val="solid"/>
          </a:ln>
        </p:spPr>
      </p:sp>
      <p:sp>
        <p:nvSpPr>
          <p:cNvPr id="10" name="line-10">
            <a:extLst xmlns:a="http://schemas.openxmlformats.org/drawingml/2006/main">
              <a:ext uri="{FF2B5EF4-FFF2-40B4-BE49-F238E27FC236}">
                <a16:creationId xmlns:a16="http://schemas.microsoft.com/office/drawing/2014/main" id="{32BED152-0FE6-4387-87BF-5854CBBDB65C}"/>
              </a:ext>
            </a:extLst>
          </p:cNvPr>
          <p:cNvSpPr>
            <a:spLocks xmlns:a="http://schemas.openxmlformats.org/drawingml/2006/main" noGrp="1"/>
          </p:cNvSpPr>
          <p:nvPr/>
        </p:nvSpPr>
        <p:spPr>
          <a:xfrm xmlns:a="http://schemas.openxmlformats.org/drawingml/2006/main">
            <a:off x="10179368" y="4090035"/>
            <a:ext cx="147638" cy="590550"/>
          </a:xfrm>
          <a:custGeom xmlns:a="http://schemas.openxmlformats.org/drawingml/2006/main">
            <a:pathLst>
              <a:path w="147638" h="590550">
                <a:moveTo>
                  <a:pt x="0" y="0"/>
                </a:moveTo>
                <a:lnTo>
                  <a:pt x="147638" y="590550"/>
                </a:lnTo>
              </a:path>
            </a:pathLst>
          </a:custGeom>
          <a:noFill xmlns:a="http://schemas.openxmlformats.org/drawingml/2006/main"/>
          <a:ln xmlns:a="http://schemas.openxmlformats.org/drawingml/2006/main" w="118110">
            <a:solidFill>
              <a:srgbClr val="151515"/>
            </a:solidFill>
            <a:prstDash val="solid"/>
          </a:ln>
        </p:spPr>
      </p:sp>
      <p:sp>
        <p:nvSpPr>
          <p:cNvPr id="11" name="figure-11">
            <a:extLst xmlns:a="http://schemas.openxmlformats.org/drawingml/2006/main">
              <a:ext uri="{FF2B5EF4-FFF2-40B4-BE49-F238E27FC236}">
                <a16:creationId xmlns:a16="http://schemas.microsoft.com/office/drawing/2014/main" id="{B4A565C0-9652-4ECA-9356-2103E39FC9C6}"/>
              </a:ext>
            </a:extLst>
          </p:cNvPr>
          <p:cNvSpPr>
            <a:spLocks xmlns:a="http://schemas.openxmlformats.org/drawingml/2006/main" noGrp="1"/>
          </p:cNvSpPr>
          <p:nvPr/>
        </p:nvSpPr>
        <p:spPr>
          <a:xfrm xmlns:a="http://schemas.openxmlformats.org/drawingml/2006/main">
            <a:off x="609600" y="45243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막힌 길 돌아가기 · 점수 비교하기 · 길 기억하기</a:t>
            </a:r>
          </a:p>
        </p:txBody>
      </p:sp>
      <p:sp>
        <p:nvSpPr>
          <p:cNvPr id="12" name="figure-12">
            <a:extLst xmlns:a="http://schemas.openxmlformats.org/drawingml/2006/main">
              <a:ext uri="{FF2B5EF4-FFF2-40B4-BE49-F238E27FC236}">
                <a16:creationId xmlns:a16="http://schemas.microsoft.com/office/drawing/2014/main" id="{45A436B1-0ECC-472C-84A3-ABE2E77DFAE5}"/>
              </a:ext>
            </a:extLst>
          </p:cNvPr>
          <p:cNvSpPr>
            <a:spLocks xmlns:a="http://schemas.openxmlformats.org/drawingml/2006/main" noGrp="1"/>
          </p:cNvSpPr>
          <p:nvPr/>
        </p:nvSpPr>
        <p:spPr>
          <a:xfrm xmlns:a="http://schemas.openxmlformats.org/drawingml/2006/main">
            <a:off x="609600" y="5553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오늘 배울 방법은 A*, “에이 스타”라고 읽는다</a:t>
            </a:r>
          </a:p>
        </p:txBody>
      </p:sp>
    </p:spTree>
    <p:extLst>
      <p:ext uri="{BB962C8B-B14F-4D97-AF65-F5344CB8AC3E}">
        <p14:creationId xmlns:p14="http://schemas.microsoft.com/office/powerpoint/2010/main" val="18786577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figure-13">
            <a:extLst xmlns:a="http://schemas.openxmlformats.org/drawingml/2006/main">
              <a:ext uri="{FF2B5EF4-FFF2-40B4-BE49-F238E27FC236}">
                <a16:creationId xmlns:a16="http://schemas.microsoft.com/office/drawing/2014/main" id="{41D432C6-3A39-4B95-A47C-0445F25A014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학교에 가는데 길이 막혔다</a:t>
            </a:r>
          </a:p>
        </p:txBody>
      </p:sp>
      <p:sp>
        <p:nvSpPr>
          <p:cNvPr id="2" name="figure-14">
            <a:extLst xmlns:a="http://schemas.openxmlformats.org/drawingml/2006/main">
              <a:ext uri="{FF2B5EF4-FFF2-40B4-BE49-F238E27FC236}">
                <a16:creationId xmlns:a16="http://schemas.microsoft.com/office/drawing/2014/main" id="{79E3BEB2-63FD-441C-8911-48FAAD6924E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가운데 벽을 지나갈 수 없으니 돌아갈 길이 필요하다</a:t>
            </a:r>
          </a:p>
        </p:txBody>
      </p:sp>
      <p:sp>
        <p:nvSpPr>
          <p:cNvPr id="3" name="figure-15">
            <a:extLst xmlns:a="http://schemas.openxmlformats.org/drawingml/2006/main">
              <a:ext uri="{FF2B5EF4-FFF2-40B4-BE49-F238E27FC236}">
                <a16:creationId xmlns:a16="http://schemas.microsoft.com/office/drawing/2014/main" id="{88486868-4644-4BEE-99FB-3306A0CCEB44}"/>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02</a:t>
            </a:r>
          </a:p>
        </p:txBody>
      </p:sp>
      <p:sp>
        <p:nvSpPr>
          <p:cNvPr id="4" name="figure-16">
            <a:extLst xmlns:a="http://schemas.openxmlformats.org/drawingml/2006/main">
              <a:ext uri="{FF2B5EF4-FFF2-40B4-BE49-F238E27FC236}">
                <a16:creationId xmlns:a16="http://schemas.microsoft.com/office/drawing/2014/main" id="{F3140F53-9BF0-4581-A814-00404FE90F48}"/>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 name="figure-17">
            <a:extLst xmlns:a="http://schemas.openxmlformats.org/drawingml/2006/main">
              <a:ext uri="{FF2B5EF4-FFF2-40B4-BE49-F238E27FC236}">
                <a16:creationId xmlns:a16="http://schemas.microsoft.com/office/drawing/2014/main" id="{08EE6C2E-571B-4C82-9A86-7681D2410788}"/>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6" name="figure-18">
            <a:extLst xmlns:a="http://schemas.openxmlformats.org/drawingml/2006/main">
              <a:ext uri="{FF2B5EF4-FFF2-40B4-BE49-F238E27FC236}">
                <a16:creationId xmlns:a16="http://schemas.microsoft.com/office/drawing/2014/main" id="{DEAE4D46-5F24-44AB-805B-DF6451A82A37}"/>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7" name="figure-19">
            <a:extLst xmlns:a="http://schemas.openxmlformats.org/drawingml/2006/main">
              <a:ext uri="{FF2B5EF4-FFF2-40B4-BE49-F238E27FC236}">
                <a16:creationId xmlns:a16="http://schemas.microsoft.com/office/drawing/2014/main" id="{369DBC87-F9B0-469E-B447-649B68ED0F22}"/>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8" name="figure-20">
            <a:extLst xmlns:a="http://schemas.openxmlformats.org/drawingml/2006/main">
              <a:ext uri="{FF2B5EF4-FFF2-40B4-BE49-F238E27FC236}">
                <a16:creationId xmlns:a16="http://schemas.microsoft.com/office/drawing/2014/main" id="{44D4CB2B-DF26-41F5-AD8E-80BFFDE2073B}"/>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9" name="figure-21">
            <a:extLst xmlns:a="http://schemas.openxmlformats.org/drawingml/2006/main">
              <a:ext uri="{FF2B5EF4-FFF2-40B4-BE49-F238E27FC236}">
                <a16:creationId xmlns:a16="http://schemas.microsoft.com/office/drawing/2014/main" id="{D2149E6B-2250-4D84-B5A0-68B04ACD0B39}"/>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0" name="figure-22">
            <a:extLst xmlns:a="http://schemas.openxmlformats.org/drawingml/2006/main">
              <a:ext uri="{FF2B5EF4-FFF2-40B4-BE49-F238E27FC236}">
                <a16:creationId xmlns:a16="http://schemas.microsoft.com/office/drawing/2014/main" id="{4E50B2AA-EDA5-4A7A-9624-7BAE1F0D1E30}"/>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1" name="figure-23">
            <a:extLst xmlns:a="http://schemas.openxmlformats.org/drawingml/2006/main">
              <a:ext uri="{FF2B5EF4-FFF2-40B4-BE49-F238E27FC236}">
                <a16:creationId xmlns:a16="http://schemas.microsoft.com/office/drawing/2014/main" id="{BBD49B62-B10E-4E6D-8EF9-C130D947A472}"/>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12" name="figure-24">
            <a:extLst xmlns:a="http://schemas.openxmlformats.org/drawingml/2006/main">
              <a:ext uri="{FF2B5EF4-FFF2-40B4-BE49-F238E27FC236}">
                <a16:creationId xmlns:a16="http://schemas.microsoft.com/office/drawing/2014/main" id="{3DBAC532-D646-4DD6-8D82-5CF53DF0EC86}"/>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13" name="figure-25">
            <a:extLst xmlns:a="http://schemas.openxmlformats.org/drawingml/2006/main">
              <a:ext uri="{FF2B5EF4-FFF2-40B4-BE49-F238E27FC236}">
                <a16:creationId xmlns:a16="http://schemas.microsoft.com/office/drawing/2014/main" id="{0ADA0348-E67B-4B7D-8780-538D808E8B96}"/>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4" name="figure-26">
            <a:extLst xmlns:a="http://schemas.openxmlformats.org/drawingml/2006/main">
              <a:ext uri="{FF2B5EF4-FFF2-40B4-BE49-F238E27FC236}">
                <a16:creationId xmlns:a16="http://schemas.microsoft.com/office/drawing/2014/main" id="{E9A9EF8D-63CA-4506-A1FB-30BBCF0091B8}"/>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27">
            <a:extLst xmlns:a="http://schemas.openxmlformats.org/drawingml/2006/main">
              <a:ext uri="{FF2B5EF4-FFF2-40B4-BE49-F238E27FC236}">
                <a16:creationId xmlns:a16="http://schemas.microsoft.com/office/drawing/2014/main" id="{8B3C07C9-6FD3-4E8A-9B85-ABF96C328096}"/>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28">
            <a:extLst xmlns:a="http://schemas.openxmlformats.org/drawingml/2006/main">
              <a:ext uri="{FF2B5EF4-FFF2-40B4-BE49-F238E27FC236}">
                <a16:creationId xmlns:a16="http://schemas.microsoft.com/office/drawing/2014/main" id="{FF52892E-F4EB-4BE5-9F14-D5AD78FA166F}"/>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집</a:t>
            </a:r>
          </a:p>
        </p:txBody>
      </p:sp>
      <p:sp>
        <p:nvSpPr>
          <p:cNvPr id="17" name="figure-29">
            <a:extLst xmlns:a="http://schemas.openxmlformats.org/drawingml/2006/main">
              <a:ext uri="{FF2B5EF4-FFF2-40B4-BE49-F238E27FC236}">
                <a16:creationId xmlns:a16="http://schemas.microsoft.com/office/drawing/2014/main" id="{D27632E7-71EB-4E29-9E23-04A42CE51C62}"/>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30">
            <a:extLst xmlns:a="http://schemas.openxmlformats.org/drawingml/2006/main">
              <a:ext uri="{FF2B5EF4-FFF2-40B4-BE49-F238E27FC236}">
                <a16:creationId xmlns:a16="http://schemas.microsoft.com/office/drawing/2014/main" id="{50FCDCDD-EAD3-48B6-A3E9-EDAAB48A6969}"/>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19" name="figure-31">
            <a:extLst xmlns:a="http://schemas.openxmlformats.org/drawingml/2006/main">
              <a:ext uri="{FF2B5EF4-FFF2-40B4-BE49-F238E27FC236}">
                <a16:creationId xmlns:a16="http://schemas.microsoft.com/office/drawing/2014/main" id="{DDE2873A-7854-4F10-8497-A00035D61E20}"/>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0" name="figure-32">
            <a:extLst xmlns:a="http://schemas.openxmlformats.org/drawingml/2006/main">
              <a:ext uri="{FF2B5EF4-FFF2-40B4-BE49-F238E27FC236}">
                <a16:creationId xmlns:a16="http://schemas.microsoft.com/office/drawing/2014/main" id="{9EAFDCCF-FF35-45C3-95AC-8A2B6CEC9B0C}"/>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33">
            <a:extLst xmlns:a="http://schemas.openxmlformats.org/drawingml/2006/main">
              <a:ext uri="{FF2B5EF4-FFF2-40B4-BE49-F238E27FC236}">
                <a16:creationId xmlns:a16="http://schemas.microsoft.com/office/drawing/2014/main" id="{67FB11D4-120D-4202-8944-CBB46FD4CCA9}"/>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2" name="figure-34">
            <a:extLst xmlns:a="http://schemas.openxmlformats.org/drawingml/2006/main">
              <a:ext uri="{FF2B5EF4-FFF2-40B4-BE49-F238E27FC236}">
                <a16:creationId xmlns:a16="http://schemas.microsoft.com/office/drawing/2014/main" id="{A44529B9-E570-49A4-A00C-936A86CA8765}"/>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학교</a:t>
            </a:r>
          </a:p>
        </p:txBody>
      </p:sp>
      <p:sp>
        <p:nvSpPr>
          <p:cNvPr id="23" name="figure-35">
            <a:extLst xmlns:a="http://schemas.openxmlformats.org/drawingml/2006/main">
              <a:ext uri="{FF2B5EF4-FFF2-40B4-BE49-F238E27FC236}">
                <a16:creationId xmlns:a16="http://schemas.microsoft.com/office/drawing/2014/main" id="{1450F336-653D-40B7-A642-1EA5CD762590}"/>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36">
            <a:extLst xmlns:a="http://schemas.openxmlformats.org/drawingml/2006/main">
              <a:ext uri="{FF2B5EF4-FFF2-40B4-BE49-F238E27FC236}">
                <a16:creationId xmlns:a16="http://schemas.microsoft.com/office/drawing/2014/main" id="{6B928FBE-BFFF-4221-A239-CC7B7B60A4B1}"/>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37">
            <a:extLst xmlns:a="http://schemas.openxmlformats.org/drawingml/2006/main">
              <a:ext uri="{FF2B5EF4-FFF2-40B4-BE49-F238E27FC236}">
                <a16:creationId xmlns:a16="http://schemas.microsoft.com/office/drawing/2014/main" id="{E2445606-3AF5-4795-922D-37FDE3535849}"/>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6" name="figure-38">
            <a:extLst xmlns:a="http://schemas.openxmlformats.org/drawingml/2006/main">
              <a:ext uri="{FF2B5EF4-FFF2-40B4-BE49-F238E27FC236}">
                <a16:creationId xmlns:a16="http://schemas.microsoft.com/office/drawing/2014/main" id="{062C2698-427B-4708-B4CD-4BFF1E5352DB}"/>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7" name="figure-39">
            <a:extLst xmlns:a="http://schemas.openxmlformats.org/drawingml/2006/main">
              <a:ext uri="{FF2B5EF4-FFF2-40B4-BE49-F238E27FC236}">
                <a16:creationId xmlns:a16="http://schemas.microsoft.com/office/drawing/2014/main" id="{6562C3DB-F376-4850-B227-2CC4B529BD52}"/>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8" name="figure-40">
            <a:extLst xmlns:a="http://schemas.openxmlformats.org/drawingml/2006/main">
              <a:ext uri="{FF2B5EF4-FFF2-40B4-BE49-F238E27FC236}">
                <a16:creationId xmlns:a16="http://schemas.microsoft.com/office/drawing/2014/main" id="{F6573156-4C0B-4AB4-9572-76326D5D7CF6}"/>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9" name="figure-41">
            <a:extLst xmlns:a="http://schemas.openxmlformats.org/drawingml/2006/main">
              <a:ext uri="{FF2B5EF4-FFF2-40B4-BE49-F238E27FC236}">
                <a16:creationId xmlns:a16="http://schemas.microsoft.com/office/drawing/2014/main" id="{03DE3278-3279-4E6E-8FF5-DD5FA48CF919}"/>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42">
            <a:extLst xmlns:a="http://schemas.openxmlformats.org/drawingml/2006/main">
              <a:ext uri="{FF2B5EF4-FFF2-40B4-BE49-F238E27FC236}">
                <a16:creationId xmlns:a16="http://schemas.microsoft.com/office/drawing/2014/main" id="{A350A1D8-651F-4F32-99A2-2EE6FAD5DBF7}"/>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43">
            <a:extLst xmlns:a="http://schemas.openxmlformats.org/drawingml/2006/main">
              <a:ext uri="{FF2B5EF4-FFF2-40B4-BE49-F238E27FC236}">
                <a16:creationId xmlns:a16="http://schemas.microsoft.com/office/drawing/2014/main" id="{2DF7EDC7-7A15-4D45-BF0C-686B1A552795}"/>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44">
            <a:extLst xmlns:a="http://schemas.openxmlformats.org/drawingml/2006/main">
              <a:ext uri="{FF2B5EF4-FFF2-40B4-BE49-F238E27FC236}">
                <a16:creationId xmlns:a16="http://schemas.microsoft.com/office/drawing/2014/main" id="{FA7B470F-050D-44CA-8CE2-7C0402315A08}"/>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45">
            <a:extLst xmlns:a="http://schemas.openxmlformats.org/drawingml/2006/main">
              <a:ext uri="{FF2B5EF4-FFF2-40B4-BE49-F238E27FC236}">
                <a16:creationId xmlns:a16="http://schemas.microsoft.com/office/drawing/2014/main" id="{493D5157-F395-47FA-86CC-04D5E87AF957}"/>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4" name="figure-46">
            <a:extLst xmlns:a="http://schemas.openxmlformats.org/drawingml/2006/main">
              <a:ext uri="{FF2B5EF4-FFF2-40B4-BE49-F238E27FC236}">
                <a16:creationId xmlns:a16="http://schemas.microsoft.com/office/drawing/2014/main" id="{2F168626-3F41-4A3E-B9C4-243EA5373A2D}"/>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집에서 학교까지 가고 싶다</a:t>
            </a:r>
          </a:p>
        </p:txBody>
      </p:sp>
      <p:sp>
        <p:nvSpPr>
          <p:cNvPr id="35" name="figure-47">
            <a:extLst xmlns:a="http://schemas.openxmlformats.org/drawingml/2006/main">
              <a:ext uri="{FF2B5EF4-FFF2-40B4-BE49-F238E27FC236}">
                <a16:creationId xmlns:a16="http://schemas.microsoft.com/office/drawing/2014/main" id="{E65C726D-C183-43DE-947C-4C8F0C4700CD}"/>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검정 칸은 막힌 곳이다</a:t>
            </a:r>
          </a:p>
        </p:txBody>
      </p:sp>
      <p:sp>
        <p:nvSpPr>
          <p:cNvPr id="36" name="figure-48">
            <a:extLst xmlns:a="http://schemas.openxmlformats.org/drawingml/2006/main">
              <a:ext uri="{FF2B5EF4-FFF2-40B4-BE49-F238E27FC236}">
                <a16:creationId xmlns:a16="http://schemas.microsoft.com/office/drawing/2014/main" id="{285BEFAA-B869-4118-ADC6-8FBF3EE4D0A1}"/>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위나 아래로 돌아갈 수 있다</a:t>
            </a:r>
          </a:p>
        </p:txBody>
      </p:sp>
      <p:sp>
        <p:nvSpPr>
          <p:cNvPr id="37" name="figure-49">
            <a:extLst xmlns:a="http://schemas.openxmlformats.org/drawingml/2006/main">
              <a:ext uri="{FF2B5EF4-FFF2-40B4-BE49-F238E27FC236}">
                <a16:creationId xmlns:a16="http://schemas.microsoft.com/office/drawing/2014/main" id="{65B7EC00-4F15-4255-A210-AEA788D5901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학교가 어느 쪽인지 아는 것만으로는 도착할 수 없다</a:t>
            </a:r>
          </a:p>
        </p:txBody>
      </p:sp>
    </p:spTree>
    <p:extLst>
      <p:ext uri="{BB962C8B-B14F-4D97-AF65-F5344CB8AC3E}">
        <p14:creationId xmlns:p14="http://schemas.microsoft.com/office/powerpoint/2010/main" val="14269325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figure-50">
            <a:extLst xmlns:a="http://schemas.openxmlformats.org/drawingml/2006/main">
              <a:ext uri="{FF2B5EF4-FFF2-40B4-BE49-F238E27FC236}">
                <a16:creationId xmlns:a16="http://schemas.microsoft.com/office/drawing/2014/main" id="{FA24B90A-B821-4ED2-9753-CD825057963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학교 쪽으로만 가면 벽을 만난다</a:t>
            </a:r>
          </a:p>
        </p:txBody>
      </p:sp>
      <p:sp>
        <p:nvSpPr>
          <p:cNvPr id="2" name="figure-51">
            <a:extLst xmlns:a="http://schemas.openxmlformats.org/drawingml/2006/main">
              <a:ext uri="{FF2B5EF4-FFF2-40B4-BE49-F238E27FC236}">
                <a16:creationId xmlns:a16="http://schemas.microsoft.com/office/drawing/2014/main" id="{557C8EBB-4E87-4576-8099-C056709942A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목표와 가까워 보여도 계속 갈 수 있는지는 따로 본다</a:t>
            </a:r>
          </a:p>
        </p:txBody>
      </p:sp>
      <p:sp>
        <p:nvSpPr>
          <p:cNvPr id="3" name="figure-52">
            <a:extLst xmlns:a="http://schemas.openxmlformats.org/drawingml/2006/main">
              <a:ext uri="{FF2B5EF4-FFF2-40B4-BE49-F238E27FC236}">
                <a16:creationId xmlns:a16="http://schemas.microsoft.com/office/drawing/2014/main" id="{251B10F6-BAB8-4E1E-9C6D-1153A324F57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03</a:t>
            </a:r>
          </a:p>
        </p:txBody>
      </p:sp>
      <p:sp>
        <p:nvSpPr>
          <p:cNvPr id="4" name="figure-53">
            <a:extLst xmlns:a="http://schemas.openxmlformats.org/drawingml/2006/main">
              <a:ext uri="{FF2B5EF4-FFF2-40B4-BE49-F238E27FC236}">
                <a16:creationId xmlns:a16="http://schemas.microsoft.com/office/drawing/2014/main" id="{15810F5E-C2CE-41D0-8B5B-F526CA49CCB0}"/>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 name="figure-54">
            <a:extLst xmlns:a="http://schemas.openxmlformats.org/drawingml/2006/main">
              <a:ext uri="{FF2B5EF4-FFF2-40B4-BE49-F238E27FC236}">
                <a16:creationId xmlns:a16="http://schemas.microsoft.com/office/drawing/2014/main" id="{32B2CC40-4056-4AA4-AB09-0CEE38A27897}"/>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6" name="figure-55">
            <a:extLst xmlns:a="http://schemas.openxmlformats.org/drawingml/2006/main">
              <a:ext uri="{FF2B5EF4-FFF2-40B4-BE49-F238E27FC236}">
                <a16:creationId xmlns:a16="http://schemas.microsoft.com/office/drawing/2014/main" id="{F8CA7885-5ABA-42C2-85B2-6B6E9105A334}"/>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7" name="figure-56">
            <a:extLst xmlns:a="http://schemas.openxmlformats.org/drawingml/2006/main">
              <a:ext uri="{FF2B5EF4-FFF2-40B4-BE49-F238E27FC236}">
                <a16:creationId xmlns:a16="http://schemas.microsoft.com/office/drawing/2014/main" id="{65526EF7-270C-4452-A9BE-4FA4A787B3DD}"/>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8" name="figure-57">
            <a:extLst xmlns:a="http://schemas.openxmlformats.org/drawingml/2006/main">
              <a:ext uri="{FF2B5EF4-FFF2-40B4-BE49-F238E27FC236}">
                <a16:creationId xmlns:a16="http://schemas.microsoft.com/office/drawing/2014/main" id="{28554F13-AD30-41A7-8607-3FE1FB5317BA}"/>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9" name="figure-58">
            <a:extLst xmlns:a="http://schemas.openxmlformats.org/drawingml/2006/main">
              <a:ext uri="{FF2B5EF4-FFF2-40B4-BE49-F238E27FC236}">
                <a16:creationId xmlns:a16="http://schemas.microsoft.com/office/drawing/2014/main" id="{AEB72834-1E65-41A7-960C-E3E0ECAFB78A}"/>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0" name="figure-59">
            <a:extLst xmlns:a="http://schemas.openxmlformats.org/drawingml/2006/main">
              <a:ext uri="{FF2B5EF4-FFF2-40B4-BE49-F238E27FC236}">
                <a16:creationId xmlns:a16="http://schemas.microsoft.com/office/drawing/2014/main" id="{95BDACD5-04EB-4522-AB9E-450F3C222B5B}"/>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1" name="figure-60">
            <a:extLst xmlns:a="http://schemas.openxmlformats.org/drawingml/2006/main">
              <a:ext uri="{FF2B5EF4-FFF2-40B4-BE49-F238E27FC236}">
                <a16:creationId xmlns:a16="http://schemas.microsoft.com/office/drawing/2014/main" id="{D8F2597D-A9E7-4319-B0E3-8C186B84806A}"/>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12" name="figure-61">
            <a:extLst xmlns:a="http://schemas.openxmlformats.org/drawingml/2006/main">
              <a:ext uri="{FF2B5EF4-FFF2-40B4-BE49-F238E27FC236}">
                <a16:creationId xmlns:a16="http://schemas.microsoft.com/office/drawing/2014/main" id="{42886541-165E-4A18-8FA1-2D69B9D7ABF1}"/>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13" name="figure-62">
            <a:extLst xmlns:a="http://schemas.openxmlformats.org/drawingml/2006/main">
              <a:ext uri="{FF2B5EF4-FFF2-40B4-BE49-F238E27FC236}">
                <a16:creationId xmlns:a16="http://schemas.microsoft.com/office/drawing/2014/main" id="{7A8C98C3-6DDF-4E1E-AE04-15EE4601CDA2}"/>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4" name="figure-63">
            <a:extLst xmlns:a="http://schemas.openxmlformats.org/drawingml/2006/main">
              <a:ext uri="{FF2B5EF4-FFF2-40B4-BE49-F238E27FC236}">
                <a16:creationId xmlns:a16="http://schemas.microsoft.com/office/drawing/2014/main" id="{6628EADE-549B-46B5-BB12-9615A97ED713}"/>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64">
            <a:extLst xmlns:a="http://schemas.openxmlformats.org/drawingml/2006/main">
              <a:ext uri="{FF2B5EF4-FFF2-40B4-BE49-F238E27FC236}">
                <a16:creationId xmlns:a16="http://schemas.microsoft.com/office/drawing/2014/main" id="{695A754E-DD4C-4515-9369-BB646B8E7393}"/>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65">
            <a:extLst xmlns:a="http://schemas.openxmlformats.org/drawingml/2006/main">
              <a:ext uri="{FF2B5EF4-FFF2-40B4-BE49-F238E27FC236}">
                <a16:creationId xmlns:a16="http://schemas.microsoft.com/office/drawing/2014/main" id="{0D0FEB89-CD0D-4647-A0A8-00D4053C964E}"/>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집</a:t>
            </a:r>
          </a:p>
        </p:txBody>
      </p:sp>
      <p:sp>
        <p:nvSpPr>
          <p:cNvPr id="17" name="figure-66">
            <a:extLst xmlns:a="http://schemas.openxmlformats.org/drawingml/2006/main">
              <a:ext uri="{FF2B5EF4-FFF2-40B4-BE49-F238E27FC236}">
                <a16:creationId xmlns:a16="http://schemas.microsoft.com/office/drawing/2014/main" id="{3AC2ECEC-04C9-43DE-90F6-4E9D356ED1BF}"/>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18" name="figure-67">
            <a:extLst xmlns:a="http://schemas.openxmlformats.org/drawingml/2006/main">
              <a:ext uri="{FF2B5EF4-FFF2-40B4-BE49-F238E27FC236}">
                <a16:creationId xmlns:a16="http://schemas.microsoft.com/office/drawing/2014/main" id="{C85E6026-177F-49F7-8E5C-612EE4876A14}"/>
              </a:ext>
            </a:extLst>
          </p:cNvPr>
          <p:cNvSpPr>
            <a:spLocks xmlns:a="http://schemas.openxmlformats.org/drawingml/2006/main" noGrp="1"/>
          </p:cNvSpPr>
          <p:nvPr/>
        </p:nvSpPr>
        <p:spPr>
          <a:xfrm xmlns:a="http://schemas.openxmlformats.org/drawingml/2006/main">
            <a:off x="15906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지금</a:t>
            </a:r>
          </a:p>
        </p:txBody>
      </p:sp>
      <p:sp>
        <p:nvSpPr>
          <p:cNvPr id="19" name="figure-68">
            <a:extLst xmlns:a="http://schemas.openxmlformats.org/drawingml/2006/main">
              <a:ext uri="{FF2B5EF4-FFF2-40B4-BE49-F238E27FC236}">
                <a16:creationId xmlns:a16="http://schemas.microsoft.com/office/drawing/2014/main" id="{6C752D78-6812-4D53-89FE-F99DFDDF0EC9}"/>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0" name="figure-69">
            <a:extLst xmlns:a="http://schemas.openxmlformats.org/drawingml/2006/main">
              <a:ext uri="{FF2B5EF4-FFF2-40B4-BE49-F238E27FC236}">
                <a16:creationId xmlns:a16="http://schemas.microsoft.com/office/drawing/2014/main" id="{38F3E757-60B4-4621-A1C1-A15214910E2B}"/>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1" name="figure-70">
            <a:extLst xmlns:a="http://schemas.openxmlformats.org/drawingml/2006/main">
              <a:ext uri="{FF2B5EF4-FFF2-40B4-BE49-F238E27FC236}">
                <a16:creationId xmlns:a16="http://schemas.microsoft.com/office/drawing/2014/main" id="{8D0C5BFD-6B36-4021-9CA6-AC96AC21722A}"/>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2" name="figure-71">
            <a:extLst xmlns:a="http://schemas.openxmlformats.org/drawingml/2006/main">
              <a:ext uri="{FF2B5EF4-FFF2-40B4-BE49-F238E27FC236}">
                <a16:creationId xmlns:a16="http://schemas.microsoft.com/office/drawing/2014/main" id="{938D3320-A149-4BF0-9F24-A9C621FFA79E}"/>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3" name="figure-72">
            <a:extLst xmlns:a="http://schemas.openxmlformats.org/drawingml/2006/main">
              <a:ext uri="{FF2B5EF4-FFF2-40B4-BE49-F238E27FC236}">
                <a16:creationId xmlns:a16="http://schemas.microsoft.com/office/drawing/2014/main" id="{3D7DE214-6E3B-4282-8290-DABFF1627BAB}"/>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학교</a:t>
            </a:r>
          </a:p>
        </p:txBody>
      </p:sp>
      <p:sp>
        <p:nvSpPr>
          <p:cNvPr id="24" name="figure-73">
            <a:extLst xmlns:a="http://schemas.openxmlformats.org/drawingml/2006/main">
              <a:ext uri="{FF2B5EF4-FFF2-40B4-BE49-F238E27FC236}">
                <a16:creationId xmlns:a16="http://schemas.microsoft.com/office/drawing/2014/main" id="{512AD183-3A04-4AE7-8E5F-D5D0494C6B66}"/>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74">
            <a:extLst xmlns:a="http://schemas.openxmlformats.org/drawingml/2006/main">
              <a:ext uri="{FF2B5EF4-FFF2-40B4-BE49-F238E27FC236}">
                <a16:creationId xmlns:a16="http://schemas.microsoft.com/office/drawing/2014/main" id="{32B7DCC3-8484-4539-907D-9FB84EB39884}"/>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75">
            <a:extLst xmlns:a="http://schemas.openxmlformats.org/drawingml/2006/main">
              <a:ext uri="{FF2B5EF4-FFF2-40B4-BE49-F238E27FC236}">
                <a16:creationId xmlns:a16="http://schemas.microsoft.com/office/drawing/2014/main" id="{932B20D7-2FF7-44FB-95C7-F4A17C8960CA}"/>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7" name="figure-76">
            <a:extLst xmlns:a="http://schemas.openxmlformats.org/drawingml/2006/main">
              <a:ext uri="{FF2B5EF4-FFF2-40B4-BE49-F238E27FC236}">
                <a16:creationId xmlns:a16="http://schemas.microsoft.com/office/drawing/2014/main" id="{90CE3748-A958-441F-94A7-BEAAD15542E7}"/>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8" name="figure-77">
            <a:extLst xmlns:a="http://schemas.openxmlformats.org/drawingml/2006/main">
              <a:ext uri="{FF2B5EF4-FFF2-40B4-BE49-F238E27FC236}">
                <a16:creationId xmlns:a16="http://schemas.microsoft.com/office/drawing/2014/main" id="{DFB8F40A-0222-44A9-B26B-EA5C637CE806}"/>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9" name="figure-78">
            <a:extLst xmlns:a="http://schemas.openxmlformats.org/drawingml/2006/main">
              <a:ext uri="{FF2B5EF4-FFF2-40B4-BE49-F238E27FC236}">
                <a16:creationId xmlns:a16="http://schemas.microsoft.com/office/drawing/2014/main" id="{BC8834BA-1238-4A37-8F90-AECCB2D44048}"/>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79">
            <a:extLst xmlns:a="http://schemas.openxmlformats.org/drawingml/2006/main">
              <a:ext uri="{FF2B5EF4-FFF2-40B4-BE49-F238E27FC236}">
                <a16:creationId xmlns:a16="http://schemas.microsoft.com/office/drawing/2014/main" id="{C7502E3A-5427-4C0C-9D0A-920DB67A667F}"/>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80">
            <a:extLst xmlns:a="http://schemas.openxmlformats.org/drawingml/2006/main">
              <a:ext uri="{FF2B5EF4-FFF2-40B4-BE49-F238E27FC236}">
                <a16:creationId xmlns:a16="http://schemas.microsoft.com/office/drawing/2014/main" id="{0C293A62-6EC5-4F9C-878C-A6918191A9C3}"/>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81">
            <a:extLst xmlns:a="http://schemas.openxmlformats.org/drawingml/2006/main">
              <a:ext uri="{FF2B5EF4-FFF2-40B4-BE49-F238E27FC236}">
                <a16:creationId xmlns:a16="http://schemas.microsoft.com/office/drawing/2014/main" id="{BA85E090-AB73-45C4-BD39-097A1813E5B4}"/>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82">
            <a:extLst xmlns:a="http://schemas.openxmlformats.org/drawingml/2006/main">
              <a:ext uri="{FF2B5EF4-FFF2-40B4-BE49-F238E27FC236}">
                <a16:creationId xmlns:a16="http://schemas.microsoft.com/office/drawing/2014/main" id="{AA9989BD-C2FE-4915-B646-1871DB0B76A6}"/>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4" name="figure-83">
            <a:extLst xmlns:a="http://schemas.openxmlformats.org/drawingml/2006/main">
              <a:ext uri="{FF2B5EF4-FFF2-40B4-BE49-F238E27FC236}">
                <a16:creationId xmlns:a16="http://schemas.microsoft.com/office/drawing/2014/main" id="{4409223E-F3E8-4BEB-B909-D3064162E8F5}"/>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84">
            <a:extLst xmlns:a="http://schemas.openxmlformats.org/drawingml/2006/main">
              <a:ext uri="{FF2B5EF4-FFF2-40B4-BE49-F238E27FC236}">
                <a16:creationId xmlns:a16="http://schemas.microsoft.com/office/drawing/2014/main" id="{8806BFCC-D62E-44E3-A033-7FFFBF1FB999}"/>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오른쪽으로 한 칸 왔다</a:t>
            </a:r>
          </a:p>
        </p:txBody>
      </p:sp>
      <p:sp>
        <p:nvSpPr>
          <p:cNvPr id="36" name="figure-85">
            <a:extLst xmlns:a="http://schemas.openxmlformats.org/drawingml/2006/main">
              <a:ext uri="{FF2B5EF4-FFF2-40B4-BE49-F238E27FC236}">
                <a16:creationId xmlns:a16="http://schemas.microsoft.com/office/drawing/2014/main" id="{3D2407EA-74C0-4326-9669-DDC6EC29E329}"/>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그다음 칸은 벽이다</a:t>
            </a:r>
          </a:p>
        </p:txBody>
      </p:sp>
      <p:sp>
        <p:nvSpPr>
          <p:cNvPr id="37" name="figure-86">
            <a:extLst xmlns:a="http://schemas.openxmlformats.org/drawingml/2006/main">
              <a:ext uri="{FF2B5EF4-FFF2-40B4-BE49-F238E27FC236}">
                <a16:creationId xmlns:a16="http://schemas.microsoft.com/office/drawing/2014/main" id="{B09A9BE1-D925-448C-893B-A2880BC226EF}"/>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다른 길도 살펴봐야 한다</a:t>
            </a:r>
          </a:p>
        </p:txBody>
      </p:sp>
      <p:sp>
        <p:nvSpPr>
          <p:cNvPr id="38" name="figure-87">
            <a:extLst xmlns:a="http://schemas.openxmlformats.org/drawingml/2006/main">
              <a:ext uri="{FF2B5EF4-FFF2-40B4-BE49-F238E27FC236}">
                <a16:creationId xmlns:a16="http://schemas.microsoft.com/office/drawing/2014/main" id="{19165A4D-6F2E-488E-BD36-EF1F17F6CBF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가까워 보이는 길이 항상 끝까지 이어지는 것은 아니다</a:t>
            </a:r>
          </a:p>
        </p:txBody>
      </p:sp>
    </p:spTree>
    <p:extLst>
      <p:ext uri="{BB962C8B-B14F-4D97-AF65-F5344CB8AC3E}">
        <p14:creationId xmlns:p14="http://schemas.microsoft.com/office/powerpoint/2010/main" val="13405611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88">
            <a:extLst xmlns:a="http://schemas.openxmlformats.org/drawingml/2006/main">
              <a:ext uri="{FF2B5EF4-FFF2-40B4-BE49-F238E27FC236}">
                <a16:creationId xmlns:a16="http://schemas.microsoft.com/office/drawing/2014/main" id="{B0F4AF06-78DA-40F1-A3EC-6B0F6B57953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걸어온 길과 남은 길을 함께 생각한다</a:t>
            </a:r>
          </a:p>
        </p:txBody>
      </p:sp>
      <p:sp>
        <p:nvSpPr>
          <p:cNvPr id="2" name="figure-89">
            <a:extLst xmlns:a="http://schemas.openxmlformats.org/drawingml/2006/main">
              <a:ext uri="{FF2B5EF4-FFF2-40B4-BE49-F238E27FC236}">
                <a16:creationId xmlns:a16="http://schemas.microsoft.com/office/drawing/2014/main" id="{47BA825F-473E-4540-B241-77A420C7B510}"/>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학교로 가는 두 후보를 비교하는 연습</a:t>
            </a:r>
          </a:p>
        </p:txBody>
      </p:sp>
      <p:sp>
        <p:nvSpPr>
          <p:cNvPr id="3" name="figure-90">
            <a:extLst xmlns:a="http://schemas.openxmlformats.org/drawingml/2006/main">
              <a:ext uri="{FF2B5EF4-FFF2-40B4-BE49-F238E27FC236}">
                <a16:creationId xmlns:a16="http://schemas.microsoft.com/office/drawing/2014/main" id="{2D8C2196-3DD9-4BE1-A94F-C77A20204CC1}"/>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04</a:t>
            </a:r>
          </a:p>
        </p:txBody>
      </p:sp>
      <p:graphicFrame>
        <p:nvGraphicFramePr>
          <p:cNvPr id="9" name=""/>
          <p:cNvGraphicFramePr/>
          <p:nvPr/>
        </p:nvGraphicFramePr>
        <p:xfrm>
          <a:off xmlns:a="http://schemas.openxmlformats.org/drawingml/2006/main" x="609600" y="2238375"/>
          <a:ext xmlns:a="http://schemas.openxmlformats.org/drawingml/2006/main" cx="10972800" cy="2381250"/>
        </p:xfrm>
        <a:graphic xmlns:a="http://schemas.openxmlformats.org/drawingml/2006/main">
          <a:graphicData uri="http://schemas.openxmlformats.org/drawingml/2006/table">
            <a:tbl>
              <a:tblPr/>
              <a:tblGrid>
                <a:gridCol w="2038350"/>
                <a:gridCol w="2590800"/>
                <a:gridCol w="3752850"/>
                <a:gridCol w="2590800"/>
              </a:tblGrid>
              <a:tr h="793750">
                <a:tc>
                  <a:txBody>
                    <a:bodyPr lIns="152400" tIns="85725" rIns="114300" bIns="85725">
                      <a:noAutofit/>
                    </a:bodyPr>
                    <a:lstStyle/>
                    <a:p>
                      <a:r>
                        <a:rPr sz="2025" b="1">
                          <a:solidFill>
                            <a:srgbClr val="FFFFFF"/>
                          </a:solidFill>
                          <a:latin typeface="Malgun Gothic"/>
                          <a:ea typeface="Malgun Gothic"/>
                          <a:cs typeface="Malgun Gothic"/>
                        </a:rPr>
                        <a:t>후보</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걸어온 길</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남을 것 같은 길</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둘을 더한 값</a:t>
                      </a:r>
                    </a:p>
                  </a:txBody>
                  <a:tcPr marL="91440" marR="91440" marT="45720" marB="45720" anchor="ctr">
                    <a:solidFill>
                      <a:srgbClr val="151515"/>
                    </a:solidFill>
                  </a:tcPr>
                </a:tc>
              </a:tr>
              <a:tr h="793750">
                <a:tc>
                  <a:txBody>
                    <a:bodyPr lIns="152400" tIns="85725" rIns="114300" bIns="85725">
                      <a:noAutofit/>
                    </a:bodyPr>
                    <a:lstStyle/>
                    <a:p>
                      <a:r>
                        <a:rPr sz="2025" b="0">
                          <a:solidFill>
                            <a:srgbClr val="151515"/>
                          </a:solidFill>
                          <a:latin typeface="Malgun Gothic"/>
                          <a:ea typeface="Malgun Gothic"/>
                          <a:cs typeface="Malgun Gothic"/>
                        </a:rPr>
                        <a:t>A 쪽</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2칸</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6칸</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8</a:t>
                      </a:r>
                    </a:p>
                  </a:txBody>
                  <a:tcPr marL="91440" marR="91440" marT="45720" marB="45720" anchor="ctr">
                    <a:solidFill>
                      <a:srgbClr val="FFFFFF"/>
                    </a:solidFill>
                  </a:tcPr>
                </a:tc>
              </a:tr>
              <a:tr h="793750">
                <a:tc>
                  <a:txBody>
                    <a:bodyPr lIns="152400" tIns="85725" rIns="114300" bIns="85725">
                      <a:noAutofit/>
                    </a:bodyPr>
                    <a:lstStyle/>
                    <a:p>
                      <a:r>
                        <a:rPr sz="2025" b="0">
                          <a:solidFill>
                            <a:srgbClr val="151515"/>
                          </a:solidFill>
                          <a:latin typeface="Malgun Gothic"/>
                          <a:ea typeface="Malgun Gothic"/>
                          <a:cs typeface="Malgun Gothic"/>
                        </a:rPr>
                        <a:t>B 쪽</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5칸</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1칸</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6F6F6"/>
                    </a:solidFill>
                  </a:tcPr>
                </a:tc>
              </a:tr>
            </a:tbl>
          </a:graphicData>
        </a:graphic>
      </p:graphicFrame>
      <p:sp>
        <p:nvSpPr>
          <p:cNvPr id="5" name="figure-91">
            <a:extLst xmlns:a="http://schemas.openxmlformats.org/drawingml/2006/main">
              <a:ext uri="{FF2B5EF4-FFF2-40B4-BE49-F238E27FC236}">
                <a16:creationId xmlns:a16="http://schemas.microsoft.com/office/drawing/2014/main" id="{3913D3A0-2CC1-4394-B50C-65647EC2AA55}"/>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남은 길만 보면 B 쪽이 좋아 보인다. 두 값을 더해도 B가 작다</a:t>
            </a:r>
          </a:p>
        </p:txBody>
      </p:sp>
    </p:spTree>
    <p:extLst>
      <p:ext uri="{BB962C8B-B14F-4D97-AF65-F5344CB8AC3E}">
        <p14:creationId xmlns:p14="http://schemas.microsoft.com/office/powerpoint/2010/main" val="16090389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92">
            <a:extLst xmlns:a="http://schemas.openxmlformats.org/drawingml/2006/main">
              <a:ext uri="{FF2B5EF4-FFF2-40B4-BE49-F238E27FC236}">
                <a16:creationId xmlns:a16="http://schemas.microsoft.com/office/drawing/2014/main" id="{8451604D-08EA-4D1B-A46A-3A2671BC3FE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지도에서 길을 찾은 뒤에 걷는다</a:t>
            </a:r>
          </a:p>
        </p:txBody>
      </p:sp>
      <p:sp>
        <p:nvSpPr>
          <p:cNvPr id="2" name="figure-93">
            <a:extLst xmlns:a="http://schemas.openxmlformats.org/drawingml/2006/main">
              <a:ext uri="{FF2B5EF4-FFF2-40B4-BE49-F238E27FC236}">
                <a16:creationId xmlns:a16="http://schemas.microsoft.com/office/drawing/2014/main" id="{9D3988BB-5494-460C-B660-7946834AD5A0}"/>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길을 찾는 중과 실제로 움직이는 중은 다른 시간이다</a:t>
            </a:r>
          </a:p>
        </p:txBody>
      </p:sp>
      <p:sp>
        <p:nvSpPr>
          <p:cNvPr id="3" name="figure-94">
            <a:extLst xmlns:a="http://schemas.openxmlformats.org/drawingml/2006/main">
              <a:ext uri="{FF2B5EF4-FFF2-40B4-BE49-F238E27FC236}">
                <a16:creationId xmlns:a16="http://schemas.microsoft.com/office/drawing/2014/main" id="{C3F9056E-FA38-4705-ABE3-73B2A058151B}"/>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05</a:t>
            </a:r>
          </a:p>
        </p:txBody>
      </p:sp>
      <p:sp>
        <p:nvSpPr>
          <p:cNvPr id="4" name="figure-95">
            <a:extLst xmlns:a="http://schemas.openxmlformats.org/drawingml/2006/main">
              <a:ext uri="{FF2B5EF4-FFF2-40B4-BE49-F238E27FC236}">
                <a16:creationId xmlns:a16="http://schemas.microsoft.com/office/drawing/2014/main" id="{4E6105F7-68DE-46BA-9A46-8A8C36ADBB0B}"/>
              </a:ext>
            </a:extLst>
          </p:cNvPr>
          <p:cNvSpPr>
            <a:spLocks xmlns:a="http://schemas.openxmlformats.org/drawingml/2006/main" noGrp="1"/>
          </p:cNvSpPr>
          <p:nvPr/>
        </p:nvSpPr>
        <p:spPr>
          <a:xfrm xmlns:a="http://schemas.openxmlformats.org/drawingml/2006/main">
            <a:off x="6096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96">
            <a:extLst xmlns:a="http://schemas.openxmlformats.org/drawingml/2006/main">
              <a:ext uri="{FF2B5EF4-FFF2-40B4-BE49-F238E27FC236}">
                <a16:creationId xmlns:a16="http://schemas.microsoft.com/office/drawing/2014/main" id="{0D582E7B-D7A9-41EF-A701-5609F627E632}"/>
              </a:ext>
            </a:extLst>
          </p:cNvPr>
          <p:cNvSpPr>
            <a:spLocks xmlns:a="http://schemas.openxmlformats.org/drawingml/2006/main" noGrp="1"/>
          </p:cNvSpPr>
          <p:nvPr/>
        </p:nvSpPr>
        <p:spPr>
          <a:xfrm xmlns:a="http://schemas.openxmlformats.org/drawingml/2006/main">
            <a:off x="6858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지도에서 후보 비교</a:t>
            </a:r>
          </a:p>
        </p:txBody>
      </p:sp>
      <p:sp>
        <p:nvSpPr>
          <p:cNvPr id="6" name="figure-97">
            <a:extLst xmlns:a="http://schemas.openxmlformats.org/drawingml/2006/main">
              <a:ext uri="{FF2B5EF4-FFF2-40B4-BE49-F238E27FC236}">
                <a16:creationId xmlns:a16="http://schemas.microsoft.com/office/drawing/2014/main" id="{C5B05A2E-F382-4860-BC96-8C6DC312BA08}"/>
              </a:ext>
            </a:extLst>
          </p:cNvPr>
          <p:cNvSpPr>
            <a:spLocks xmlns:a="http://schemas.openxmlformats.org/drawingml/2006/main" noGrp="1"/>
          </p:cNvSpPr>
          <p:nvPr/>
        </p:nvSpPr>
        <p:spPr>
          <a:xfrm xmlns:a="http://schemas.openxmlformats.org/drawingml/2006/main">
            <a:off x="401637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98">
            <a:extLst xmlns:a="http://schemas.openxmlformats.org/drawingml/2006/main">
              <a:ext uri="{FF2B5EF4-FFF2-40B4-BE49-F238E27FC236}">
                <a16:creationId xmlns:a16="http://schemas.microsoft.com/office/drawing/2014/main" id="{C4B87623-E2BF-4349-BD29-A3E1443FCB31}"/>
              </a:ext>
            </a:extLst>
          </p:cNvPr>
          <p:cNvSpPr>
            <a:spLocks xmlns:a="http://schemas.openxmlformats.org/drawingml/2006/main" noGrp="1"/>
          </p:cNvSpPr>
          <p:nvPr/>
        </p:nvSpPr>
        <p:spPr>
          <a:xfrm xmlns:a="http://schemas.openxmlformats.org/drawingml/2006/main">
            <a:off x="446405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99">
            <a:extLst xmlns:a="http://schemas.openxmlformats.org/drawingml/2006/main">
              <a:ext uri="{FF2B5EF4-FFF2-40B4-BE49-F238E27FC236}">
                <a16:creationId xmlns:a16="http://schemas.microsoft.com/office/drawing/2014/main" id="{1F930493-3F32-4203-8803-4C0338124840}"/>
              </a:ext>
            </a:extLst>
          </p:cNvPr>
          <p:cNvSpPr>
            <a:spLocks xmlns:a="http://schemas.openxmlformats.org/drawingml/2006/main" noGrp="1"/>
          </p:cNvSpPr>
          <p:nvPr/>
        </p:nvSpPr>
        <p:spPr>
          <a:xfrm xmlns:a="http://schemas.openxmlformats.org/drawingml/2006/main">
            <a:off x="454025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갈 길 완성</a:t>
            </a:r>
          </a:p>
        </p:txBody>
      </p:sp>
      <p:sp>
        <p:nvSpPr>
          <p:cNvPr id="9" name="figure-100">
            <a:extLst xmlns:a="http://schemas.openxmlformats.org/drawingml/2006/main">
              <a:ext uri="{FF2B5EF4-FFF2-40B4-BE49-F238E27FC236}">
                <a16:creationId xmlns:a16="http://schemas.microsoft.com/office/drawing/2014/main" id="{B5A92B6D-381F-4377-8795-2E4798971E48}"/>
              </a:ext>
            </a:extLst>
          </p:cNvPr>
          <p:cNvSpPr>
            <a:spLocks xmlns:a="http://schemas.openxmlformats.org/drawingml/2006/main" noGrp="1"/>
          </p:cNvSpPr>
          <p:nvPr/>
        </p:nvSpPr>
        <p:spPr>
          <a:xfrm xmlns:a="http://schemas.openxmlformats.org/drawingml/2006/main">
            <a:off x="787082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01">
            <a:extLst xmlns:a="http://schemas.openxmlformats.org/drawingml/2006/main">
              <a:ext uri="{FF2B5EF4-FFF2-40B4-BE49-F238E27FC236}">
                <a16:creationId xmlns:a16="http://schemas.microsoft.com/office/drawing/2014/main" id="{4B018770-A064-4097-8838-545A9937AA78}"/>
              </a:ext>
            </a:extLst>
          </p:cNvPr>
          <p:cNvSpPr>
            <a:spLocks xmlns:a="http://schemas.openxmlformats.org/drawingml/2006/main" noGrp="1"/>
          </p:cNvSpPr>
          <p:nvPr/>
        </p:nvSpPr>
        <p:spPr>
          <a:xfrm xmlns:a="http://schemas.openxmlformats.org/drawingml/2006/main">
            <a:off x="83185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102">
            <a:extLst xmlns:a="http://schemas.openxmlformats.org/drawingml/2006/main">
              <a:ext uri="{FF2B5EF4-FFF2-40B4-BE49-F238E27FC236}">
                <a16:creationId xmlns:a16="http://schemas.microsoft.com/office/drawing/2014/main" id="{45E6C470-DCC4-49D1-A130-5C44E93B17B0}"/>
              </a:ext>
            </a:extLst>
          </p:cNvPr>
          <p:cNvSpPr>
            <a:spLocks xmlns:a="http://schemas.openxmlformats.org/drawingml/2006/main" noGrp="1"/>
          </p:cNvSpPr>
          <p:nvPr/>
        </p:nvSpPr>
        <p:spPr>
          <a:xfrm xmlns:a="http://schemas.openxmlformats.org/drawingml/2006/main">
            <a:off x="83947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그 길을 따라 이동</a:t>
            </a:r>
          </a:p>
        </p:txBody>
      </p:sp>
      <p:sp>
        <p:nvSpPr>
          <p:cNvPr id="12" name="figure-103">
            <a:extLst xmlns:a="http://schemas.openxmlformats.org/drawingml/2006/main">
              <a:ext uri="{FF2B5EF4-FFF2-40B4-BE49-F238E27FC236}">
                <a16:creationId xmlns:a16="http://schemas.microsoft.com/office/drawing/2014/main" id="{FD500610-A70A-4D36-ADA3-16C5B9A9B5CB}"/>
              </a:ext>
            </a:extLst>
          </p:cNvPr>
          <p:cNvSpPr>
            <a:spLocks xmlns:a="http://schemas.openxmlformats.org/drawingml/2006/main" noGrp="1"/>
          </p:cNvSpPr>
          <p:nvPr/>
        </p:nvSpPr>
        <p:spPr>
          <a:xfrm xmlns:a="http://schemas.openxmlformats.org/drawingml/2006/main">
            <a:off x="609600" y="4171950"/>
            <a:ext cx="32670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여러 갈림길을 살펴본다</a:t>
            </a:r>
          </a:p>
        </p:txBody>
      </p:sp>
      <p:sp>
        <p:nvSpPr>
          <p:cNvPr id="13" name="figure-104">
            <a:extLst xmlns:a="http://schemas.openxmlformats.org/drawingml/2006/main">
              <a:ext uri="{FF2B5EF4-FFF2-40B4-BE49-F238E27FC236}">
                <a16:creationId xmlns:a16="http://schemas.microsoft.com/office/drawing/2014/main" id="{C66BD3C1-0AC5-4C45-A70E-B1F438FDD0B0}"/>
              </a:ext>
            </a:extLst>
          </p:cNvPr>
          <p:cNvSpPr>
            <a:spLocks xmlns:a="http://schemas.openxmlformats.org/drawingml/2006/main" noGrp="1"/>
          </p:cNvSpPr>
          <p:nvPr/>
        </p:nvSpPr>
        <p:spPr>
          <a:xfrm xmlns:a="http://schemas.openxmlformats.org/drawingml/2006/main">
            <a:off x="4476750" y="4171950"/>
            <a:ext cx="32670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길 목록을 만든다</a:t>
            </a:r>
          </a:p>
        </p:txBody>
      </p:sp>
      <p:sp>
        <p:nvSpPr>
          <p:cNvPr id="14" name="figure-105">
            <a:extLst xmlns:a="http://schemas.openxmlformats.org/drawingml/2006/main">
              <a:ext uri="{FF2B5EF4-FFF2-40B4-BE49-F238E27FC236}">
                <a16:creationId xmlns:a16="http://schemas.microsoft.com/office/drawing/2014/main" id="{51D415B4-75D9-44D0-B17B-0CAA82D49144}"/>
              </a:ext>
            </a:extLst>
          </p:cNvPr>
          <p:cNvSpPr>
            <a:spLocks xmlns:a="http://schemas.openxmlformats.org/drawingml/2006/main" noGrp="1"/>
          </p:cNvSpPr>
          <p:nvPr/>
        </p:nvSpPr>
        <p:spPr>
          <a:xfrm xmlns:a="http://schemas.openxmlformats.org/drawingml/2006/main">
            <a:off x="8343900" y="4171950"/>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캐릭터가 움직인다</a:t>
            </a:r>
          </a:p>
        </p:txBody>
      </p:sp>
      <p:sp>
        <p:nvSpPr>
          <p:cNvPr id="15" name="figure-106">
            <a:extLst xmlns:a="http://schemas.openxmlformats.org/drawingml/2006/main">
              <a:ext uri="{FF2B5EF4-FFF2-40B4-BE49-F238E27FC236}">
                <a16:creationId xmlns:a16="http://schemas.microsoft.com/office/drawing/2014/main" id="{A001AC40-4E6B-4683-962B-D7D3DB337C88}"/>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길찾기는 캐릭터를 이리저리 걷게 하는 과정이 아니다</a:t>
            </a:r>
          </a:p>
        </p:txBody>
      </p:sp>
    </p:spTree>
    <p:extLst>
      <p:ext uri="{BB962C8B-B14F-4D97-AF65-F5344CB8AC3E}">
        <p14:creationId xmlns:p14="http://schemas.microsoft.com/office/powerpoint/2010/main" val="9075523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107">
            <a:extLst xmlns:a="http://schemas.openxmlformats.org/drawingml/2006/main">
              <a:ext uri="{FF2B5EF4-FFF2-40B4-BE49-F238E27FC236}">
                <a16:creationId xmlns:a16="http://schemas.microsoft.com/office/drawing/2014/main" id="{EFCC575C-15CD-48C5-9165-3FF03E5F77A7}"/>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2회차의 따라가기에서 길찾기를 부른다</a:t>
            </a:r>
          </a:p>
        </p:txBody>
      </p:sp>
      <p:sp>
        <p:nvSpPr>
          <p:cNvPr id="2" name="figure-108">
            <a:extLst xmlns:a="http://schemas.openxmlformats.org/drawingml/2006/main">
              <a:ext uri="{FF2B5EF4-FFF2-40B4-BE49-F238E27FC236}">
                <a16:creationId xmlns:a16="http://schemas.microsoft.com/office/drawing/2014/main" id="{9334BF9E-0505-483A-9A24-578C24049D4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행동을 고른 뒤 목적지까지 갈 길을 요청한다</a:t>
            </a:r>
          </a:p>
        </p:txBody>
      </p:sp>
      <p:sp>
        <p:nvSpPr>
          <p:cNvPr id="3" name="figure-109">
            <a:extLst xmlns:a="http://schemas.openxmlformats.org/drawingml/2006/main">
              <a:ext uri="{FF2B5EF4-FFF2-40B4-BE49-F238E27FC236}">
                <a16:creationId xmlns:a16="http://schemas.microsoft.com/office/drawing/2014/main" id="{4B496158-9C2C-45DE-A9CD-AA2E396E289A}"/>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06</a:t>
            </a:r>
          </a:p>
        </p:txBody>
      </p:sp>
      <p:sp>
        <p:nvSpPr>
          <p:cNvPr id="4" name="figure-110">
            <a:extLst xmlns:a="http://schemas.openxmlformats.org/drawingml/2006/main">
              <a:ext uri="{FF2B5EF4-FFF2-40B4-BE49-F238E27FC236}">
                <a16:creationId xmlns:a16="http://schemas.microsoft.com/office/drawing/2014/main" id="{951B488B-8EB1-4B12-8EC9-0388B304E569}"/>
              </a:ext>
            </a:extLst>
          </p:cNvPr>
          <p:cNvSpPr>
            <a:spLocks xmlns:a="http://schemas.openxmlformats.org/drawingml/2006/main" noGrp="1"/>
          </p:cNvSpPr>
          <p:nvPr/>
        </p:nvSpPr>
        <p:spPr>
          <a:xfrm xmlns:a="http://schemas.openxmlformats.org/drawingml/2006/main">
            <a:off x="6096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11">
            <a:extLst xmlns:a="http://schemas.openxmlformats.org/drawingml/2006/main">
              <a:ext uri="{FF2B5EF4-FFF2-40B4-BE49-F238E27FC236}">
                <a16:creationId xmlns:a16="http://schemas.microsoft.com/office/drawing/2014/main" id="{3E29A2F0-C0ED-4D83-B440-55422B2249DB}"/>
              </a:ext>
            </a:extLst>
          </p:cNvPr>
          <p:cNvSpPr>
            <a:spLocks xmlns:a="http://schemas.openxmlformats.org/drawingml/2006/main" noGrp="1"/>
          </p:cNvSpPr>
          <p:nvPr/>
        </p:nvSpPr>
        <p:spPr>
          <a:xfrm xmlns:a="http://schemas.openxmlformats.org/drawingml/2006/main">
            <a:off x="6858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행동 나무 · BT</a:t>
            </a:r>
          </a:p>
        </p:txBody>
      </p:sp>
      <p:sp>
        <p:nvSpPr>
          <p:cNvPr id="6" name="figure-112">
            <a:extLst xmlns:a="http://schemas.openxmlformats.org/drawingml/2006/main">
              <a:ext uri="{FF2B5EF4-FFF2-40B4-BE49-F238E27FC236}">
                <a16:creationId xmlns:a16="http://schemas.microsoft.com/office/drawing/2014/main" id="{0CE133A4-4C84-4A3F-9CE9-D6B1CA442B35}"/>
              </a:ext>
            </a:extLst>
          </p:cNvPr>
          <p:cNvSpPr>
            <a:spLocks xmlns:a="http://schemas.openxmlformats.org/drawingml/2006/main" noGrp="1"/>
          </p:cNvSpPr>
          <p:nvPr/>
        </p:nvSpPr>
        <p:spPr>
          <a:xfrm xmlns:a="http://schemas.openxmlformats.org/drawingml/2006/main">
            <a:off x="401637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13">
            <a:extLst xmlns:a="http://schemas.openxmlformats.org/drawingml/2006/main">
              <a:ext uri="{FF2B5EF4-FFF2-40B4-BE49-F238E27FC236}">
                <a16:creationId xmlns:a16="http://schemas.microsoft.com/office/drawing/2014/main" id="{A04AF9D0-1701-4B9F-A8B7-91056748A906}"/>
              </a:ext>
            </a:extLst>
          </p:cNvPr>
          <p:cNvSpPr>
            <a:spLocks xmlns:a="http://schemas.openxmlformats.org/drawingml/2006/main" noGrp="1"/>
          </p:cNvSpPr>
          <p:nvPr/>
        </p:nvSpPr>
        <p:spPr>
          <a:xfrm xmlns:a="http://schemas.openxmlformats.org/drawingml/2006/main">
            <a:off x="446405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114">
            <a:extLst xmlns:a="http://schemas.openxmlformats.org/drawingml/2006/main">
              <a:ext uri="{FF2B5EF4-FFF2-40B4-BE49-F238E27FC236}">
                <a16:creationId xmlns:a16="http://schemas.microsoft.com/office/drawing/2014/main" id="{EBF1FE1B-B7CA-4A13-82EB-582D3300A60E}"/>
              </a:ext>
            </a:extLst>
          </p:cNvPr>
          <p:cNvSpPr>
            <a:spLocks xmlns:a="http://schemas.openxmlformats.org/drawingml/2006/main" noGrp="1"/>
          </p:cNvSpPr>
          <p:nvPr/>
        </p:nvSpPr>
        <p:spPr>
          <a:xfrm xmlns:a="http://schemas.openxmlformats.org/drawingml/2006/main">
            <a:off x="454025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길찾기 · A*</a:t>
            </a:r>
          </a:p>
        </p:txBody>
      </p:sp>
      <p:sp>
        <p:nvSpPr>
          <p:cNvPr id="9" name="figure-115">
            <a:extLst xmlns:a="http://schemas.openxmlformats.org/drawingml/2006/main">
              <a:ext uri="{FF2B5EF4-FFF2-40B4-BE49-F238E27FC236}">
                <a16:creationId xmlns:a16="http://schemas.microsoft.com/office/drawing/2014/main" id="{98333034-89EF-407E-A24E-2917CC5CC77E}"/>
              </a:ext>
            </a:extLst>
          </p:cNvPr>
          <p:cNvSpPr>
            <a:spLocks xmlns:a="http://schemas.openxmlformats.org/drawingml/2006/main" noGrp="1"/>
          </p:cNvSpPr>
          <p:nvPr/>
        </p:nvSpPr>
        <p:spPr>
          <a:xfrm xmlns:a="http://schemas.openxmlformats.org/drawingml/2006/main">
            <a:off x="787082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16">
            <a:extLst xmlns:a="http://schemas.openxmlformats.org/drawingml/2006/main">
              <a:ext uri="{FF2B5EF4-FFF2-40B4-BE49-F238E27FC236}">
                <a16:creationId xmlns:a16="http://schemas.microsoft.com/office/drawing/2014/main" id="{AEF19D60-DF4F-41F1-9B99-BB4553130B43}"/>
              </a:ext>
            </a:extLst>
          </p:cNvPr>
          <p:cNvSpPr>
            <a:spLocks xmlns:a="http://schemas.openxmlformats.org/drawingml/2006/main" noGrp="1"/>
          </p:cNvSpPr>
          <p:nvPr/>
        </p:nvSpPr>
        <p:spPr>
          <a:xfrm xmlns:a="http://schemas.openxmlformats.org/drawingml/2006/main">
            <a:off x="83185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117">
            <a:extLst xmlns:a="http://schemas.openxmlformats.org/drawingml/2006/main">
              <a:ext uri="{FF2B5EF4-FFF2-40B4-BE49-F238E27FC236}">
                <a16:creationId xmlns:a16="http://schemas.microsoft.com/office/drawing/2014/main" id="{C8D9523C-2835-411B-907B-96C22F9A7EB5}"/>
              </a:ext>
            </a:extLst>
          </p:cNvPr>
          <p:cNvSpPr>
            <a:spLocks xmlns:a="http://schemas.openxmlformats.org/drawingml/2006/main" noGrp="1"/>
          </p:cNvSpPr>
          <p:nvPr/>
        </p:nvSpPr>
        <p:spPr>
          <a:xfrm xmlns:a="http://schemas.openxmlformats.org/drawingml/2006/main">
            <a:off x="83947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실제 이동</a:t>
            </a:r>
          </a:p>
        </p:txBody>
      </p:sp>
      <p:sp>
        <p:nvSpPr>
          <p:cNvPr id="12" name="figure-118">
            <a:extLst xmlns:a="http://schemas.openxmlformats.org/drawingml/2006/main">
              <a:ext uri="{FF2B5EF4-FFF2-40B4-BE49-F238E27FC236}">
                <a16:creationId xmlns:a16="http://schemas.microsoft.com/office/drawing/2014/main" id="{97AE7E07-285E-4BDD-8DE0-5F9F78E0CB80}"/>
              </a:ext>
            </a:extLst>
          </p:cNvPr>
          <p:cNvSpPr>
            <a:spLocks xmlns:a="http://schemas.openxmlformats.org/drawingml/2006/main" noGrp="1"/>
          </p:cNvSpPr>
          <p:nvPr/>
        </p:nvSpPr>
        <p:spPr>
          <a:xfrm xmlns:a="http://schemas.openxmlformats.org/drawingml/2006/main">
            <a:off x="609600" y="4171950"/>
            <a:ext cx="3267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“적을 따라가자”</a:t>
            </a:r>
          </a:p>
        </p:txBody>
      </p:sp>
      <p:sp>
        <p:nvSpPr>
          <p:cNvPr id="13" name="figure-119">
            <a:extLst xmlns:a="http://schemas.openxmlformats.org/drawingml/2006/main">
              <a:ext uri="{FF2B5EF4-FFF2-40B4-BE49-F238E27FC236}">
                <a16:creationId xmlns:a16="http://schemas.microsoft.com/office/drawing/2014/main" id="{00BA45FB-9425-4E04-AF8B-6A39104D067B}"/>
              </a:ext>
            </a:extLst>
          </p:cNvPr>
          <p:cNvSpPr>
            <a:spLocks xmlns:a="http://schemas.openxmlformats.org/drawingml/2006/main" noGrp="1"/>
          </p:cNvSpPr>
          <p:nvPr/>
        </p:nvSpPr>
        <p:spPr>
          <a:xfrm xmlns:a="http://schemas.openxmlformats.org/drawingml/2006/main">
            <a:off x="4476750" y="4171950"/>
            <a:ext cx="32670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“이 길로 가면 돼”</a:t>
            </a:r>
          </a:p>
        </p:txBody>
      </p:sp>
      <p:sp>
        <p:nvSpPr>
          <p:cNvPr id="14" name="figure-120">
            <a:extLst xmlns:a="http://schemas.openxmlformats.org/drawingml/2006/main">
              <a:ext uri="{FF2B5EF4-FFF2-40B4-BE49-F238E27FC236}">
                <a16:creationId xmlns:a16="http://schemas.microsoft.com/office/drawing/2014/main" id="{A1BA2F85-F530-4BB4-AC97-DB60AE673146}"/>
              </a:ext>
            </a:extLst>
          </p:cNvPr>
          <p:cNvSpPr>
            <a:spLocks xmlns:a="http://schemas.openxmlformats.org/drawingml/2006/main" noGrp="1"/>
          </p:cNvSpPr>
          <p:nvPr/>
        </p:nvSpPr>
        <p:spPr>
          <a:xfrm xmlns:a="http://schemas.openxmlformats.org/drawingml/2006/main">
            <a:off x="8343900" y="417195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“길을 따라 걷자”</a:t>
            </a:r>
          </a:p>
        </p:txBody>
      </p:sp>
      <p:sp>
        <p:nvSpPr>
          <p:cNvPr id="15" name="figure-121">
            <a:extLst xmlns:a="http://schemas.openxmlformats.org/drawingml/2006/main">
              <a:ext uri="{FF2B5EF4-FFF2-40B4-BE49-F238E27FC236}">
                <a16:creationId xmlns:a16="http://schemas.microsoft.com/office/drawing/2014/main" id="{20C13F90-1183-424D-ADF3-158FC85B29FD}"/>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무엇을 할지 고르는 일과 어느 길로 갈지 찾는 일을 연결한다</a:t>
            </a:r>
          </a:p>
        </p:txBody>
      </p:sp>
    </p:spTree>
    <p:extLst>
      <p:ext uri="{BB962C8B-B14F-4D97-AF65-F5344CB8AC3E}">
        <p14:creationId xmlns:p14="http://schemas.microsoft.com/office/powerpoint/2010/main" val="2591313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figure-122">
            <a:extLst xmlns:a="http://schemas.openxmlformats.org/drawingml/2006/main">
              <a:ext uri="{FF2B5EF4-FFF2-40B4-BE49-F238E27FC236}">
                <a16:creationId xmlns:a16="http://schemas.microsoft.com/office/drawing/2014/main" id="{188CEE06-A751-4AFA-9E74-E1F451A93EF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오늘 지도에서는 네 방향으로만 간다</a:t>
            </a:r>
          </a:p>
        </p:txBody>
      </p:sp>
      <p:sp>
        <p:nvSpPr>
          <p:cNvPr id="2" name="figure-123">
            <a:extLst xmlns:a="http://schemas.openxmlformats.org/drawingml/2006/main">
              <a:ext uri="{FF2B5EF4-FFF2-40B4-BE49-F238E27FC236}">
                <a16:creationId xmlns:a16="http://schemas.microsoft.com/office/drawing/2014/main" id="{EFCCC16A-8AD7-405F-AA06-6DD4E8B7DC1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5×5 지도에서 같은 규칙으로 끝까지 살펴본다</a:t>
            </a:r>
          </a:p>
        </p:txBody>
      </p:sp>
      <p:sp>
        <p:nvSpPr>
          <p:cNvPr id="3" name="figure-124">
            <a:extLst xmlns:a="http://schemas.openxmlformats.org/drawingml/2006/main">
              <a:ext uri="{FF2B5EF4-FFF2-40B4-BE49-F238E27FC236}">
                <a16:creationId xmlns:a16="http://schemas.microsoft.com/office/drawing/2014/main" id="{4D2CF96D-54B7-40BB-A301-D38965831FB1}"/>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07</a:t>
            </a:r>
          </a:p>
        </p:txBody>
      </p:sp>
      <p:sp>
        <p:nvSpPr>
          <p:cNvPr id="4" name="figure-125">
            <a:extLst xmlns:a="http://schemas.openxmlformats.org/drawingml/2006/main">
              <a:ext uri="{FF2B5EF4-FFF2-40B4-BE49-F238E27FC236}">
                <a16:creationId xmlns:a16="http://schemas.microsoft.com/office/drawing/2014/main" id="{CD5C35BC-225E-4F7E-92F5-631288F159E3}"/>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126">
            <a:extLst xmlns:a="http://schemas.openxmlformats.org/drawingml/2006/main">
              <a:ext uri="{FF2B5EF4-FFF2-40B4-BE49-F238E27FC236}">
                <a16:creationId xmlns:a16="http://schemas.microsoft.com/office/drawing/2014/main" id="{F8034C40-37FA-40FD-8C86-BC660638BA4F}"/>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127">
            <a:extLst xmlns:a="http://schemas.openxmlformats.org/drawingml/2006/main">
              <a:ext uri="{FF2B5EF4-FFF2-40B4-BE49-F238E27FC236}">
                <a16:creationId xmlns:a16="http://schemas.microsoft.com/office/drawing/2014/main" id="{002810D9-71D9-4BFC-A0CC-50AD26427F42}"/>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128">
            <a:extLst xmlns:a="http://schemas.openxmlformats.org/drawingml/2006/main">
              <a:ext uri="{FF2B5EF4-FFF2-40B4-BE49-F238E27FC236}">
                <a16:creationId xmlns:a16="http://schemas.microsoft.com/office/drawing/2014/main" id="{9AA6B539-152B-4D00-8BF0-A26BB0B0DB9A}"/>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129">
            <a:extLst xmlns:a="http://schemas.openxmlformats.org/drawingml/2006/main">
              <a:ext uri="{FF2B5EF4-FFF2-40B4-BE49-F238E27FC236}">
                <a16:creationId xmlns:a16="http://schemas.microsoft.com/office/drawing/2014/main" id="{DE71E3FA-63EB-4A9C-9D7E-6BFCB76E6037}"/>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130">
            <a:extLst xmlns:a="http://schemas.openxmlformats.org/drawingml/2006/main">
              <a:ext uri="{FF2B5EF4-FFF2-40B4-BE49-F238E27FC236}">
                <a16:creationId xmlns:a16="http://schemas.microsoft.com/office/drawing/2014/main" id="{1A2B8335-876C-4C43-9E7D-1EA9C610D467}"/>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131">
            <a:extLst xmlns:a="http://schemas.openxmlformats.org/drawingml/2006/main">
              <a:ext uri="{FF2B5EF4-FFF2-40B4-BE49-F238E27FC236}">
                <a16:creationId xmlns:a16="http://schemas.microsoft.com/office/drawing/2014/main" id="{9303DAFB-49F3-40E8-95BC-1276170843D1}"/>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132">
            <a:extLst xmlns:a="http://schemas.openxmlformats.org/drawingml/2006/main">
              <a:ext uri="{FF2B5EF4-FFF2-40B4-BE49-F238E27FC236}">
                <a16:creationId xmlns:a16="http://schemas.microsoft.com/office/drawing/2014/main" id="{B4CC8866-A267-49C1-84DC-E56B33945EE0}"/>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133">
            <a:extLst xmlns:a="http://schemas.openxmlformats.org/drawingml/2006/main">
              <a:ext uri="{FF2B5EF4-FFF2-40B4-BE49-F238E27FC236}">
                <a16:creationId xmlns:a16="http://schemas.microsoft.com/office/drawing/2014/main" id="{6F51B2F3-3B41-474A-9C94-9234345D7791}"/>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134">
            <a:extLst xmlns:a="http://schemas.openxmlformats.org/drawingml/2006/main">
              <a:ext uri="{FF2B5EF4-FFF2-40B4-BE49-F238E27FC236}">
                <a16:creationId xmlns:a16="http://schemas.microsoft.com/office/drawing/2014/main" id="{110798E3-1869-41D8-8380-624CAC53E5ED}"/>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135">
            <a:extLst xmlns:a="http://schemas.openxmlformats.org/drawingml/2006/main">
              <a:ext uri="{FF2B5EF4-FFF2-40B4-BE49-F238E27FC236}">
                <a16:creationId xmlns:a16="http://schemas.microsoft.com/office/drawing/2014/main" id="{25C39075-383D-4DB4-BB1E-8D4A8DD8819E}"/>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136">
            <a:extLst xmlns:a="http://schemas.openxmlformats.org/drawingml/2006/main">
              <a:ext uri="{FF2B5EF4-FFF2-40B4-BE49-F238E27FC236}">
                <a16:creationId xmlns:a16="http://schemas.microsoft.com/office/drawing/2014/main" id="{CD37AF35-9B61-43D0-A738-22E33DD5873E}"/>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137">
            <a:extLst xmlns:a="http://schemas.openxmlformats.org/drawingml/2006/main">
              <a:ext uri="{FF2B5EF4-FFF2-40B4-BE49-F238E27FC236}">
                <a16:creationId xmlns:a16="http://schemas.microsoft.com/office/drawing/2014/main" id="{958CDF1E-FB7E-4C5D-8A79-7B53760A92F5}"/>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138">
            <a:extLst xmlns:a="http://schemas.openxmlformats.org/drawingml/2006/main">
              <a:ext uri="{FF2B5EF4-FFF2-40B4-BE49-F238E27FC236}">
                <a16:creationId xmlns:a16="http://schemas.microsoft.com/office/drawing/2014/main" id="{8E600A08-55C4-4A63-8ECC-B946A4E4F7C5}"/>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139">
            <a:extLst xmlns:a="http://schemas.openxmlformats.org/drawingml/2006/main">
              <a:ext uri="{FF2B5EF4-FFF2-40B4-BE49-F238E27FC236}">
                <a16:creationId xmlns:a16="http://schemas.microsoft.com/office/drawing/2014/main" id="{0EAD15E1-39EA-4DC0-9D52-ED021F6C78D4}"/>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140">
            <a:extLst xmlns:a="http://schemas.openxmlformats.org/drawingml/2006/main">
              <a:ext uri="{FF2B5EF4-FFF2-40B4-BE49-F238E27FC236}">
                <a16:creationId xmlns:a16="http://schemas.microsoft.com/office/drawing/2014/main" id="{60D98189-65D4-4177-BC86-A6F996C83A11}"/>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141">
            <a:extLst xmlns:a="http://schemas.openxmlformats.org/drawingml/2006/main">
              <a:ext uri="{FF2B5EF4-FFF2-40B4-BE49-F238E27FC236}">
                <a16:creationId xmlns:a16="http://schemas.microsoft.com/office/drawing/2014/main" id="{06003DE6-8522-42A8-AE27-E622274D3599}"/>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142">
            <a:extLst xmlns:a="http://schemas.openxmlformats.org/drawingml/2006/main">
              <a:ext uri="{FF2B5EF4-FFF2-40B4-BE49-F238E27FC236}">
                <a16:creationId xmlns:a16="http://schemas.microsoft.com/office/drawing/2014/main" id="{8BE9C3AB-2B61-4630-A3A4-5B59270F8DF8}"/>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143">
            <a:extLst xmlns:a="http://schemas.openxmlformats.org/drawingml/2006/main">
              <a:ext uri="{FF2B5EF4-FFF2-40B4-BE49-F238E27FC236}">
                <a16:creationId xmlns:a16="http://schemas.microsoft.com/office/drawing/2014/main" id="{9203E609-6E2B-475E-B854-DEFC3EFD2EBA}"/>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144">
            <a:extLst xmlns:a="http://schemas.openxmlformats.org/drawingml/2006/main">
              <a:ext uri="{FF2B5EF4-FFF2-40B4-BE49-F238E27FC236}">
                <a16:creationId xmlns:a16="http://schemas.microsoft.com/office/drawing/2014/main" id="{0E8591EB-FFF6-47B7-A698-3E3C7B4C1C7D}"/>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145">
            <a:extLst xmlns:a="http://schemas.openxmlformats.org/drawingml/2006/main">
              <a:ext uri="{FF2B5EF4-FFF2-40B4-BE49-F238E27FC236}">
                <a16:creationId xmlns:a16="http://schemas.microsoft.com/office/drawing/2014/main" id="{F3E0691D-11BA-4567-B40F-95A28EE3F1AD}"/>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146">
            <a:extLst xmlns:a="http://schemas.openxmlformats.org/drawingml/2006/main">
              <a:ext uri="{FF2B5EF4-FFF2-40B4-BE49-F238E27FC236}">
                <a16:creationId xmlns:a16="http://schemas.microsoft.com/office/drawing/2014/main" id="{C14B99AA-0264-46BF-8556-A772957FB1E4}"/>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147">
            <a:extLst xmlns:a="http://schemas.openxmlformats.org/drawingml/2006/main">
              <a:ext uri="{FF2B5EF4-FFF2-40B4-BE49-F238E27FC236}">
                <a16:creationId xmlns:a16="http://schemas.microsoft.com/office/drawing/2014/main" id="{C9610F63-55F4-4656-A23D-F8757DEBEA5B}"/>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7" name="figure-148">
            <a:extLst xmlns:a="http://schemas.openxmlformats.org/drawingml/2006/main">
              <a:ext uri="{FF2B5EF4-FFF2-40B4-BE49-F238E27FC236}">
                <a16:creationId xmlns:a16="http://schemas.microsoft.com/office/drawing/2014/main" id="{72B24D91-0D45-40F9-8EB4-7C6D789DB4AE}"/>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8" name="figure-149">
            <a:extLst xmlns:a="http://schemas.openxmlformats.org/drawingml/2006/main">
              <a:ext uri="{FF2B5EF4-FFF2-40B4-BE49-F238E27FC236}">
                <a16:creationId xmlns:a16="http://schemas.microsoft.com/office/drawing/2014/main" id="{7292A171-0A33-4267-81D8-B27B39717E8C}"/>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9" name="figure-150">
            <a:extLst xmlns:a="http://schemas.openxmlformats.org/drawingml/2006/main">
              <a:ext uri="{FF2B5EF4-FFF2-40B4-BE49-F238E27FC236}">
                <a16:creationId xmlns:a16="http://schemas.microsoft.com/office/drawing/2014/main" id="{FAECDF5C-AF2A-4FFA-B811-336DDD1A18C4}"/>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0" name="figure-151">
            <a:extLst xmlns:a="http://schemas.openxmlformats.org/drawingml/2006/main">
              <a:ext uri="{FF2B5EF4-FFF2-40B4-BE49-F238E27FC236}">
                <a16:creationId xmlns:a16="http://schemas.microsoft.com/office/drawing/2014/main" id="{F2212946-EEF6-4B1E-BA64-A6E489F13C3F}"/>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152">
            <a:extLst xmlns:a="http://schemas.openxmlformats.org/drawingml/2006/main">
              <a:ext uri="{FF2B5EF4-FFF2-40B4-BE49-F238E27FC236}">
                <a16:creationId xmlns:a16="http://schemas.microsoft.com/office/drawing/2014/main" id="{595FF990-DFC4-462A-83E3-722ACEE268AB}"/>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153">
            <a:extLst xmlns:a="http://schemas.openxmlformats.org/drawingml/2006/main">
              <a:ext uri="{FF2B5EF4-FFF2-40B4-BE49-F238E27FC236}">
                <a16:creationId xmlns:a16="http://schemas.microsoft.com/office/drawing/2014/main" id="{457D99EC-508E-4AFB-883E-F174A9FE0E19}"/>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3" name="figure-154">
            <a:extLst xmlns:a="http://schemas.openxmlformats.org/drawingml/2006/main">
              <a:ext uri="{FF2B5EF4-FFF2-40B4-BE49-F238E27FC236}">
                <a16:creationId xmlns:a16="http://schemas.microsoft.com/office/drawing/2014/main" id="{526FBA0C-9817-43DA-A81D-5EED7E19D4AB}"/>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4" name="figure-155">
            <a:extLst xmlns:a="http://schemas.openxmlformats.org/drawingml/2006/main">
              <a:ext uri="{FF2B5EF4-FFF2-40B4-BE49-F238E27FC236}">
                <a16:creationId xmlns:a16="http://schemas.microsoft.com/office/drawing/2014/main" id="{04CCDEF7-DEBA-474C-9400-DCE51E50B5A3}"/>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156">
            <a:extLst xmlns:a="http://schemas.openxmlformats.org/drawingml/2006/main">
              <a:ext uri="{FF2B5EF4-FFF2-40B4-BE49-F238E27FC236}">
                <a16:creationId xmlns:a16="http://schemas.microsoft.com/office/drawing/2014/main" id="{172D3971-4033-4BFC-B4B1-836254EB705E}"/>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6" name="figure-157">
            <a:extLst xmlns:a="http://schemas.openxmlformats.org/drawingml/2006/main">
              <a:ext uri="{FF2B5EF4-FFF2-40B4-BE49-F238E27FC236}">
                <a16:creationId xmlns:a16="http://schemas.microsoft.com/office/drawing/2014/main" id="{AE47F08D-2E73-4CD7-A315-5693C392BE70}"/>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7" name="figure-158">
            <a:extLst xmlns:a="http://schemas.openxmlformats.org/drawingml/2006/main">
              <a:ext uri="{FF2B5EF4-FFF2-40B4-BE49-F238E27FC236}">
                <a16:creationId xmlns:a16="http://schemas.microsoft.com/office/drawing/2014/main" id="{3BDF9C78-1B45-4EB7-B8B5-25413D54B0B3}"/>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159">
            <a:extLst xmlns:a="http://schemas.openxmlformats.org/drawingml/2006/main">
              <a:ext uri="{FF2B5EF4-FFF2-40B4-BE49-F238E27FC236}">
                <a16:creationId xmlns:a16="http://schemas.microsoft.com/office/drawing/2014/main" id="{4DA63ECB-53DC-41F4-944B-F7C3BD9E7BAF}"/>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160">
            <a:extLst xmlns:a="http://schemas.openxmlformats.org/drawingml/2006/main">
              <a:ext uri="{FF2B5EF4-FFF2-40B4-BE49-F238E27FC236}">
                <a16:creationId xmlns:a16="http://schemas.microsoft.com/office/drawing/2014/main" id="{64270D90-FEC3-42EF-BC83-187B87878DCE}"/>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161">
            <a:extLst xmlns:a="http://schemas.openxmlformats.org/drawingml/2006/main">
              <a:ext uri="{FF2B5EF4-FFF2-40B4-BE49-F238E27FC236}">
                <a16:creationId xmlns:a16="http://schemas.microsoft.com/office/drawing/2014/main" id="{9442AD14-B9F0-45A7-8716-3B545638DC43}"/>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162">
            <a:extLst xmlns:a="http://schemas.openxmlformats.org/drawingml/2006/main">
              <a:ext uri="{FF2B5EF4-FFF2-40B4-BE49-F238E27FC236}">
                <a16:creationId xmlns:a16="http://schemas.microsoft.com/office/drawing/2014/main" id="{F3E6B23B-3EF2-4622-9AE9-2FBF40ACFE87}"/>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163">
            <a:extLst xmlns:a="http://schemas.openxmlformats.org/drawingml/2006/main">
              <a:ext uri="{FF2B5EF4-FFF2-40B4-BE49-F238E27FC236}">
                <a16:creationId xmlns:a16="http://schemas.microsoft.com/office/drawing/2014/main" id="{AFC1E0C3-0651-412A-88E6-F0F814985C64}"/>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164">
            <a:extLst xmlns:a="http://schemas.openxmlformats.org/drawingml/2006/main">
              <a:ext uri="{FF2B5EF4-FFF2-40B4-BE49-F238E27FC236}">
                <a16:creationId xmlns:a16="http://schemas.microsoft.com/office/drawing/2014/main" id="{EABF4DC6-B468-49D3-8C7A-4104C4F9BAC6}"/>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165">
            <a:extLst xmlns:a="http://schemas.openxmlformats.org/drawingml/2006/main">
              <a:ext uri="{FF2B5EF4-FFF2-40B4-BE49-F238E27FC236}">
                <a16:creationId xmlns:a16="http://schemas.microsoft.com/office/drawing/2014/main" id="{E26A596D-EE74-4081-9EC2-0A8700EA9470}"/>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한 번에 상하좌우 한 칸</a:t>
            </a:r>
          </a:p>
        </p:txBody>
      </p:sp>
      <p:sp>
        <p:nvSpPr>
          <p:cNvPr id="45" name="figure-166">
            <a:extLst xmlns:a="http://schemas.openxmlformats.org/drawingml/2006/main">
              <a:ext uri="{FF2B5EF4-FFF2-40B4-BE49-F238E27FC236}">
                <a16:creationId xmlns:a16="http://schemas.microsoft.com/office/drawing/2014/main" id="{1D931A22-19F6-46B5-9006-5AA0133D88C7}"/>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한 칸 움직이는 값은 1</a:t>
            </a:r>
          </a:p>
        </p:txBody>
      </p:sp>
      <p:sp>
        <p:nvSpPr>
          <p:cNvPr id="46" name="figure-167">
            <a:extLst xmlns:a="http://schemas.openxmlformats.org/drawingml/2006/main">
              <a:ext uri="{FF2B5EF4-FFF2-40B4-BE49-F238E27FC236}">
                <a16:creationId xmlns:a16="http://schemas.microsoft.com/office/drawing/2014/main" id="{5E3FA07D-9517-4E58-89B7-0B927EBAAEA6}"/>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검정 벽은 지나갈 수 없다</a:t>
            </a:r>
          </a:p>
        </p:txBody>
      </p:sp>
      <p:sp>
        <p:nvSpPr>
          <p:cNvPr id="47" name="figure-168">
            <a:extLst xmlns:a="http://schemas.openxmlformats.org/drawingml/2006/main">
              <a:ext uri="{FF2B5EF4-FFF2-40B4-BE49-F238E27FC236}">
                <a16:creationId xmlns:a16="http://schemas.microsoft.com/office/drawing/2014/main" id="{6C1DDDF9-EBEE-4F69-BA6D-AFAECE077B57}"/>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대각선으로는 가지 않는다</a:t>
            </a:r>
          </a:p>
        </p:txBody>
      </p:sp>
      <p:sp>
        <p:nvSpPr>
          <p:cNvPr id="48" name="figure-169">
            <a:extLst xmlns:a="http://schemas.openxmlformats.org/drawingml/2006/main">
              <a:ext uri="{FF2B5EF4-FFF2-40B4-BE49-F238E27FC236}">
                <a16:creationId xmlns:a16="http://schemas.microsoft.com/office/drawing/2014/main" id="{BC0D99A9-4A71-4686-AB96-F6A1E96511E2}"/>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출발은 (0,2), 목표는 (4,2). 괄호는 가로 번호, 세로 번호다</a:t>
            </a:r>
          </a:p>
        </p:txBody>
      </p:sp>
    </p:spTree>
    <p:extLst>
      <p:ext uri="{BB962C8B-B14F-4D97-AF65-F5344CB8AC3E}">
        <p14:creationId xmlns:p14="http://schemas.microsoft.com/office/powerpoint/2010/main" val="11098434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170">
            <a:extLst xmlns:a="http://schemas.openxmlformats.org/drawingml/2006/main">
              <a:ext uri="{FF2B5EF4-FFF2-40B4-BE49-F238E27FC236}">
                <a16:creationId xmlns:a16="http://schemas.microsoft.com/office/drawing/2014/main" id="{61C30D14-5872-4A47-AA2D-CA8FB1565B4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갈 수 있는 장소와 연결을 그린다</a:t>
            </a:r>
          </a:p>
        </p:txBody>
      </p:sp>
      <p:sp>
        <p:nvSpPr>
          <p:cNvPr id="2" name="figure-171">
            <a:extLst xmlns:a="http://schemas.openxmlformats.org/drawingml/2006/main">
              <a:ext uri="{FF2B5EF4-FFF2-40B4-BE49-F238E27FC236}">
                <a16:creationId xmlns:a16="http://schemas.microsoft.com/office/drawing/2014/main" id="{6BB583CE-C6D6-493F-9697-48DA111C9171}"/>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칸 지도도, 방과 복도 지도도 같은 생각으로 볼 수 있다</a:t>
            </a:r>
          </a:p>
        </p:txBody>
      </p:sp>
      <p:sp>
        <p:nvSpPr>
          <p:cNvPr id="3" name="figure-172">
            <a:extLst xmlns:a="http://schemas.openxmlformats.org/drawingml/2006/main">
              <a:ext uri="{FF2B5EF4-FFF2-40B4-BE49-F238E27FC236}">
                <a16:creationId xmlns:a16="http://schemas.microsoft.com/office/drawing/2014/main" id="{40C2F905-51CD-428D-91E0-5419E47EADAF}"/>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08</a:t>
            </a:r>
          </a:p>
        </p:txBody>
      </p:sp>
      <p:sp>
        <p:nvSpPr>
          <p:cNvPr id="4" name="figure-173">
            <a:extLst xmlns:a="http://schemas.openxmlformats.org/drawingml/2006/main">
              <a:ext uri="{FF2B5EF4-FFF2-40B4-BE49-F238E27FC236}">
                <a16:creationId xmlns:a16="http://schemas.microsoft.com/office/drawing/2014/main" id="{27045EB0-FEFD-4C12-A533-62C4D72E2DDC}"/>
              </a:ext>
            </a:extLst>
          </p:cNvPr>
          <p:cNvSpPr>
            <a:spLocks xmlns:a="http://schemas.openxmlformats.org/drawingml/2006/main" noGrp="1"/>
          </p:cNvSpPr>
          <p:nvPr/>
        </p:nvSpPr>
        <p:spPr>
          <a:xfrm xmlns:a="http://schemas.openxmlformats.org/drawingml/2006/main">
            <a:off x="857250" y="2838450"/>
            <a:ext cx="2095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74">
            <a:extLst xmlns:a="http://schemas.openxmlformats.org/drawingml/2006/main">
              <a:ext uri="{FF2B5EF4-FFF2-40B4-BE49-F238E27FC236}">
                <a16:creationId xmlns:a16="http://schemas.microsoft.com/office/drawing/2014/main" id="{B5D32AAF-86CB-4DF2-8837-22636FFC6392}"/>
              </a:ext>
            </a:extLst>
          </p:cNvPr>
          <p:cNvSpPr>
            <a:spLocks xmlns:a="http://schemas.openxmlformats.org/drawingml/2006/main" noGrp="1"/>
          </p:cNvSpPr>
          <p:nvPr/>
        </p:nvSpPr>
        <p:spPr>
          <a:xfrm xmlns:a="http://schemas.openxmlformats.org/drawingml/2006/main">
            <a:off x="933450" y="2876550"/>
            <a:ext cx="1943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방 A</a:t>
            </a:r>
          </a:p>
        </p:txBody>
      </p:sp>
      <p:sp>
        <p:nvSpPr>
          <p:cNvPr id="6" name="figure-175">
            <a:extLst xmlns:a="http://schemas.openxmlformats.org/drawingml/2006/main">
              <a:ext uri="{FF2B5EF4-FFF2-40B4-BE49-F238E27FC236}">
                <a16:creationId xmlns:a16="http://schemas.microsoft.com/office/drawing/2014/main" id="{2E29EB60-3324-4195-BC71-AF5E3AD9C27B}"/>
              </a:ext>
            </a:extLst>
          </p:cNvPr>
          <p:cNvSpPr>
            <a:spLocks xmlns:a="http://schemas.openxmlformats.org/drawingml/2006/main" noGrp="1"/>
          </p:cNvSpPr>
          <p:nvPr/>
        </p:nvSpPr>
        <p:spPr>
          <a:xfrm xmlns:a="http://schemas.openxmlformats.org/drawingml/2006/main">
            <a:off x="4381500" y="2838450"/>
            <a:ext cx="2095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7" name="figure-176">
            <a:extLst xmlns:a="http://schemas.openxmlformats.org/drawingml/2006/main">
              <a:ext uri="{FF2B5EF4-FFF2-40B4-BE49-F238E27FC236}">
                <a16:creationId xmlns:a16="http://schemas.microsoft.com/office/drawing/2014/main" id="{0EBD3136-305D-416A-97E5-475EB737EC23}"/>
              </a:ext>
            </a:extLst>
          </p:cNvPr>
          <p:cNvSpPr>
            <a:spLocks xmlns:a="http://schemas.openxmlformats.org/drawingml/2006/main" noGrp="1"/>
          </p:cNvSpPr>
          <p:nvPr/>
        </p:nvSpPr>
        <p:spPr>
          <a:xfrm xmlns:a="http://schemas.openxmlformats.org/drawingml/2006/main">
            <a:off x="4457700" y="2876550"/>
            <a:ext cx="1943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방 B</a:t>
            </a:r>
          </a:p>
        </p:txBody>
      </p:sp>
      <p:sp>
        <p:nvSpPr>
          <p:cNvPr id="8" name="figure-177">
            <a:extLst xmlns:a="http://schemas.openxmlformats.org/drawingml/2006/main">
              <a:ext uri="{FF2B5EF4-FFF2-40B4-BE49-F238E27FC236}">
                <a16:creationId xmlns:a16="http://schemas.microsoft.com/office/drawing/2014/main" id="{98A9674E-6408-4205-8408-6CCC36F049DA}"/>
              </a:ext>
            </a:extLst>
          </p:cNvPr>
          <p:cNvSpPr>
            <a:spLocks xmlns:a="http://schemas.openxmlformats.org/drawingml/2006/main" noGrp="1"/>
          </p:cNvSpPr>
          <p:nvPr/>
        </p:nvSpPr>
        <p:spPr>
          <a:xfrm xmlns:a="http://schemas.openxmlformats.org/drawingml/2006/main">
            <a:off x="7905750" y="2838450"/>
            <a:ext cx="2095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9" name="figure-178">
            <a:extLst xmlns:a="http://schemas.openxmlformats.org/drawingml/2006/main">
              <a:ext uri="{FF2B5EF4-FFF2-40B4-BE49-F238E27FC236}">
                <a16:creationId xmlns:a16="http://schemas.microsoft.com/office/drawing/2014/main" id="{3FBB34D4-7681-487B-8287-7DD9721DC5D9}"/>
              </a:ext>
            </a:extLst>
          </p:cNvPr>
          <p:cNvSpPr>
            <a:spLocks xmlns:a="http://schemas.openxmlformats.org/drawingml/2006/main" noGrp="1"/>
          </p:cNvSpPr>
          <p:nvPr/>
        </p:nvSpPr>
        <p:spPr>
          <a:xfrm xmlns:a="http://schemas.openxmlformats.org/drawingml/2006/main">
            <a:off x="7981950" y="2876550"/>
            <a:ext cx="1943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방 C</a:t>
            </a:r>
          </a:p>
        </p:txBody>
      </p:sp>
      <p:sp>
        <p:nvSpPr>
          <p:cNvPr id="10" name="line-179">
            <a:extLst xmlns:a="http://schemas.openxmlformats.org/drawingml/2006/main">
              <a:ext uri="{FF2B5EF4-FFF2-40B4-BE49-F238E27FC236}">
                <a16:creationId xmlns:a16="http://schemas.microsoft.com/office/drawing/2014/main" id="{F472D607-4F54-4249-9534-299BFE7047EA}"/>
              </a:ext>
            </a:extLst>
          </p:cNvPr>
          <p:cNvSpPr>
            <a:spLocks xmlns:a="http://schemas.openxmlformats.org/drawingml/2006/main" noGrp="1"/>
          </p:cNvSpPr>
          <p:nvPr/>
        </p:nvSpPr>
        <p:spPr>
          <a:xfrm xmlns:a="http://schemas.openxmlformats.org/drawingml/2006/main">
            <a:off x="2952750" y="3267075"/>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151515"/>
            </a:solidFill>
            <a:prstDash val="solid"/>
          </a:ln>
        </p:spPr>
      </p:sp>
      <p:sp>
        <p:nvSpPr>
          <p:cNvPr id="11" name="line-180">
            <a:extLst xmlns:a="http://schemas.openxmlformats.org/drawingml/2006/main">
              <a:ext uri="{FF2B5EF4-FFF2-40B4-BE49-F238E27FC236}">
                <a16:creationId xmlns:a16="http://schemas.microsoft.com/office/drawing/2014/main" id="{8B224D8D-75F3-41CC-8727-15DE5C609239}"/>
              </a:ext>
            </a:extLst>
          </p:cNvPr>
          <p:cNvSpPr>
            <a:spLocks xmlns:a="http://schemas.openxmlformats.org/drawingml/2006/main" noGrp="1"/>
          </p:cNvSpPr>
          <p:nvPr/>
        </p:nvSpPr>
        <p:spPr>
          <a:xfrm xmlns:a="http://schemas.openxmlformats.org/drawingml/2006/main">
            <a:off x="6477000" y="3267075"/>
            <a:ext cx="1428750" cy="9525"/>
          </a:xfrm>
          <a:custGeom xmlns:a="http://schemas.openxmlformats.org/drawingml/2006/main">
            <a:pathLst>
              <a:path w="1428750" h="9525">
                <a:moveTo>
                  <a:pt x="0" y="0"/>
                </a:moveTo>
                <a:lnTo>
                  <a:pt x="1428750" y="0"/>
                </a:lnTo>
              </a:path>
            </a:pathLst>
          </a:custGeom>
          <a:noFill xmlns:a="http://schemas.openxmlformats.org/drawingml/2006/main"/>
          <a:ln xmlns:a="http://schemas.openxmlformats.org/drawingml/2006/main" w="28575">
            <a:solidFill>
              <a:srgbClr val="151515"/>
            </a:solidFill>
            <a:prstDash val="solid"/>
          </a:ln>
        </p:spPr>
      </p:sp>
      <p:sp>
        <p:nvSpPr>
          <p:cNvPr id="12" name="figure-181">
            <a:extLst xmlns:a="http://schemas.openxmlformats.org/drawingml/2006/main">
              <a:ext uri="{FF2B5EF4-FFF2-40B4-BE49-F238E27FC236}">
                <a16:creationId xmlns:a16="http://schemas.microsoft.com/office/drawing/2014/main" id="{73222EDB-0683-447B-856F-DF2CEA4D40B6}"/>
              </a:ext>
            </a:extLst>
          </p:cNvPr>
          <p:cNvSpPr>
            <a:spLocks xmlns:a="http://schemas.openxmlformats.org/drawingml/2006/main" noGrp="1"/>
          </p:cNvSpPr>
          <p:nvPr/>
        </p:nvSpPr>
        <p:spPr>
          <a:xfrm xmlns:a="http://schemas.openxmlformats.org/drawingml/2006/main">
            <a:off x="2905125" y="2209800"/>
            <a:ext cx="1619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0">
                <a:solidFill>
                  <a:srgbClr val="666666"/>
                </a:solidFill>
                <a:latin typeface="Malgun Gothic"/>
                <a:ea typeface="Malgun Gothic"/>
                <a:cs typeface="Malgun Gothic"/>
              </a:defRPr>
            </a:pPr>
            <a:r>
              <a:rPr sz="1950" b="0">
                <a:solidFill>
                  <a:srgbClr val="666666"/>
                </a:solidFill>
                <a:latin typeface="Malgun Gothic"/>
                <a:ea typeface="Malgun Gothic"/>
                <a:cs typeface="Malgun Gothic"/>
              </a:rPr>
              <a:t>복도 · 값 2</a:t>
            </a:r>
          </a:p>
        </p:txBody>
      </p:sp>
      <p:sp>
        <p:nvSpPr>
          <p:cNvPr id="13" name="figure-182">
            <a:extLst xmlns:a="http://schemas.openxmlformats.org/drawingml/2006/main">
              <a:ext uri="{FF2B5EF4-FFF2-40B4-BE49-F238E27FC236}">
                <a16:creationId xmlns:a16="http://schemas.microsoft.com/office/drawing/2014/main" id="{0CB5AC76-6DB7-42CC-95D4-AAB9A03B2D24}"/>
              </a:ext>
            </a:extLst>
          </p:cNvPr>
          <p:cNvSpPr>
            <a:spLocks xmlns:a="http://schemas.openxmlformats.org/drawingml/2006/main" noGrp="1"/>
          </p:cNvSpPr>
          <p:nvPr/>
        </p:nvSpPr>
        <p:spPr>
          <a:xfrm xmlns:a="http://schemas.openxmlformats.org/drawingml/2006/main">
            <a:off x="6429375" y="2209800"/>
            <a:ext cx="1619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0">
                <a:solidFill>
                  <a:srgbClr val="666666"/>
                </a:solidFill>
                <a:latin typeface="Malgun Gothic"/>
                <a:ea typeface="Malgun Gothic"/>
                <a:cs typeface="Malgun Gothic"/>
              </a:defRPr>
            </a:pPr>
            <a:r>
              <a:rPr sz="1950" b="0">
                <a:solidFill>
                  <a:srgbClr val="666666"/>
                </a:solidFill>
                <a:latin typeface="Malgun Gothic"/>
                <a:ea typeface="Malgun Gothic"/>
                <a:cs typeface="Malgun Gothic"/>
              </a:rPr>
              <a:t>복도 · 값 5</a:t>
            </a:r>
          </a:p>
        </p:txBody>
      </p:sp>
      <p:sp>
        <p:nvSpPr>
          <p:cNvPr id="14" name="figure-183">
            <a:extLst xmlns:a="http://schemas.openxmlformats.org/drawingml/2006/main">
              <a:ext uri="{FF2B5EF4-FFF2-40B4-BE49-F238E27FC236}">
                <a16:creationId xmlns:a16="http://schemas.microsoft.com/office/drawing/2014/main" id="{F24596A7-2F0D-4377-B34D-96E1D9DD1EAE}"/>
              </a:ext>
            </a:extLst>
          </p:cNvPr>
          <p:cNvSpPr>
            <a:spLocks xmlns:a="http://schemas.openxmlformats.org/drawingml/2006/main" noGrp="1"/>
          </p:cNvSpPr>
          <p:nvPr/>
        </p:nvSpPr>
        <p:spPr>
          <a:xfrm xmlns:a="http://schemas.openxmlformats.org/drawingml/2006/main">
            <a:off x="609600" y="461962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장소 하나는 노드, 연결 하나는 간선이라고 부른다</a:t>
            </a:r>
          </a:p>
        </p:txBody>
      </p:sp>
      <p:sp>
        <p:nvSpPr>
          <p:cNvPr id="15" name="figure-184">
            <a:extLst xmlns:a="http://schemas.openxmlformats.org/drawingml/2006/main">
              <a:ext uri="{FF2B5EF4-FFF2-40B4-BE49-F238E27FC236}">
                <a16:creationId xmlns:a16="http://schemas.microsoft.com/office/drawing/2014/main" id="{549AECD7-B857-4D3A-8A7C-E6AAF9E8A5D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장소와 연결을 모은 그림이 그래프다. A*는 칸 지도 밖에서도 쓴다</a:t>
            </a:r>
          </a:p>
        </p:txBody>
      </p:sp>
    </p:spTree>
    <p:extLst>
      <p:ext uri="{BB962C8B-B14F-4D97-AF65-F5344CB8AC3E}">
        <p14:creationId xmlns:p14="http://schemas.microsoft.com/office/powerpoint/2010/main" val="16129511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figure-185">
            <a:extLst xmlns:a="http://schemas.openxmlformats.org/drawingml/2006/main">
              <a:ext uri="{FF2B5EF4-FFF2-40B4-BE49-F238E27FC236}">
                <a16:creationId xmlns:a16="http://schemas.microsoft.com/office/drawing/2014/main" id="{538B87D2-5C9A-44EA-86F9-04181851E6F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벽이 없다고 생각하면 네 칸이다</a:t>
            </a:r>
          </a:p>
        </p:txBody>
      </p:sp>
      <p:sp>
        <p:nvSpPr>
          <p:cNvPr id="2" name="figure-186">
            <a:extLst xmlns:a="http://schemas.openxmlformats.org/drawingml/2006/main">
              <a:ext uri="{FF2B5EF4-FFF2-40B4-BE49-F238E27FC236}">
                <a16:creationId xmlns:a16="http://schemas.microsoft.com/office/drawing/2014/main" id="{CA8EA57A-6CBC-4DA9-A9D8-D393D4E3A2F3}"/>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가로 차이와 세로 차이를 더해 남은 값을 예상한다</a:t>
            </a:r>
          </a:p>
        </p:txBody>
      </p:sp>
      <p:sp>
        <p:nvSpPr>
          <p:cNvPr id="3" name="figure-187">
            <a:extLst xmlns:a="http://schemas.openxmlformats.org/drawingml/2006/main">
              <a:ext uri="{FF2B5EF4-FFF2-40B4-BE49-F238E27FC236}">
                <a16:creationId xmlns:a16="http://schemas.microsoft.com/office/drawing/2014/main" id="{8E13C31C-1AA4-423E-B608-96234607434B}"/>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09</a:t>
            </a:r>
          </a:p>
        </p:txBody>
      </p:sp>
      <p:sp>
        <p:nvSpPr>
          <p:cNvPr id="4" name="figure-188">
            <a:extLst xmlns:a="http://schemas.openxmlformats.org/drawingml/2006/main">
              <a:ext uri="{FF2B5EF4-FFF2-40B4-BE49-F238E27FC236}">
                <a16:creationId xmlns:a16="http://schemas.microsoft.com/office/drawing/2014/main" id="{CAB808A3-6F14-4F8C-BB50-CAF53B29EE76}"/>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189">
            <a:extLst xmlns:a="http://schemas.openxmlformats.org/drawingml/2006/main">
              <a:ext uri="{FF2B5EF4-FFF2-40B4-BE49-F238E27FC236}">
                <a16:creationId xmlns:a16="http://schemas.microsoft.com/office/drawing/2014/main" id="{F2EDD98F-90B5-4CFE-9887-53EBAA0BD069}"/>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190">
            <a:extLst xmlns:a="http://schemas.openxmlformats.org/drawingml/2006/main">
              <a:ext uri="{FF2B5EF4-FFF2-40B4-BE49-F238E27FC236}">
                <a16:creationId xmlns:a16="http://schemas.microsoft.com/office/drawing/2014/main" id="{150AE2CC-3ABD-4051-9269-270B232AD2FD}"/>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191">
            <a:extLst xmlns:a="http://schemas.openxmlformats.org/drawingml/2006/main">
              <a:ext uri="{FF2B5EF4-FFF2-40B4-BE49-F238E27FC236}">
                <a16:creationId xmlns:a16="http://schemas.microsoft.com/office/drawing/2014/main" id="{80135647-3886-4516-9C7E-B194D321FD12}"/>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192">
            <a:extLst xmlns:a="http://schemas.openxmlformats.org/drawingml/2006/main">
              <a:ext uri="{FF2B5EF4-FFF2-40B4-BE49-F238E27FC236}">
                <a16:creationId xmlns:a16="http://schemas.microsoft.com/office/drawing/2014/main" id="{80D37BE1-5B7D-4271-8E44-81738A382BAA}"/>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193">
            <a:extLst xmlns:a="http://schemas.openxmlformats.org/drawingml/2006/main">
              <a:ext uri="{FF2B5EF4-FFF2-40B4-BE49-F238E27FC236}">
                <a16:creationId xmlns:a16="http://schemas.microsoft.com/office/drawing/2014/main" id="{D7590F14-7B18-4DDA-9F6C-07615556F64A}"/>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194">
            <a:extLst xmlns:a="http://schemas.openxmlformats.org/drawingml/2006/main">
              <a:ext uri="{FF2B5EF4-FFF2-40B4-BE49-F238E27FC236}">
                <a16:creationId xmlns:a16="http://schemas.microsoft.com/office/drawing/2014/main" id="{C892EBE6-1582-4122-96D2-587E9EA0C807}"/>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195">
            <a:extLst xmlns:a="http://schemas.openxmlformats.org/drawingml/2006/main">
              <a:ext uri="{FF2B5EF4-FFF2-40B4-BE49-F238E27FC236}">
                <a16:creationId xmlns:a16="http://schemas.microsoft.com/office/drawing/2014/main" id="{D8B45263-39E5-49FF-8DA2-F541E8EEB8C0}"/>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196">
            <a:extLst xmlns:a="http://schemas.openxmlformats.org/drawingml/2006/main">
              <a:ext uri="{FF2B5EF4-FFF2-40B4-BE49-F238E27FC236}">
                <a16:creationId xmlns:a16="http://schemas.microsoft.com/office/drawing/2014/main" id="{09AD2319-5F8E-43CF-A1A8-D73CACE9C0E8}"/>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197">
            <a:extLst xmlns:a="http://schemas.openxmlformats.org/drawingml/2006/main">
              <a:ext uri="{FF2B5EF4-FFF2-40B4-BE49-F238E27FC236}">
                <a16:creationId xmlns:a16="http://schemas.microsoft.com/office/drawing/2014/main" id="{76D4F693-D48C-4573-99AF-D74964E1A5F7}"/>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198">
            <a:extLst xmlns:a="http://schemas.openxmlformats.org/drawingml/2006/main">
              <a:ext uri="{FF2B5EF4-FFF2-40B4-BE49-F238E27FC236}">
                <a16:creationId xmlns:a16="http://schemas.microsoft.com/office/drawing/2014/main" id="{8B522CE5-9066-4D84-96D6-2DCE7C9AC294}"/>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199">
            <a:extLst xmlns:a="http://schemas.openxmlformats.org/drawingml/2006/main">
              <a:ext uri="{FF2B5EF4-FFF2-40B4-BE49-F238E27FC236}">
                <a16:creationId xmlns:a16="http://schemas.microsoft.com/office/drawing/2014/main" id="{746A1B9E-C712-461C-9F26-C50B057EE5BF}"/>
              </a:ext>
            </a:extLst>
          </p:cNvPr>
          <p:cNvSpPr>
            <a:spLocks xmlns:a="http://schemas.openxmlformats.org/drawingml/2006/main" noGrp="1"/>
          </p:cNvSpPr>
          <p:nvPr/>
        </p:nvSpPr>
        <p:spPr>
          <a:xfrm xmlns:a="http://schemas.openxmlformats.org/drawingml/2006/main">
            <a:off x="9048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6</a:t>
            </a:r>
          </a:p>
        </p:txBody>
      </p:sp>
      <p:sp>
        <p:nvSpPr>
          <p:cNvPr id="16" name="figure-200">
            <a:extLst xmlns:a="http://schemas.openxmlformats.org/drawingml/2006/main">
              <a:ext uri="{FF2B5EF4-FFF2-40B4-BE49-F238E27FC236}">
                <a16:creationId xmlns:a16="http://schemas.microsoft.com/office/drawing/2014/main" id="{DCB14E47-D8A4-48D8-8AA2-7744DD58BD40}"/>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201">
            <a:extLst xmlns:a="http://schemas.openxmlformats.org/drawingml/2006/main">
              <a:ext uri="{FF2B5EF4-FFF2-40B4-BE49-F238E27FC236}">
                <a16:creationId xmlns:a16="http://schemas.microsoft.com/office/drawing/2014/main" id="{A109287C-E80B-46DD-A1C9-4F8213A93532}"/>
              </a:ext>
            </a:extLst>
          </p:cNvPr>
          <p:cNvSpPr>
            <a:spLocks xmlns:a="http://schemas.openxmlformats.org/drawingml/2006/main" noGrp="1"/>
          </p:cNvSpPr>
          <p:nvPr/>
        </p:nvSpPr>
        <p:spPr>
          <a:xfrm xmlns:a="http://schemas.openxmlformats.org/drawingml/2006/main">
            <a:off x="15906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5</a:t>
            </a:r>
          </a:p>
        </p:txBody>
      </p:sp>
      <p:sp>
        <p:nvSpPr>
          <p:cNvPr id="18" name="figure-202">
            <a:extLst xmlns:a="http://schemas.openxmlformats.org/drawingml/2006/main">
              <a:ext uri="{FF2B5EF4-FFF2-40B4-BE49-F238E27FC236}">
                <a16:creationId xmlns:a16="http://schemas.microsoft.com/office/drawing/2014/main" id="{A5D091BD-175D-4A72-817A-024D4B553345}"/>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203">
            <a:extLst xmlns:a="http://schemas.openxmlformats.org/drawingml/2006/main">
              <a:ext uri="{FF2B5EF4-FFF2-40B4-BE49-F238E27FC236}">
                <a16:creationId xmlns:a16="http://schemas.microsoft.com/office/drawing/2014/main" id="{1BAB1CE7-6A93-4B72-ADC1-78C38439D634}"/>
              </a:ext>
            </a:extLst>
          </p:cNvPr>
          <p:cNvSpPr>
            <a:spLocks xmlns:a="http://schemas.openxmlformats.org/drawingml/2006/main" noGrp="1"/>
          </p:cNvSpPr>
          <p:nvPr/>
        </p:nvSpPr>
        <p:spPr>
          <a:xfrm xmlns:a="http://schemas.openxmlformats.org/drawingml/2006/main">
            <a:off x="22764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4</a:t>
            </a:r>
          </a:p>
        </p:txBody>
      </p:sp>
      <p:sp>
        <p:nvSpPr>
          <p:cNvPr id="20" name="figure-204">
            <a:extLst xmlns:a="http://schemas.openxmlformats.org/drawingml/2006/main">
              <a:ext uri="{FF2B5EF4-FFF2-40B4-BE49-F238E27FC236}">
                <a16:creationId xmlns:a16="http://schemas.microsoft.com/office/drawing/2014/main" id="{26439299-05A2-4767-9404-854657F49943}"/>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205">
            <a:extLst xmlns:a="http://schemas.openxmlformats.org/drawingml/2006/main">
              <a:ext uri="{FF2B5EF4-FFF2-40B4-BE49-F238E27FC236}">
                <a16:creationId xmlns:a16="http://schemas.microsoft.com/office/drawing/2014/main" id="{FD1B9B9B-32A7-44B0-83DA-AF765CAA897D}"/>
              </a:ext>
            </a:extLst>
          </p:cNvPr>
          <p:cNvSpPr>
            <a:spLocks xmlns:a="http://schemas.openxmlformats.org/drawingml/2006/main" noGrp="1"/>
          </p:cNvSpPr>
          <p:nvPr/>
        </p:nvSpPr>
        <p:spPr>
          <a:xfrm xmlns:a="http://schemas.openxmlformats.org/drawingml/2006/main">
            <a:off x="29622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3</a:t>
            </a:r>
          </a:p>
        </p:txBody>
      </p:sp>
      <p:sp>
        <p:nvSpPr>
          <p:cNvPr id="22" name="figure-206">
            <a:extLst xmlns:a="http://schemas.openxmlformats.org/drawingml/2006/main">
              <a:ext uri="{FF2B5EF4-FFF2-40B4-BE49-F238E27FC236}">
                <a16:creationId xmlns:a16="http://schemas.microsoft.com/office/drawing/2014/main" id="{32605C40-1CAA-4D86-8510-ED46C487ACF4}"/>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3" name="figure-207">
            <a:extLst xmlns:a="http://schemas.openxmlformats.org/drawingml/2006/main">
              <a:ext uri="{FF2B5EF4-FFF2-40B4-BE49-F238E27FC236}">
                <a16:creationId xmlns:a16="http://schemas.microsoft.com/office/drawing/2014/main" id="{28782CE2-6A8D-41E3-8556-C6288B7A5BF1}"/>
              </a:ext>
            </a:extLst>
          </p:cNvPr>
          <p:cNvSpPr>
            <a:spLocks xmlns:a="http://schemas.openxmlformats.org/drawingml/2006/main" noGrp="1"/>
          </p:cNvSpPr>
          <p:nvPr/>
        </p:nvSpPr>
        <p:spPr>
          <a:xfrm xmlns:a="http://schemas.openxmlformats.org/drawingml/2006/main">
            <a:off x="36480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2</a:t>
            </a:r>
          </a:p>
        </p:txBody>
      </p:sp>
      <p:sp>
        <p:nvSpPr>
          <p:cNvPr id="24" name="figure-208">
            <a:extLst xmlns:a="http://schemas.openxmlformats.org/drawingml/2006/main">
              <a:ext uri="{FF2B5EF4-FFF2-40B4-BE49-F238E27FC236}">
                <a16:creationId xmlns:a16="http://schemas.microsoft.com/office/drawing/2014/main" id="{4B2D4F5D-0D46-490B-BD53-F71B6B9C7DD5}"/>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209">
            <a:extLst xmlns:a="http://schemas.openxmlformats.org/drawingml/2006/main">
              <a:ext uri="{FF2B5EF4-FFF2-40B4-BE49-F238E27FC236}">
                <a16:creationId xmlns:a16="http://schemas.microsoft.com/office/drawing/2014/main" id="{7B2A9E18-24DF-40BD-9ED5-3F194BB6B12C}"/>
              </a:ext>
            </a:extLst>
          </p:cNvPr>
          <p:cNvSpPr>
            <a:spLocks xmlns:a="http://schemas.openxmlformats.org/drawingml/2006/main" noGrp="1"/>
          </p:cNvSpPr>
          <p:nvPr/>
        </p:nvSpPr>
        <p:spPr>
          <a:xfrm xmlns:a="http://schemas.openxmlformats.org/drawingml/2006/main">
            <a:off x="9048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5</a:t>
            </a:r>
          </a:p>
        </p:txBody>
      </p:sp>
      <p:sp>
        <p:nvSpPr>
          <p:cNvPr id="26" name="figure-210">
            <a:extLst xmlns:a="http://schemas.openxmlformats.org/drawingml/2006/main">
              <a:ext uri="{FF2B5EF4-FFF2-40B4-BE49-F238E27FC236}">
                <a16:creationId xmlns:a16="http://schemas.microsoft.com/office/drawing/2014/main" id="{3D3EDACE-C387-4CF2-8874-3F1F87C152B5}"/>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211">
            <a:extLst xmlns:a="http://schemas.openxmlformats.org/drawingml/2006/main">
              <a:ext uri="{FF2B5EF4-FFF2-40B4-BE49-F238E27FC236}">
                <a16:creationId xmlns:a16="http://schemas.microsoft.com/office/drawing/2014/main" id="{322A03C0-C56C-4618-AF9F-10DBCBB7E1C7}"/>
              </a:ext>
            </a:extLst>
          </p:cNvPr>
          <p:cNvSpPr>
            <a:spLocks xmlns:a="http://schemas.openxmlformats.org/drawingml/2006/main" noGrp="1"/>
          </p:cNvSpPr>
          <p:nvPr/>
        </p:nvSpPr>
        <p:spPr>
          <a:xfrm xmlns:a="http://schemas.openxmlformats.org/drawingml/2006/main">
            <a:off x="15906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4</a:t>
            </a:r>
          </a:p>
        </p:txBody>
      </p:sp>
      <p:sp>
        <p:nvSpPr>
          <p:cNvPr id="28" name="figure-212">
            <a:extLst xmlns:a="http://schemas.openxmlformats.org/drawingml/2006/main">
              <a:ext uri="{FF2B5EF4-FFF2-40B4-BE49-F238E27FC236}">
                <a16:creationId xmlns:a16="http://schemas.microsoft.com/office/drawing/2014/main" id="{C3DAACA3-FF7F-4124-AF54-E849AC003A97}"/>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9" name="figure-213">
            <a:extLst xmlns:a="http://schemas.openxmlformats.org/drawingml/2006/main">
              <a:ext uri="{FF2B5EF4-FFF2-40B4-BE49-F238E27FC236}">
                <a16:creationId xmlns:a16="http://schemas.microsoft.com/office/drawing/2014/main" id="{A4A7CAAF-462C-4FCB-9A84-8457501B1BDB}"/>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0" name="figure-214">
            <a:extLst xmlns:a="http://schemas.openxmlformats.org/drawingml/2006/main">
              <a:ext uri="{FF2B5EF4-FFF2-40B4-BE49-F238E27FC236}">
                <a16:creationId xmlns:a16="http://schemas.microsoft.com/office/drawing/2014/main" id="{6CE171B5-E5BD-4DC3-9DD5-672A2AF4D1ED}"/>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215">
            <a:extLst xmlns:a="http://schemas.openxmlformats.org/drawingml/2006/main">
              <a:ext uri="{FF2B5EF4-FFF2-40B4-BE49-F238E27FC236}">
                <a16:creationId xmlns:a16="http://schemas.microsoft.com/office/drawing/2014/main" id="{CF83938A-F47F-4CCF-B52E-75226FC47E69}"/>
              </a:ext>
            </a:extLst>
          </p:cNvPr>
          <p:cNvSpPr>
            <a:spLocks xmlns:a="http://schemas.openxmlformats.org/drawingml/2006/main" noGrp="1"/>
          </p:cNvSpPr>
          <p:nvPr/>
        </p:nvSpPr>
        <p:spPr>
          <a:xfrm xmlns:a="http://schemas.openxmlformats.org/drawingml/2006/main">
            <a:off x="29622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2</a:t>
            </a:r>
          </a:p>
        </p:txBody>
      </p:sp>
      <p:sp>
        <p:nvSpPr>
          <p:cNvPr id="32" name="figure-216">
            <a:extLst xmlns:a="http://schemas.openxmlformats.org/drawingml/2006/main">
              <a:ext uri="{FF2B5EF4-FFF2-40B4-BE49-F238E27FC236}">
                <a16:creationId xmlns:a16="http://schemas.microsoft.com/office/drawing/2014/main" id="{0C38C7DD-F725-47EF-9FAB-111A6A9484BA}"/>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217">
            <a:extLst xmlns:a="http://schemas.openxmlformats.org/drawingml/2006/main">
              <a:ext uri="{FF2B5EF4-FFF2-40B4-BE49-F238E27FC236}">
                <a16:creationId xmlns:a16="http://schemas.microsoft.com/office/drawing/2014/main" id="{BEED2D29-709A-4585-95C1-11CA8800F9C9}"/>
              </a:ext>
            </a:extLst>
          </p:cNvPr>
          <p:cNvSpPr>
            <a:spLocks xmlns:a="http://schemas.openxmlformats.org/drawingml/2006/main" noGrp="1"/>
          </p:cNvSpPr>
          <p:nvPr/>
        </p:nvSpPr>
        <p:spPr>
          <a:xfrm xmlns:a="http://schemas.openxmlformats.org/drawingml/2006/main">
            <a:off x="36480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1</a:t>
            </a:r>
          </a:p>
        </p:txBody>
      </p:sp>
      <p:sp>
        <p:nvSpPr>
          <p:cNvPr id="34" name="figure-218">
            <a:extLst xmlns:a="http://schemas.openxmlformats.org/drawingml/2006/main">
              <a:ext uri="{FF2B5EF4-FFF2-40B4-BE49-F238E27FC236}">
                <a16:creationId xmlns:a16="http://schemas.microsoft.com/office/drawing/2014/main" id="{BF111E88-7748-4BFA-B547-BEBCB212251B}"/>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219">
            <a:extLst xmlns:a="http://schemas.openxmlformats.org/drawingml/2006/main">
              <a:ext uri="{FF2B5EF4-FFF2-40B4-BE49-F238E27FC236}">
                <a16:creationId xmlns:a16="http://schemas.microsoft.com/office/drawing/2014/main" id="{D65BD4B2-87FD-4053-B5D8-B1A4E58376D5}"/>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출발</a:t>
            </a:r>
          </a:p>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4</a:t>
            </a:r>
          </a:p>
        </p:txBody>
      </p:sp>
      <p:sp>
        <p:nvSpPr>
          <p:cNvPr id="36" name="figure-220">
            <a:extLst xmlns:a="http://schemas.openxmlformats.org/drawingml/2006/main">
              <a:ext uri="{FF2B5EF4-FFF2-40B4-BE49-F238E27FC236}">
                <a16:creationId xmlns:a16="http://schemas.microsoft.com/office/drawing/2014/main" id="{3B1C51F3-5F3C-4CEE-9F9A-C9D033B878C5}"/>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7" name="figure-221">
            <a:extLst xmlns:a="http://schemas.openxmlformats.org/drawingml/2006/main">
              <a:ext uri="{FF2B5EF4-FFF2-40B4-BE49-F238E27FC236}">
                <a16:creationId xmlns:a16="http://schemas.microsoft.com/office/drawing/2014/main" id="{523A55B7-2381-4606-92FA-F20145E6D2C8}"/>
              </a:ext>
            </a:extLst>
          </p:cNvPr>
          <p:cNvSpPr>
            <a:spLocks xmlns:a="http://schemas.openxmlformats.org/drawingml/2006/main" noGrp="1"/>
          </p:cNvSpPr>
          <p:nvPr/>
        </p:nvSpPr>
        <p:spPr>
          <a:xfrm xmlns:a="http://schemas.openxmlformats.org/drawingml/2006/main">
            <a:off x="15906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3</a:t>
            </a:r>
          </a:p>
        </p:txBody>
      </p:sp>
      <p:sp>
        <p:nvSpPr>
          <p:cNvPr id="38" name="figure-222">
            <a:extLst xmlns:a="http://schemas.openxmlformats.org/drawingml/2006/main">
              <a:ext uri="{FF2B5EF4-FFF2-40B4-BE49-F238E27FC236}">
                <a16:creationId xmlns:a16="http://schemas.microsoft.com/office/drawing/2014/main" id="{DAF6CF49-D67E-4E46-9034-F00C67D2A718}"/>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9" name="figure-223">
            <a:extLst xmlns:a="http://schemas.openxmlformats.org/drawingml/2006/main">
              <a:ext uri="{FF2B5EF4-FFF2-40B4-BE49-F238E27FC236}">
                <a16:creationId xmlns:a16="http://schemas.microsoft.com/office/drawing/2014/main" id="{804D0A32-D374-41E0-8BFD-C929C18CD5A0}"/>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40" name="figure-224">
            <a:extLst xmlns:a="http://schemas.openxmlformats.org/drawingml/2006/main">
              <a:ext uri="{FF2B5EF4-FFF2-40B4-BE49-F238E27FC236}">
                <a16:creationId xmlns:a16="http://schemas.microsoft.com/office/drawing/2014/main" id="{3CD45390-B414-451F-A377-93C6722F3013}"/>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225">
            <a:extLst xmlns:a="http://schemas.openxmlformats.org/drawingml/2006/main">
              <a:ext uri="{FF2B5EF4-FFF2-40B4-BE49-F238E27FC236}">
                <a16:creationId xmlns:a16="http://schemas.microsoft.com/office/drawing/2014/main" id="{133869CA-801B-49D3-B384-FECE1D2EA9A2}"/>
              </a:ext>
            </a:extLst>
          </p:cNvPr>
          <p:cNvSpPr>
            <a:spLocks xmlns:a="http://schemas.openxmlformats.org/drawingml/2006/main" noGrp="1"/>
          </p:cNvSpPr>
          <p:nvPr/>
        </p:nvSpPr>
        <p:spPr>
          <a:xfrm xmlns:a="http://schemas.openxmlformats.org/drawingml/2006/main">
            <a:off x="29622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1</a:t>
            </a:r>
          </a:p>
        </p:txBody>
      </p:sp>
      <p:sp>
        <p:nvSpPr>
          <p:cNvPr id="42" name="figure-226">
            <a:extLst xmlns:a="http://schemas.openxmlformats.org/drawingml/2006/main">
              <a:ext uri="{FF2B5EF4-FFF2-40B4-BE49-F238E27FC236}">
                <a16:creationId xmlns:a16="http://schemas.microsoft.com/office/drawing/2014/main" id="{39EF891C-33C7-4A16-AA6E-70EAA016A3F5}"/>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227">
            <a:extLst xmlns:a="http://schemas.openxmlformats.org/drawingml/2006/main">
              <a:ext uri="{FF2B5EF4-FFF2-40B4-BE49-F238E27FC236}">
                <a16:creationId xmlns:a16="http://schemas.microsoft.com/office/drawing/2014/main" id="{DE88BB86-1486-407B-B972-182BE74ACA8B}"/>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목표</a:t>
            </a:r>
          </a:p>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0</a:t>
            </a:r>
          </a:p>
        </p:txBody>
      </p:sp>
      <p:sp>
        <p:nvSpPr>
          <p:cNvPr id="44" name="figure-228">
            <a:extLst xmlns:a="http://schemas.openxmlformats.org/drawingml/2006/main">
              <a:ext uri="{FF2B5EF4-FFF2-40B4-BE49-F238E27FC236}">
                <a16:creationId xmlns:a16="http://schemas.microsoft.com/office/drawing/2014/main" id="{2B6101F0-FB6B-433C-9349-1C63BAA3A2C6}"/>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229">
            <a:extLst xmlns:a="http://schemas.openxmlformats.org/drawingml/2006/main">
              <a:ext uri="{FF2B5EF4-FFF2-40B4-BE49-F238E27FC236}">
                <a16:creationId xmlns:a16="http://schemas.microsoft.com/office/drawing/2014/main" id="{70C58675-4E27-4110-9756-90EAB722F690}"/>
              </a:ext>
            </a:extLst>
          </p:cNvPr>
          <p:cNvSpPr>
            <a:spLocks xmlns:a="http://schemas.openxmlformats.org/drawingml/2006/main" noGrp="1"/>
          </p:cNvSpPr>
          <p:nvPr/>
        </p:nvSpPr>
        <p:spPr>
          <a:xfrm xmlns:a="http://schemas.openxmlformats.org/drawingml/2006/main">
            <a:off x="9048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5</a:t>
            </a:r>
          </a:p>
        </p:txBody>
      </p:sp>
      <p:sp>
        <p:nvSpPr>
          <p:cNvPr id="46" name="figure-230">
            <a:extLst xmlns:a="http://schemas.openxmlformats.org/drawingml/2006/main">
              <a:ext uri="{FF2B5EF4-FFF2-40B4-BE49-F238E27FC236}">
                <a16:creationId xmlns:a16="http://schemas.microsoft.com/office/drawing/2014/main" id="{73B23018-D9FC-4932-AE8B-A2FCA0FFA586}"/>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7" name="figure-231">
            <a:extLst xmlns:a="http://schemas.openxmlformats.org/drawingml/2006/main">
              <a:ext uri="{FF2B5EF4-FFF2-40B4-BE49-F238E27FC236}">
                <a16:creationId xmlns:a16="http://schemas.microsoft.com/office/drawing/2014/main" id="{5707C34D-43E6-4C1C-ABB8-C2D42F690808}"/>
              </a:ext>
            </a:extLst>
          </p:cNvPr>
          <p:cNvSpPr>
            <a:spLocks xmlns:a="http://schemas.openxmlformats.org/drawingml/2006/main" noGrp="1"/>
          </p:cNvSpPr>
          <p:nvPr/>
        </p:nvSpPr>
        <p:spPr>
          <a:xfrm xmlns:a="http://schemas.openxmlformats.org/drawingml/2006/main">
            <a:off x="15906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4</a:t>
            </a:r>
          </a:p>
        </p:txBody>
      </p:sp>
      <p:sp>
        <p:nvSpPr>
          <p:cNvPr id="48" name="figure-232">
            <a:extLst xmlns:a="http://schemas.openxmlformats.org/drawingml/2006/main">
              <a:ext uri="{FF2B5EF4-FFF2-40B4-BE49-F238E27FC236}">
                <a16:creationId xmlns:a16="http://schemas.microsoft.com/office/drawing/2014/main" id="{E4D1812A-0AF5-43B7-A17B-68982DDE8D32}"/>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49" name="figure-233">
            <a:extLst xmlns:a="http://schemas.openxmlformats.org/drawingml/2006/main">
              <a:ext uri="{FF2B5EF4-FFF2-40B4-BE49-F238E27FC236}">
                <a16:creationId xmlns:a16="http://schemas.microsoft.com/office/drawing/2014/main" id="{70B1EA6F-89B8-4379-ABDB-5FB4B8D42A27}"/>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50" name="figure-234">
            <a:extLst xmlns:a="http://schemas.openxmlformats.org/drawingml/2006/main">
              <a:ext uri="{FF2B5EF4-FFF2-40B4-BE49-F238E27FC236}">
                <a16:creationId xmlns:a16="http://schemas.microsoft.com/office/drawing/2014/main" id="{169BF026-4E63-4A9C-B7A0-5D4CB370E82D}"/>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1" name="figure-235">
            <a:extLst xmlns:a="http://schemas.openxmlformats.org/drawingml/2006/main">
              <a:ext uri="{FF2B5EF4-FFF2-40B4-BE49-F238E27FC236}">
                <a16:creationId xmlns:a16="http://schemas.microsoft.com/office/drawing/2014/main" id="{16F72B58-ED42-431C-87F7-EBD4ADB86F10}"/>
              </a:ext>
            </a:extLst>
          </p:cNvPr>
          <p:cNvSpPr>
            <a:spLocks xmlns:a="http://schemas.openxmlformats.org/drawingml/2006/main" noGrp="1"/>
          </p:cNvSpPr>
          <p:nvPr/>
        </p:nvSpPr>
        <p:spPr>
          <a:xfrm xmlns:a="http://schemas.openxmlformats.org/drawingml/2006/main">
            <a:off x="29622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2</a:t>
            </a:r>
          </a:p>
        </p:txBody>
      </p:sp>
      <p:sp>
        <p:nvSpPr>
          <p:cNvPr id="52" name="figure-236">
            <a:extLst xmlns:a="http://schemas.openxmlformats.org/drawingml/2006/main">
              <a:ext uri="{FF2B5EF4-FFF2-40B4-BE49-F238E27FC236}">
                <a16:creationId xmlns:a16="http://schemas.microsoft.com/office/drawing/2014/main" id="{FB78FACB-5DC2-44A0-A98C-20312C6E7264}"/>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3" name="figure-237">
            <a:extLst xmlns:a="http://schemas.openxmlformats.org/drawingml/2006/main">
              <a:ext uri="{FF2B5EF4-FFF2-40B4-BE49-F238E27FC236}">
                <a16:creationId xmlns:a16="http://schemas.microsoft.com/office/drawing/2014/main" id="{F6A8FE78-C9F7-4859-8A14-48EFCFFA7043}"/>
              </a:ext>
            </a:extLst>
          </p:cNvPr>
          <p:cNvSpPr>
            <a:spLocks xmlns:a="http://schemas.openxmlformats.org/drawingml/2006/main" noGrp="1"/>
          </p:cNvSpPr>
          <p:nvPr/>
        </p:nvSpPr>
        <p:spPr>
          <a:xfrm xmlns:a="http://schemas.openxmlformats.org/drawingml/2006/main">
            <a:off x="36480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1</a:t>
            </a:r>
          </a:p>
        </p:txBody>
      </p:sp>
      <p:sp>
        <p:nvSpPr>
          <p:cNvPr id="54" name="figure-238">
            <a:extLst xmlns:a="http://schemas.openxmlformats.org/drawingml/2006/main">
              <a:ext uri="{FF2B5EF4-FFF2-40B4-BE49-F238E27FC236}">
                <a16:creationId xmlns:a16="http://schemas.microsoft.com/office/drawing/2014/main" id="{28B31BB7-312E-4120-BEB5-DF9922BCDF5B}"/>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5" name="figure-239">
            <a:extLst xmlns:a="http://schemas.openxmlformats.org/drawingml/2006/main">
              <a:ext uri="{FF2B5EF4-FFF2-40B4-BE49-F238E27FC236}">
                <a16:creationId xmlns:a16="http://schemas.microsoft.com/office/drawing/2014/main" id="{3E14D794-AC75-4BA3-8F35-A66D3C4DDB7B}"/>
              </a:ext>
            </a:extLst>
          </p:cNvPr>
          <p:cNvSpPr>
            <a:spLocks xmlns:a="http://schemas.openxmlformats.org/drawingml/2006/main" noGrp="1"/>
          </p:cNvSpPr>
          <p:nvPr/>
        </p:nvSpPr>
        <p:spPr>
          <a:xfrm xmlns:a="http://schemas.openxmlformats.org/drawingml/2006/main">
            <a:off x="904875" y="48863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6</a:t>
            </a:r>
          </a:p>
        </p:txBody>
      </p:sp>
      <p:sp>
        <p:nvSpPr>
          <p:cNvPr id="56" name="figure-240">
            <a:extLst xmlns:a="http://schemas.openxmlformats.org/drawingml/2006/main">
              <a:ext uri="{FF2B5EF4-FFF2-40B4-BE49-F238E27FC236}">
                <a16:creationId xmlns:a16="http://schemas.microsoft.com/office/drawing/2014/main" id="{ABB168CF-DA2E-42FA-8A36-9FC1C6DE1FBF}"/>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7" name="figure-241">
            <a:extLst xmlns:a="http://schemas.openxmlformats.org/drawingml/2006/main">
              <a:ext uri="{FF2B5EF4-FFF2-40B4-BE49-F238E27FC236}">
                <a16:creationId xmlns:a16="http://schemas.microsoft.com/office/drawing/2014/main" id="{1A451F97-B1D6-4338-93C2-C84CE430E306}"/>
              </a:ext>
            </a:extLst>
          </p:cNvPr>
          <p:cNvSpPr>
            <a:spLocks xmlns:a="http://schemas.openxmlformats.org/drawingml/2006/main" noGrp="1"/>
          </p:cNvSpPr>
          <p:nvPr/>
        </p:nvSpPr>
        <p:spPr>
          <a:xfrm xmlns:a="http://schemas.openxmlformats.org/drawingml/2006/main">
            <a:off x="1590675" y="48863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5</a:t>
            </a:r>
          </a:p>
        </p:txBody>
      </p:sp>
      <p:sp>
        <p:nvSpPr>
          <p:cNvPr id="58" name="figure-242">
            <a:extLst xmlns:a="http://schemas.openxmlformats.org/drawingml/2006/main">
              <a:ext uri="{FF2B5EF4-FFF2-40B4-BE49-F238E27FC236}">
                <a16:creationId xmlns:a16="http://schemas.microsoft.com/office/drawing/2014/main" id="{F0960E9C-B8FD-43E0-9355-03751F212EA5}"/>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59" name="figure-243">
            <a:extLst xmlns:a="http://schemas.openxmlformats.org/drawingml/2006/main">
              <a:ext uri="{FF2B5EF4-FFF2-40B4-BE49-F238E27FC236}">
                <a16:creationId xmlns:a16="http://schemas.microsoft.com/office/drawing/2014/main" id="{51EEE8A6-D526-4330-BC3E-CCB8C1DB8D47}"/>
              </a:ext>
            </a:extLst>
          </p:cNvPr>
          <p:cNvSpPr>
            <a:spLocks xmlns:a="http://schemas.openxmlformats.org/drawingml/2006/main" noGrp="1"/>
          </p:cNvSpPr>
          <p:nvPr/>
        </p:nvSpPr>
        <p:spPr>
          <a:xfrm xmlns:a="http://schemas.openxmlformats.org/drawingml/2006/main">
            <a:off x="2276475" y="48863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4</a:t>
            </a:r>
          </a:p>
        </p:txBody>
      </p:sp>
      <p:sp>
        <p:nvSpPr>
          <p:cNvPr id="60" name="figure-244">
            <a:extLst xmlns:a="http://schemas.openxmlformats.org/drawingml/2006/main">
              <a:ext uri="{FF2B5EF4-FFF2-40B4-BE49-F238E27FC236}">
                <a16:creationId xmlns:a16="http://schemas.microsoft.com/office/drawing/2014/main" id="{D3CF0EA0-118D-476E-999D-D6A037127C75}"/>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61" name="figure-245">
            <a:extLst xmlns:a="http://schemas.openxmlformats.org/drawingml/2006/main">
              <a:ext uri="{FF2B5EF4-FFF2-40B4-BE49-F238E27FC236}">
                <a16:creationId xmlns:a16="http://schemas.microsoft.com/office/drawing/2014/main" id="{1B58966B-6F7A-4005-BA68-4CA573CFC04A}"/>
              </a:ext>
            </a:extLst>
          </p:cNvPr>
          <p:cNvSpPr>
            <a:spLocks xmlns:a="http://schemas.openxmlformats.org/drawingml/2006/main" noGrp="1"/>
          </p:cNvSpPr>
          <p:nvPr/>
        </p:nvSpPr>
        <p:spPr>
          <a:xfrm xmlns:a="http://schemas.openxmlformats.org/drawingml/2006/main">
            <a:off x="2962275" y="48863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3</a:t>
            </a:r>
          </a:p>
        </p:txBody>
      </p:sp>
      <p:sp>
        <p:nvSpPr>
          <p:cNvPr id="62" name="figure-246">
            <a:extLst xmlns:a="http://schemas.openxmlformats.org/drawingml/2006/main">
              <a:ext uri="{FF2B5EF4-FFF2-40B4-BE49-F238E27FC236}">
                <a16:creationId xmlns:a16="http://schemas.microsoft.com/office/drawing/2014/main" id="{061D529A-3616-4791-A3D1-1B1FF7E99842}"/>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63" name="figure-247">
            <a:extLst xmlns:a="http://schemas.openxmlformats.org/drawingml/2006/main">
              <a:ext uri="{FF2B5EF4-FFF2-40B4-BE49-F238E27FC236}">
                <a16:creationId xmlns:a16="http://schemas.microsoft.com/office/drawing/2014/main" id="{764378DE-F140-49FE-AA53-683FE29BE22C}"/>
              </a:ext>
            </a:extLst>
          </p:cNvPr>
          <p:cNvSpPr>
            <a:spLocks xmlns:a="http://schemas.openxmlformats.org/drawingml/2006/main" noGrp="1"/>
          </p:cNvSpPr>
          <p:nvPr/>
        </p:nvSpPr>
        <p:spPr>
          <a:xfrm xmlns:a="http://schemas.openxmlformats.org/drawingml/2006/main">
            <a:off x="3648075" y="48863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2</a:t>
            </a:r>
          </a:p>
        </p:txBody>
      </p:sp>
      <p:sp>
        <p:nvSpPr>
          <p:cNvPr id="64" name="figure-248">
            <a:extLst xmlns:a="http://schemas.openxmlformats.org/drawingml/2006/main">
              <a:ext uri="{FF2B5EF4-FFF2-40B4-BE49-F238E27FC236}">
                <a16:creationId xmlns:a16="http://schemas.microsoft.com/office/drawing/2014/main" id="{FAA4C7B4-F576-43A2-8DF8-D4404AADA374}"/>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출발에서 목표까지 가로 4칸</a:t>
            </a:r>
          </a:p>
        </p:txBody>
      </p:sp>
      <p:sp>
        <p:nvSpPr>
          <p:cNvPr id="65" name="figure-249">
            <a:extLst xmlns:a="http://schemas.openxmlformats.org/drawingml/2006/main">
              <a:ext uri="{FF2B5EF4-FFF2-40B4-BE49-F238E27FC236}">
                <a16:creationId xmlns:a16="http://schemas.microsoft.com/office/drawing/2014/main" id="{3FACA1F2-D3B7-419D-853F-684688E17F51}"/>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같은 줄이므로 세로 0칸</a:t>
            </a:r>
          </a:p>
        </p:txBody>
      </p:sp>
      <p:sp>
        <p:nvSpPr>
          <p:cNvPr id="66" name="figure-250">
            <a:extLst xmlns:a="http://schemas.openxmlformats.org/drawingml/2006/main">
              <a:ext uri="{FF2B5EF4-FFF2-40B4-BE49-F238E27FC236}">
                <a16:creationId xmlns:a16="http://schemas.microsoft.com/office/drawing/2014/main" id="{B5C900E0-1732-4D29-9A24-049F2FD50972}"/>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벽을 잠깐 빼고 생각하면</a:t>
            </a:r>
          </a:p>
        </p:txBody>
      </p:sp>
      <p:sp>
        <p:nvSpPr>
          <p:cNvPr id="67" name="figure-251">
            <a:extLst xmlns:a="http://schemas.openxmlformats.org/drawingml/2006/main">
              <a:ext uri="{FF2B5EF4-FFF2-40B4-BE49-F238E27FC236}">
                <a16:creationId xmlns:a16="http://schemas.microsoft.com/office/drawing/2014/main" id="{345E32CF-4630-4B12-A246-CB104756D0DD}"/>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남은 값은 4 + 0 = 4</a:t>
            </a:r>
          </a:p>
        </p:txBody>
      </p:sp>
      <p:sp>
        <p:nvSpPr>
          <p:cNvPr id="68" name="figure-252">
            <a:extLst xmlns:a="http://schemas.openxmlformats.org/drawingml/2006/main">
              <a:ext uri="{FF2B5EF4-FFF2-40B4-BE49-F238E27FC236}">
                <a16:creationId xmlns:a16="http://schemas.microsoft.com/office/drawing/2014/main" id="{29924A0D-3F13-486E-A14D-853067CABE9C}"/>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 값은 실제 우회 길을 미리 알아낸 값이 아니다</a:t>
            </a:r>
          </a:p>
        </p:txBody>
      </p:sp>
    </p:spTree>
    <p:extLst>
      <p:ext uri="{BB962C8B-B14F-4D97-AF65-F5344CB8AC3E}">
        <p14:creationId xmlns:p14="http://schemas.microsoft.com/office/powerpoint/2010/main" val="12144662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figure-253">
            <a:extLst xmlns:a="http://schemas.openxmlformats.org/drawingml/2006/main">
              <a:ext uri="{FF2B5EF4-FFF2-40B4-BE49-F238E27FC236}">
                <a16:creationId xmlns:a16="http://schemas.microsoft.com/office/drawing/2014/main" id="{41A27FEA-BD8D-4B7D-A347-9FBE8422A2D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g는 여기까지 온 값이다</a:t>
            </a:r>
          </a:p>
        </p:txBody>
      </p:sp>
      <p:sp>
        <p:nvSpPr>
          <p:cNvPr id="2" name="figure-254">
            <a:extLst xmlns:a="http://schemas.openxmlformats.org/drawingml/2006/main">
              <a:ext uri="{FF2B5EF4-FFF2-40B4-BE49-F238E27FC236}">
                <a16:creationId xmlns:a16="http://schemas.microsoft.com/office/drawing/2014/main" id="{286833C0-565F-4841-B8BF-7DF6C26874BB}"/>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현재 알고 있는 길을 따라 출발에서 이 칸까지 든 값</a:t>
            </a:r>
          </a:p>
        </p:txBody>
      </p:sp>
      <p:sp>
        <p:nvSpPr>
          <p:cNvPr id="3" name="figure-255">
            <a:extLst xmlns:a="http://schemas.openxmlformats.org/drawingml/2006/main">
              <a:ext uri="{FF2B5EF4-FFF2-40B4-BE49-F238E27FC236}">
                <a16:creationId xmlns:a16="http://schemas.microsoft.com/office/drawing/2014/main" id="{50DE725D-B87A-48B6-8729-284BD7040A5C}"/>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10</a:t>
            </a:r>
          </a:p>
        </p:txBody>
      </p:sp>
      <p:sp>
        <p:nvSpPr>
          <p:cNvPr id="4" name="figure-256">
            <a:extLst xmlns:a="http://schemas.openxmlformats.org/drawingml/2006/main">
              <a:ext uri="{FF2B5EF4-FFF2-40B4-BE49-F238E27FC236}">
                <a16:creationId xmlns:a16="http://schemas.microsoft.com/office/drawing/2014/main" id="{5B147EF6-5F47-4EBA-BBD0-BC82CA5ED403}"/>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257">
            <a:extLst xmlns:a="http://schemas.openxmlformats.org/drawingml/2006/main">
              <a:ext uri="{FF2B5EF4-FFF2-40B4-BE49-F238E27FC236}">
                <a16:creationId xmlns:a16="http://schemas.microsoft.com/office/drawing/2014/main" id="{0ACC7761-E3B3-4F46-BD99-7FBA986CAF7F}"/>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258">
            <a:extLst xmlns:a="http://schemas.openxmlformats.org/drawingml/2006/main">
              <a:ext uri="{FF2B5EF4-FFF2-40B4-BE49-F238E27FC236}">
                <a16:creationId xmlns:a16="http://schemas.microsoft.com/office/drawing/2014/main" id="{5ED9735E-8017-4DA0-BDC7-63B664FE3AE8}"/>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259">
            <a:extLst xmlns:a="http://schemas.openxmlformats.org/drawingml/2006/main">
              <a:ext uri="{FF2B5EF4-FFF2-40B4-BE49-F238E27FC236}">
                <a16:creationId xmlns:a16="http://schemas.microsoft.com/office/drawing/2014/main" id="{46E5EF12-7FB8-4305-9C29-F5F377501973}"/>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260">
            <a:extLst xmlns:a="http://schemas.openxmlformats.org/drawingml/2006/main">
              <a:ext uri="{FF2B5EF4-FFF2-40B4-BE49-F238E27FC236}">
                <a16:creationId xmlns:a16="http://schemas.microsoft.com/office/drawing/2014/main" id="{786B4676-541B-4A43-BCDB-F0C1732C5867}"/>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261">
            <a:extLst xmlns:a="http://schemas.openxmlformats.org/drawingml/2006/main">
              <a:ext uri="{FF2B5EF4-FFF2-40B4-BE49-F238E27FC236}">
                <a16:creationId xmlns:a16="http://schemas.microsoft.com/office/drawing/2014/main" id="{6FFFA7DC-A7CC-40B6-8852-08D7D5C5C312}"/>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262">
            <a:extLst xmlns:a="http://schemas.openxmlformats.org/drawingml/2006/main">
              <a:ext uri="{FF2B5EF4-FFF2-40B4-BE49-F238E27FC236}">
                <a16:creationId xmlns:a16="http://schemas.microsoft.com/office/drawing/2014/main" id="{AE796BAF-3C9D-4BD1-B7A0-52B1110898E4}"/>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263">
            <a:extLst xmlns:a="http://schemas.openxmlformats.org/drawingml/2006/main">
              <a:ext uri="{FF2B5EF4-FFF2-40B4-BE49-F238E27FC236}">
                <a16:creationId xmlns:a16="http://schemas.microsoft.com/office/drawing/2014/main" id="{80B3D875-7419-49A0-B45F-8D5CF32B1B32}"/>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264">
            <a:extLst xmlns:a="http://schemas.openxmlformats.org/drawingml/2006/main">
              <a:ext uri="{FF2B5EF4-FFF2-40B4-BE49-F238E27FC236}">
                <a16:creationId xmlns:a16="http://schemas.microsoft.com/office/drawing/2014/main" id="{D3E60AC3-39E5-431C-9256-D6225B8CD8FA}"/>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265">
            <a:extLst xmlns:a="http://schemas.openxmlformats.org/drawingml/2006/main">
              <a:ext uri="{FF2B5EF4-FFF2-40B4-BE49-F238E27FC236}">
                <a16:creationId xmlns:a16="http://schemas.microsoft.com/office/drawing/2014/main" id="{8A1F3112-D5D1-400C-80F0-E1179BD30CE5}"/>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266">
            <a:extLst xmlns:a="http://schemas.openxmlformats.org/drawingml/2006/main">
              <a:ext uri="{FF2B5EF4-FFF2-40B4-BE49-F238E27FC236}">
                <a16:creationId xmlns:a16="http://schemas.microsoft.com/office/drawing/2014/main" id="{3DC6A417-02D6-4D61-8E42-6DFF6E519DAD}"/>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267">
            <a:extLst xmlns:a="http://schemas.openxmlformats.org/drawingml/2006/main">
              <a:ext uri="{FF2B5EF4-FFF2-40B4-BE49-F238E27FC236}">
                <a16:creationId xmlns:a16="http://schemas.microsoft.com/office/drawing/2014/main" id="{9B69DE03-9491-4932-9667-0A580D001F17}"/>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268">
            <a:extLst xmlns:a="http://schemas.openxmlformats.org/drawingml/2006/main">
              <a:ext uri="{FF2B5EF4-FFF2-40B4-BE49-F238E27FC236}">
                <a16:creationId xmlns:a16="http://schemas.microsoft.com/office/drawing/2014/main" id="{BE00ADDB-C8F3-4CAC-8EB0-C9FA91F6E684}"/>
              </a:ext>
            </a:extLst>
          </p:cNvPr>
          <p:cNvSpPr>
            <a:spLocks xmlns:a="http://schemas.openxmlformats.org/drawingml/2006/main" noGrp="1"/>
          </p:cNvSpPr>
          <p:nvPr/>
        </p:nvSpPr>
        <p:spPr>
          <a:xfrm xmlns:a="http://schemas.openxmlformats.org/drawingml/2006/main">
            <a:off x="15906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3</a:t>
            </a:r>
          </a:p>
        </p:txBody>
      </p:sp>
      <p:sp>
        <p:nvSpPr>
          <p:cNvPr id="17" name="figure-269">
            <a:extLst xmlns:a="http://schemas.openxmlformats.org/drawingml/2006/main">
              <a:ext uri="{FF2B5EF4-FFF2-40B4-BE49-F238E27FC236}">
                <a16:creationId xmlns:a16="http://schemas.microsoft.com/office/drawing/2014/main" id="{A300F563-8C3F-435C-811D-6DB106C6DC8B}"/>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270">
            <a:extLst xmlns:a="http://schemas.openxmlformats.org/drawingml/2006/main">
              <a:ext uri="{FF2B5EF4-FFF2-40B4-BE49-F238E27FC236}">
                <a16:creationId xmlns:a16="http://schemas.microsoft.com/office/drawing/2014/main" id="{E69F0F2A-1EB8-4FC3-9F95-1A3BC95F9471}"/>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271">
            <a:extLst xmlns:a="http://schemas.openxmlformats.org/drawingml/2006/main">
              <a:ext uri="{FF2B5EF4-FFF2-40B4-BE49-F238E27FC236}">
                <a16:creationId xmlns:a16="http://schemas.microsoft.com/office/drawing/2014/main" id="{B7B2EB1E-E09B-43E3-8918-652D98988E7B}"/>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272">
            <a:extLst xmlns:a="http://schemas.openxmlformats.org/drawingml/2006/main">
              <a:ext uri="{FF2B5EF4-FFF2-40B4-BE49-F238E27FC236}">
                <a16:creationId xmlns:a16="http://schemas.microsoft.com/office/drawing/2014/main" id="{2C83C54A-12B8-4E9B-8B08-83B749EEE19E}"/>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273">
            <a:extLst xmlns:a="http://schemas.openxmlformats.org/drawingml/2006/main">
              <a:ext uri="{FF2B5EF4-FFF2-40B4-BE49-F238E27FC236}">
                <a16:creationId xmlns:a16="http://schemas.microsoft.com/office/drawing/2014/main" id="{85BFE9FF-64EF-458C-A7DC-FE2BFBC28B81}"/>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2" name="figure-274">
            <a:extLst xmlns:a="http://schemas.openxmlformats.org/drawingml/2006/main">
              <a:ext uri="{FF2B5EF4-FFF2-40B4-BE49-F238E27FC236}">
                <a16:creationId xmlns:a16="http://schemas.microsoft.com/office/drawing/2014/main" id="{D38EA44C-5A30-4C71-8380-F971FFB53734}"/>
              </a:ext>
            </a:extLst>
          </p:cNvPr>
          <p:cNvSpPr>
            <a:spLocks xmlns:a="http://schemas.openxmlformats.org/drawingml/2006/main" noGrp="1"/>
          </p:cNvSpPr>
          <p:nvPr/>
        </p:nvSpPr>
        <p:spPr>
          <a:xfrm xmlns:a="http://schemas.openxmlformats.org/drawingml/2006/main">
            <a:off x="15906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2</a:t>
            </a:r>
          </a:p>
        </p:txBody>
      </p:sp>
      <p:sp>
        <p:nvSpPr>
          <p:cNvPr id="23" name="figure-275">
            <a:extLst xmlns:a="http://schemas.openxmlformats.org/drawingml/2006/main">
              <a:ext uri="{FF2B5EF4-FFF2-40B4-BE49-F238E27FC236}">
                <a16:creationId xmlns:a16="http://schemas.microsoft.com/office/drawing/2014/main" id="{3A621D4F-3307-4D39-80A7-F9C3F9CE5B93}"/>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4" name="figure-276">
            <a:extLst xmlns:a="http://schemas.openxmlformats.org/drawingml/2006/main">
              <a:ext uri="{FF2B5EF4-FFF2-40B4-BE49-F238E27FC236}">
                <a16:creationId xmlns:a16="http://schemas.microsoft.com/office/drawing/2014/main" id="{F694E0BE-4FC4-481B-8B14-4436FC9013BD}"/>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5" name="figure-277">
            <a:extLst xmlns:a="http://schemas.openxmlformats.org/drawingml/2006/main">
              <a:ext uri="{FF2B5EF4-FFF2-40B4-BE49-F238E27FC236}">
                <a16:creationId xmlns:a16="http://schemas.microsoft.com/office/drawing/2014/main" id="{A80F34C8-29BE-43A2-A40D-0BCA258DD853}"/>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278">
            <a:extLst xmlns:a="http://schemas.openxmlformats.org/drawingml/2006/main">
              <a:ext uri="{FF2B5EF4-FFF2-40B4-BE49-F238E27FC236}">
                <a16:creationId xmlns:a16="http://schemas.microsoft.com/office/drawing/2014/main" id="{60E03275-E1E5-4692-BAC0-8A8587E23F73}"/>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279">
            <a:extLst xmlns:a="http://schemas.openxmlformats.org/drawingml/2006/main">
              <a:ext uri="{FF2B5EF4-FFF2-40B4-BE49-F238E27FC236}">
                <a16:creationId xmlns:a16="http://schemas.microsoft.com/office/drawing/2014/main" id="{6B8EEA11-CEF8-474E-8648-97DC6C485E19}"/>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8" name="figure-280">
            <a:extLst xmlns:a="http://schemas.openxmlformats.org/drawingml/2006/main">
              <a:ext uri="{FF2B5EF4-FFF2-40B4-BE49-F238E27FC236}">
                <a16:creationId xmlns:a16="http://schemas.microsoft.com/office/drawing/2014/main" id="{19168A05-4175-4EBC-A7E8-B4B6704CA59D}"/>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출발</a:t>
            </a:r>
          </a:p>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0</a:t>
            </a:r>
          </a:p>
        </p:txBody>
      </p:sp>
      <p:sp>
        <p:nvSpPr>
          <p:cNvPr id="29" name="figure-281">
            <a:extLst xmlns:a="http://schemas.openxmlformats.org/drawingml/2006/main">
              <a:ext uri="{FF2B5EF4-FFF2-40B4-BE49-F238E27FC236}">
                <a16:creationId xmlns:a16="http://schemas.microsoft.com/office/drawing/2014/main" id="{9EF6B6E2-0006-487C-864B-CF6B2D795A92}"/>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282">
            <a:extLst xmlns:a="http://schemas.openxmlformats.org/drawingml/2006/main">
              <a:ext uri="{FF2B5EF4-FFF2-40B4-BE49-F238E27FC236}">
                <a16:creationId xmlns:a16="http://schemas.microsoft.com/office/drawing/2014/main" id="{59AF1CC1-EC4C-4799-A53C-11FE87FA9BEB}"/>
              </a:ext>
            </a:extLst>
          </p:cNvPr>
          <p:cNvSpPr>
            <a:spLocks xmlns:a="http://schemas.openxmlformats.org/drawingml/2006/main" noGrp="1"/>
          </p:cNvSpPr>
          <p:nvPr/>
        </p:nvSpPr>
        <p:spPr>
          <a:xfrm xmlns:a="http://schemas.openxmlformats.org/drawingml/2006/main">
            <a:off x="15906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1</a:t>
            </a:r>
          </a:p>
        </p:txBody>
      </p:sp>
      <p:sp>
        <p:nvSpPr>
          <p:cNvPr id="31" name="figure-283">
            <a:extLst xmlns:a="http://schemas.openxmlformats.org/drawingml/2006/main">
              <a:ext uri="{FF2B5EF4-FFF2-40B4-BE49-F238E27FC236}">
                <a16:creationId xmlns:a16="http://schemas.microsoft.com/office/drawing/2014/main" id="{963FA540-51C0-4EA7-95E7-29782EB884C1}"/>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2" name="figure-284">
            <a:extLst xmlns:a="http://schemas.openxmlformats.org/drawingml/2006/main">
              <a:ext uri="{FF2B5EF4-FFF2-40B4-BE49-F238E27FC236}">
                <a16:creationId xmlns:a16="http://schemas.microsoft.com/office/drawing/2014/main" id="{56BA5247-B82F-4641-B538-2F4B6AE5BC7F}"/>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3" name="figure-285">
            <a:extLst xmlns:a="http://schemas.openxmlformats.org/drawingml/2006/main">
              <a:ext uri="{FF2B5EF4-FFF2-40B4-BE49-F238E27FC236}">
                <a16:creationId xmlns:a16="http://schemas.microsoft.com/office/drawing/2014/main" id="{E3020B0A-8D85-4113-B51A-006ACD3C74AD}"/>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4" name="figure-286">
            <a:extLst xmlns:a="http://schemas.openxmlformats.org/drawingml/2006/main">
              <a:ext uri="{FF2B5EF4-FFF2-40B4-BE49-F238E27FC236}">
                <a16:creationId xmlns:a16="http://schemas.microsoft.com/office/drawing/2014/main" id="{5F68E00B-F16D-4C83-BC5A-8E803511251B}"/>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287">
            <a:extLst xmlns:a="http://schemas.openxmlformats.org/drawingml/2006/main">
              <a:ext uri="{FF2B5EF4-FFF2-40B4-BE49-F238E27FC236}">
                <a16:creationId xmlns:a16="http://schemas.microsoft.com/office/drawing/2014/main" id="{1CFFF3C0-4A38-4525-9203-C0B7C7E02C51}"/>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6" name="figure-288">
            <a:extLst xmlns:a="http://schemas.openxmlformats.org/drawingml/2006/main">
              <a:ext uri="{FF2B5EF4-FFF2-40B4-BE49-F238E27FC236}">
                <a16:creationId xmlns:a16="http://schemas.microsoft.com/office/drawing/2014/main" id="{5BEDB379-8C0B-49D8-9412-2A01A9122494}"/>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7" name="figure-289">
            <a:extLst xmlns:a="http://schemas.openxmlformats.org/drawingml/2006/main">
              <a:ext uri="{FF2B5EF4-FFF2-40B4-BE49-F238E27FC236}">
                <a16:creationId xmlns:a16="http://schemas.microsoft.com/office/drawing/2014/main" id="{C9566233-78DB-49C0-9C7B-DED807F8328B}"/>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290">
            <a:extLst xmlns:a="http://schemas.openxmlformats.org/drawingml/2006/main">
              <a:ext uri="{FF2B5EF4-FFF2-40B4-BE49-F238E27FC236}">
                <a16:creationId xmlns:a16="http://schemas.microsoft.com/office/drawing/2014/main" id="{9A86A2FD-F1A5-4369-9CF8-72432F748914}"/>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9" name="figure-291">
            <a:extLst xmlns:a="http://schemas.openxmlformats.org/drawingml/2006/main">
              <a:ext uri="{FF2B5EF4-FFF2-40B4-BE49-F238E27FC236}">
                <a16:creationId xmlns:a16="http://schemas.microsoft.com/office/drawing/2014/main" id="{F3794320-EB31-45C0-802F-285F51762670}"/>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40" name="figure-292">
            <a:extLst xmlns:a="http://schemas.openxmlformats.org/drawingml/2006/main">
              <a:ext uri="{FF2B5EF4-FFF2-40B4-BE49-F238E27FC236}">
                <a16:creationId xmlns:a16="http://schemas.microsoft.com/office/drawing/2014/main" id="{1807A008-C480-4DB7-8DC0-15AA84167FF5}"/>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293">
            <a:extLst xmlns:a="http://schemas.openxmlformats.org/drawingml/2006/main">
              <a:ext uri="{FF2B5EF4-FFF2-40B4-BE49-F238E27FC236}">
                <a16:creationId xmlns:a16="http://schemas.microsoft.com/office/drawing/2014/main" id="{91FE3DDA-8B26-42A9-BE90-1FE7A4671552}"/>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294">
            <a:extLst xmlns:a="http://schemas.openxmlformats.org/drawingml/2006/main">
              <a:ext uri="{FF2B5EF4-FFF2-40B4-BE49-F238E27FC236}">
                <a16:creationId xmlns:a16="http://schemas.microsoft.com/office/drawing/2014/main" id="{6D6F9859-EC4A-4A9A-B881-3899DCF68130}"/>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295">
            <a:extLst xmlns:a="http://schemas.openxmlformats.org/drawingml/2006/main">
              <a:ext uri="{FF2B5EF4-FFF2-40B4-BE49-F238E27FC236}">
                <a16:creationId xmlns:a16="http://schemas.microsoft.com/office/drawing/2014/main" id="{43614B6A-FE41-4AB3-9BA1-F44DD9B3B3FF}"/>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296">
            <a:extLst xmlns:a="http://schemas.openxmlformats.org/drawingml/2006/main">
              <a:ext uri="{FF2B5EF4-FFF2-40B4-BE49-F238E27FC236}">
                <a16:creationId xmlns:a16="http://schemas.microsoft.com/office/drawing/2014/main" id="{FB809C39-96C3-4F99-B6A6-D66C3E36D7A2}"/>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297">
            <a:extLst xmlns:a="http://schemas.openxmlformats.org/drawingml/2006/main">
              <a:ext uri="{FF2B5EF4-FFF2-40B4-BE49-F238E27FC236}">
                <a16:creationId xmlns:a16="http://schemas.microsoft.com/office/drawing/2014/main" id="{0D62651E-8C28-49FB-8560-D18568CEC244}"/>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6" name="figure-298">
            <a:extLst xmlns:a="http://schemas.openxmlformats.org/drawingml/2006/main">
              <a:ext uri="{FF2B5EF4-FFF2-40B4-BE49-F238E27FC236}">
                <a16:creationId xmlns:a16="http://schemas.microsoft.com/office/drawing/2014/main" id="{1714BF63-AB3A-438C-93F8-BDE80908B6C4}"/>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7" name="figure-299">
            <a:extLst xmlns:a="http://schemas.openxmlformats.org/drawingml/2006/main">
              <a:ext uri="{FF2B5EF4-FFF2-40B4-BE49-F238E27FC236}">
                <a16:creationId xmlns:a16="http://schemas.microsoft.com/office/drawing/2014/main" id="{81E8A357-9F67-4468-96D0-AFE975D14B83}"/>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출발 칸에서는 0</a:t>
            </a:r>
          </a:p>
        </p:txBody>
      </p:sp>
      <p:sp>
        <p:nvSpPr>
          <p:cNvPr id="48" name="figure-300">
            <a:extLst xmlns:a="http://schemas.openxmlformats.org/drawingml/2006/main">
              <a:ext uri="{FF2B5EF4-FFF2-40B4-BE49-F238E27FC236}">
                <a16:creationId xmlns:a16="http://schemas.microsoft.com/office/drawing/2014/main" id="{2E0FB6F0-29F3-4F44-A7B3-33253DFC5684}"/>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한 칸 옮기면 1</a:t>
            </a:r>
          </a:p>
        </p:txBody>
      </p:sp>
      <p:sp>
        <p:nvSpPr>
          <p:cNvPr id="49" name="figure-301">
            <a:extLst xmlns:a="http://schemas.openxmlformats.org/drawingml/2006/main">
              <a:ext uri="{FF2B5EF4-FFF2-40B4-BE49-F238E27FC236}">
                <a16:creationId xmlns:a16="http://schemas.microsoft.com/office/drawing/2014/main" id="{2DBE2E9C-70C5-4063-96CB-098E194E1411}"/>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두 칸 옮기면 2</a:t>
            </a:r>
          </a:p>
        </p:txBody>
      </p:sp>
      <p:sp>
        <p:nvSpPr>
          <p:cNvPr id="50" name="figure-302">
            <a:extLst xmlns:a="http://schemas.openxmlformats.org/drawingml/2006/main">
              <a:ext uri="{FF2B5EF4-FFF2-40B4-BE49-F238E27FC236}">
                <a16:creationId xmlns:a16="http://schemas.microsoft.com/office/drawing/2014/main" id="{EA5A17B4-55BD-4E68-B47E-BEABD0E95FA8}"/>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더 싼 길을 찾으면 고친다</a:t>
            </a:r>
          </a:p>
        </p:txBody>
      </p:sp>
      <p:sp>
        <p:nvSpPr>
          <p:cNvPr id="51" name="figure-303">
            <a:extLst xmlns:a="http://schemas.openxmlformats.org/drawingml/2006/main">
              <a:ext uri="{FF2B5EF4-FFF2-40B4-BE49-F238E27FC236}">
                <a16:creationId xmlns:a16="http://schemas.microsoft.com/office/drawing/2014/main" id="{21E18F76-08D8-4A45-A60B-A8182B5F253D}"/>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g는 “지금까지 들인 값”을 짧게 쓴 이름이다</a:t>
            </a:r>
          </a:p>
        </p:txBody>
      </p:sp>
    </p:spTree>
    <p:extLst>
      <p:ext uri="{BB962C8B-B14F-4D97-AF65-F5344CB8AC3E}">
        <p14:creationId xmlns:p14="http://schemas.microsoft.com/office/powerpoint/2010/main" val="7978875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figure-304">
            <a:extLst xmlns:a="http://schemas.openxmlformats.org/drawingml/2006/main">
              <a:ext uri="{FF2B5EF4-FFF2-40B4-BE49-F238E27FC236}">
                <a16:creationId xmlns:a16="http://schemas.microsoft.com/office/drawing/2014/main" id="{7B9E2E78-C7B2-4ED4-AE57-98F4056654C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h는 앞으로 남을 값의 예상이다</a:t>
            </a:r>
          </a:p>
        </p:txBody>
      </p:sp>
      <p:sp>
        <p:nvSpPr>
          <p:cNvPr id="2" name="figure-305">
            <a:extLst xmlns:a="http://schemas.openxmlformats.org/drawingml/2006/main">
              <a:ext uri="{FF2B5EF4-FFF2-40B4-BE49-F238E27FC236}">
                <a16:creationId xmlns:a16="http://schemas.microsoft.com/office/drawing/2014/main" id="{0278D2C8-4926-4788-8AB1-5287BF402ACB}"/>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오늘은 벽을 빼고 가로 차이와 세로 차이를 더한다</a:t>
            </a:r>
          </a:p>
        </p:txBody>
      </p:sp>
      <p:sp>
        <p:nvSpPr>
          <p:cNvPr id="3" name="figure-306">
            <a:extLst xmlns:a="http://schemas.openxmlformats.org/drawingml/2006/main">
              <a:ext uri="{FF2B5EF4-FFF2-40B4-BE49-F238E27FC236}">
                <a16:creationId xmlns:a16="http://schemas.microsoft.com/office/drawing/2014/main" id="{7ED57444-CF18-4ED9-B61F-7ABD19D7C1CA}"/>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11</a:t>
            </a:r>
          </a:p>
        </p:txBody>
      </p:sp>
      <p:sp>
        <p:nvSpPr>
          <p:cNvPr id="4" name="figure-307">
            <a:extLst xmlns:a="http://schemas.openxmlformats.org/drawingml/2006/main">
              <a:ext uri="{FF2B5EF4-FFF2-40B4-BE49-F238E27FC236}">
                <a16:creationId xmlns:a16="http://schemas.microsoft.com/office/drawing/2014/main" id="{FE45A859-8B44-46E9-91BD-A408C2759FD7}"/>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308">
            <a:extLst xmlns:a="http://schemas.openxmlformats.org/drawingml/2006/main">
              <a:ext uri="{FF2B5EF4-FFF2-40B4-BE49-F238E27FC236}">
                <a16:creationId xmlns:a16="http://schemas.microsoft.com/office/drawing/2014/main" id="{C08793E9-D791-4304-A073-FFB5AA4B8FC4}"/>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309">
            <a:extLst xmlns:a="http://schemas.openxmlformats.org/drawingml/2006/main">
              <a:ext uri="{FF2B5EF4-FFF2-40B4-BE49-F238E27FC236}">
                <a16:creationId xmlns:a16="http://schemas.microsoft.com/office/drawing/2014/main" id="{5F4E97A9-6848-4AD3-AD36-9FF942333321}"/>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310">
            <a:extLst xmlns:a="http://schemas.openxmlformats.org/drawingml/2006/main">
              <a:ext uri="{FF2B5EF4-FFF2-40B4-BE49-F238E27FC236}">
                <a16:creationId xmlns:a16="http://schemas.microsoft.com/office/drawing/2014/main" id="{7CCA1917-1C22-4B73-B260-A6899E4716E0}"/>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311">
            <a:extLst xmlns:a="http://schemas.openxmlformats.org/drawingml/2006/main">
              <a:ext uri="{FF2B5EF4-FFF2-40B4-BE49-F238E27FC236}">
                <a16:creationId xmlns:a16="http://schemas.microsoft.com/office/drawing/2014/main" id="{C6EED792-B47D-4A09-A8B9-A72D58667367}"/>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312">
            <a:extLst xmlns:a="http://schemas.openxmlformats.org/drawingml/2006/main">
              <a:ext uri="{FF2B5EF4-FFF2-40B4-BE49-F238E27FC236}">
                <a16:creationId xmlns:a16="http://schemas.microsoft.com/office/drawing/2014/main" id="{3535D172-89C5-46AC-820D-07DFFB5F35A0}"/>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313">
            <a:extLst xmlns:a="http://schemas.openxmlformats.org/drawingml/2006/main">
              <a:ext uri="{FF2B5EF4-FFF2-40B4-BE49-F238E27FC236}">
                <a16:creationId xmlns:a16="http://schemas.microsoft.com/office/drawing/2014/main" id="{1BC4A86D-8F15-4EC0-B5E4-59285E7DADC9}"/>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314">
            <a:extLst xmlns:a="http://schemas.openxmlformats.org/drawingml/2006/main">
              <a:ext uri="{FF2B5EF4-FFF2-40B4-BE49-F238E27FC236}">
                <a16:creationId xmlns:a16="http://schemas.microsoft.com/office/drawing/2014/main" id="{31D615EA-D5E0-475D-B114-02B90E4A9AA1}"/>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315">
            <a:extLst xmlns:a="http://schemas.openxmlformats.org/drawingml/2006/main">
              <a:ext uri="{FF2B5EF4-FFF2-40B4-BE49-F238E27FC236}">
                <a16:creationId xmlns:a16="http://schemas.microsoft.com/office/drawing/2014/main" id="{45F9E15D-63B0-43E2-9CD9-46C60695E8E7}"/>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316">
            <a:extLst xmlns:a="http://schemas.openxmlformats.org/drawingml/2006/main">
              <a:ext uri="{FF2B5EF4-FFF2-40B4-BE49-F238E27FC236}">
                <a16:creationId xmlns:a16="http://schemas.microsoft.com/office/drawing/2014/main" id="{85F16E5F-E01C-4A9C-8992-1B5B458F3B5D}"/>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317">
            <a:extLst xmlns:a="http://schemas.openxmlformats.org/drawingml/2006/main">
              <a:ext uri="{FF2B5EF4-FFF2-40B4-BE49-F238E27FC236}">
                <a16:creationId xmlns:a16="http://schemas.microsoft.com/office/drawing/2014/main" id="{DBA75353-B6DC-4ECB-AAAB-D1B00567B1E6}"/>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318">
            <a:extLst xmlns:a="http://schemas.openxmlformats.org/drawingml/2006/main">
              <a:ext uri="{FF2B5EF4-FFF2-40B4-BE49-F238E27FC236}">
                <a16:creationId xmlns:a16="http://schemas.microsoft.com/office/drawing/2014/main" id="{9D49B676-A8DB-4AE5-B924-0E0D19342021}"/>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319">
            <a:extLst xmlns:a="http://schemas.openxmlformats.org/drawingml/2006/main">
              <a:ext uri="{FF2B5EF4-FFF2-40B4-BE49-F238E27FC236}">
                <a16:creationId xmlns:a16="http://schemas.microsoft.com/office/drawing/2014/main" id="{DFCC14F0-530F-467E-94B7-88FA2A8EEB09}"/>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320">
            <a:extLst xmlns:a="http://schemas.openxmlformats.org/drawingml/2006/main">
              <a:ext uri="{FF2B5EF4-FFF2-40B4-BE49-F238E27FC236}">
                <a16:creationId xmlns:a16="http://schemas.microsoft.com/office/drawing/2014/main" id="{3B8F84D6-3B46-48CB-A955-AEDB84E9C060}"/>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321">
            <a:extLst xmlns:a="http://schemas.openxmlformats.org/drawingml/2006/main">
              <a:ext uri="{FF2B5EF4-FFF2-40B4-BE49-F238E27FC236}">
                <a16:creationId xmlns:a16="http://schemas.microsoft.com/office/drawing/2014/main" id="{D5F24EB9-3270-400D-A7D5-06DDAE07058F}"/>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322">
            <a:extLst xmlns:a="http://schemas.openxmlformats.org/drawingml/2006/main">
              <a:ext uri="{FF2B5EF4-FFF2-40B4-BE49-F238E27FC236}">
                <a16:creationId xmlns:a16="http://schemas.microsoft.com/office/drawing/2014/main" id="{06410898-B998-4A07-9798-4B3F03D4A9CA}"/>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323">
            <a:extLst xmlns:a="http://schemas.openxmlformats.org/drawingml/2006/main">
              <a:ext uri="{FF2B5EF4-FFF2-40B4-BE49-F238E27FC236}">
                <a16:creationId xmlns:a16="http://schemas.microsoft.com/office/drawing/2014/main" id="{8F78A371-A64F-40AF-92C0-E6E8C98370EB}"/>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1" name="figure-324">
            <a:extLst xmlns:a="http://schemas.openxmlformats.org/drawingml/2006/main">
              <a:ext uri="{FF2B5EF4-FFF2-40B4-BE49-F238E27FC236}">
                <a16:creationId xmlns:a16="http://schemas.microsoft.com/office/drawing/2014/main" id="{10A3E1BD-C59F-425B-A878-A1C85C13EDBC}"/>
              </a:ext>
            </a:extLst>
          </p:cNvPr>
          <p:cNvSpPr>
            <a:spLocks xmlns:a="http://schemas.openxmlformats.org/drawingml/2006/main" noGrp="1"/>
          </p:cNvSpPr>
          <p:nvPr/>
        </p:nvSpPr>
        <p:spPr>
          <a:xfrm xmlns:a="http://schemas.openxmlformats.org/drawingml/2006/main">
            <a:off x="15906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여기</a:t>
            </a:r>
          </a:p>
        </p:txBody>
      </p:sp>
      <p:sp>
        <p:nvSpPr>
          <p:cNvPr id="22" name="figure-325">
            <a:extLst xmlns:a="http://schemas.openxmlformats.org/drawingml/2006/main">
              <a:ext uri="{FF2B5EF4-FFF2-40B4-BE49-F238E27FC236}">
                <a16:creationId xmlns:a16="http://schemas.microsoft.com/office/drawing/2014/main" id="{2F67B240-2339-473D-8A77-922009AFFE21}"/>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3" name="figure-326">
            <a:extLst xmlns:a="http://schemas.openxmlformats.org/drawingml/2006/main">
              <a:ext uri="{FF2B5EF4-FFF2-40B4-BE49-F238E27FC236}">
                <a16:creationId xmlns:a16="http://schemas.microsoft.com/office/drawing/2014/main" id="{24D3F3EE-ABE4-4BB4-8D3D-F5004F170F2D}"/>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4" name="figure-327">
            <a:extLst xmlns:a="http://schemas.openxmlformats.org/drawingml/2006/main">
              <a:ext uri="{FF2B5EF4-FFF2-40B4-BE49-F238E27FC236}">
                <a16:creationId xmlns:a16="http://schemas.microsoft.com/office/drawing/2014/main" id="{01D45B56-9290-4B69-828A-7595C991DC4D}"/>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328">
            <a:extLst xmlns:a="http://schemas.openxmlformats.org/drawingml/2006/main">
              <a:ext uri="{FF2B5EF4-FFF2-40B4-BE49-F238E27FC236}">
                <a16:creationId xmlns:a16="http://schemas.microsoft.com/office/drawing/2014/main" id="{F8F13C78-4244-4519-8F6B-3419F3ABA29E}"/>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329">
            <a:extLst xmlns:a="http://schemas.openxmlformats.org/drawingml/2006/main">
              <a:ext uri="{FF2B5EF4-FFF2-40B4-BE49-F238E27FC236}">
                <a16:creationId xmlns:a16="http://schemas.microsoft.com/office/drawing/2014/main" id="{EF6B7783-E5CE-4669-98A3-729E392F166D}"/>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330">
            <a:extLst xmlns:a="http://schemas.openxmlformats.org/drawingml/2006/main">
              <a:ext uri="{FF2B5EF4-FFF2-40B4-BE49-F238E27FC236}">
                <a16:creationId xmlns:a16="http://schemas.microsoft.com/office/drawing/2014/main" id="{F675C0D7-B285-4AB0-A106-937E62ADA1C4}"/>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8" name="figure-331">
            <a:extLst xmlns:a="http://schemas.openxmlformats.org/drawingml/2006/main">
              <a:ext uri="{FF2B5EF4-FFF2-40B4-BE49-F238E27FC236}">
                <a16:creationId xmlns:a16="http://schemas.microsoft.com/office/drawing/2014/main" id="{58D6B03F-047A-47C2-BA6F-4304C6B17AE6}"/>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9" name="figure-332">
            <a:extLst xmlns:a="http://schemas.openxmlformats.org/drawingml/2006/main">
              <a:ext uri="{FF2B5EF4-FFF2-40B4-BE49-F238E27FC236}">
                <a16:creationId xmlns:a16="http://schemas.microsoft.com/office/drawing/2014/main" id="{FFE978E9-3287-4B55-8C8A-81120640C1B9}"/>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0" name="figure-333">
            <a:extLst xmlns:a="http://schemas.openxmlformats.org/drawingml/2006/main">
              <a:ext uri="{FF2B5EF4-FFF2-40B4-BE49-F238E27FC236}">
                <a16:creationId xmlns:a16="http://schemas.microsoft.com/office/drawing/2014/main" id="{FAC32B58-4C19-4255-85B0-2D7045EECE52}"/>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1" name="figure-334">
            <a:extLst xmlns:a="http://schemas.openxmlformats.org/drawingml/2006/main">
              <a:ext uri="{FF2B5EF4-FFF2-40B4-BE49-F238E27FC236}">
                <a16:creationId xmlns:a16="http://schemas.microsoft.com/office/drawing/2014/main" id="{EA57CDAD-D5F5-4C9F-8837-A5F58D568598}"/>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335">
            <a:extLst xmlns:a="http://schemas.openxmlformats.org/drawingml/2006/main">
              <a:ext uri="{FF2B5EF4-FFF2-40B4-BE49-F238E27FC236}">
                <a16:creationId xmlns:a16="http://schemas.microsoft.com/office/drawing/2014/main" id="{4B841BCC-30F9-4694-AA51-4DBBC50F3BDE}"/>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336">
            <a:extLst xmlns:a="http://schemas.openxmlformats.org/drawingml/2006/main">
              <a:ext uri="{FF2B5EF4-FFF2-40B4-BE49-F238E27FC236}">
                <a16:creationId xmlns:a16="http://schemas.microsoft.com/office/drawing/2014/main" id="{5D875BB0-7984-4B4A-9A9E-8FEA2D1301B5}"/>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4" name="figure-337">
            <a:extLst xmlns:a="http://schemas.openxmlformats.org/drawingml/2006/main">
              <a:ext uri="{FF2B5EF4-FFF2-40B4-BE49-F238E27FC236}">
                <a16:creationId xmlns:a16="http://schemas.microsoft.com/office/drawing/2014/main" id="{BCB3E231-A225-4428-9D97-D68D69F1DC6A}"/>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338">
            <a:extLst xmlns:a="http://schemas.openxmlformats.org/drawingml/2006/main">
              <a:ext uri="{FF2B5EF4-FFF2-40B4-BE49-F238E27FC236}">
                <a16:creationId xmlns:a16="http://schemas.microsoft.com/office/drawing/2014/main" id="{90C60483-3C09-4671-BCEB-B62665CE3A24}"/>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6" name="figure-339">
            <a:extLst xmlns:a="http://schemas.openxmlformats.org/drawingml/2006/main">
              <a:ext uri="{FF2B5EF4-FFF2-40B4-BE49-F238E27FC236}">
                <a16:creationId xmlns:a16="http://schemas.microsoft.com/office/drawing/2014/main" id="{ECA1D67F-F1A1-4DF4-A848-9FFA05B006BB}"/>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7" name="figure-340">
            <a:extLst xmlns:a="http://schemas.openxmlformats.org/drawingml/2006/main">
              <a:ext uri="{FF2B5EF4-FFF2-40B4-BE49-F238E27FC236}">
                <a16:creationId xmlns:a16="http://schemas.microsoft.com/office/drawing/2014/main" id="{3B55A6C4-C39E-4888-A2C8-5FECEDDCAF79}"/>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8" name="figure-341">
            <a:extLst xmlns:a="http://schemas.openxmlformats.org/drawingml/2006/main">
              <a:ext uri="{FF2B5EF4-FFF2-40B4-BE49-F238E27FC236}">
                <a16:creationId xmlns:a16="http://schemas.microsoft.com/office/drawing/2014/main" id="{67F313BA-2E06-4CA6-8BD4-73BDF5340652}"/>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342">
            <a:extLst xmlns:a="http://schemas.openxmlformats.org/drawingml/2006/main">
              <a:ext uri="{FF2B5EF4-FFF2-40B4-BE49-F238E27FC236}">
                <a16:creationId xmlns:a16="http://schemas.microsoft.com/office/drawing/2014/main" id="{3B74752D-E049-49E7-87AB-B789EA58E623}"/>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343">
            <a:extLst xmlns:a="http://schemas.openxmlformats.org/drawingml/2006/main">
              <a:ext uri="{FF2B5EF4-FFF2-40B4-BE49-F238E27FC236}">
                <a16:creationId xmlns:a16="http://schemas.microsoft.com/office/drawing/2014/main" id="{65F101CD-2D99-4503-A59C-33456F5ABCD3}"/>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344">
            <a:extLst xmlns:a="http://schemas.openxmlformats.org/drawingml/2006/main">
              <a:ext uri="{FF2B5EF4-FFF2-40B4-BE49-F238E27FC236}">
                <a16:creationId xmlns:a16="http://schemas.microsoft.com/office/drawing/2014/main" id="{6BAEFF6C-05D8-4235-9E92-542A95296F40}"/>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345">
            <a:extLst xmlns:a="http://schemas.openxmlformats.org/drawingml/2006/main">
              <a:ext uri="{FF2B5EF4-FFF2-40B4-BE49-F238E27FC236}">
                <a16:creationId xmlns:a16="http://schemas.microsoft.com/office/drawing/2014/main" id="{1CD10E4E-9200-4EC1-9BB4-8427E4827C48}"/>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346">
            <a:extLst xmlns:a="http://schemas.openxmlformats.org/drawingml/2006/main">
              <a:ext uri="{FF2B5EF4-FFF2-40B4-BE49-F238E27FC236}">
                <a16:creationId xmlns:a16="http://schemas.microsoft.com/office/drawing/2014/main" id="{03D948E7-8EE9-45B2-B0D2-97A9CCCCE06E}"/>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347">
            <a:extLst xmlns:a="http://schemas.openxmlformats.org/drawingml/2006/main">
              <a:ext uri="{FF2B5EF4-FFF2-40B4-BE49-F238E27FC236}">
                <a16:creationId xmlns:a16="http://schemas.microsoft.com/office/drawing/2014/main" id="{BFCD7385-80B6-44F8-A45B-440CE4299C97}"/>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348">
            <a:extLst xmlns:a="http://schemas.openxmlformats.org/drawingml/2006/main">
              <a:ext uri="{FF2B5EF4-FFF2-40B4-BE49-F238E27FC236}">
                <a16:creationId xmlns:a16="http://schemas.microsoft.com/office/drawing/2014/main" id="{897E1B26-4E36-4052-A962-1C611DD745D6}"/>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(1,1)에서 (4,2)까지</a:t>
            </a:r>
          </a:p>
        </p:txBody>
      </p:sp>
      <p:sp>
        <p:nvSpPr>
          <p:cNvPr id="46" name="figure-349">
            <a:extLst xmlns:a="http://schemas.openxmlformats.org/drawingml/2006/main">
              <a:ext uri="{FF2B5EF4-FFF2-40B4-BE49-F238E27FC236}">
                <a16:creationId xmlns:a16="http://schemas.microsoft.com/office/drawing/2014/main" id="{DDF9D19C-7CBC-4764-8A80-6A7F1F6F4DFA}"/>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가로 3칸 + 세로 1칸</a:t>
            </a:r>
          </a:p>
        </p:txBody>
      </p:sp>
      <p:sp>
        <p:nvSpPr>
          <p:cNvPr id="47" name="figure-350">
            <a:extLst xmlns:a="http://schemas.openxmlformats.org/drawingml/2006/main">
              <a:ext uri="{FF2B5EF4-FFF2-40B4-BE49-F238E27FC236}">
                <a16:creationId xmlns:a16="http://schemas.microsoft.com/office/drawing/2014/main" id="{70B375E0-4250-44FC-AF60-C96539FFA479}"/>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예상한 남은 값 h = 4</a:t>
            </a:r>
          </a:p>
        </p:txBody>
      </p:sp>
      <p:sp>
        <p:nvSpPr>
          <p:cNvPr id="48" name="figure-351">
            <a:extLst xmlns:a="http://schemas.openxmlformats.org/drawingml/2006/main">
              <a:ext uri="{FF2B5EF4-FFF2-40B4-BE49-F238E27FC236}">
                <a16:creationId xmlns:a16="http://schemas.microsoft.com/office/drawing/2014/main" id="{3E77C504-7C2C-4A5B-9EE8-30FB2BB77F88}"/>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진짜 길은 더 길 수 있다</a:t>
            </a:r>
          </a:p>
        </p:txBody>
      </p:sp>
      <p:sp>
        <p:nvSpPr>
          <p:cNvPr id="49" name="figure-352">
            <a:extLst xmlns:a="http://schemas.openxmlformats.org/drawingml/2006/main">
              <a:ext uri="{FF2B5EF4-FFF2-40B4-BE49-F238E27FC236}">
                <a16:creationId xmlns:a16="http://schemas.microsoft.com/office/drawing/2014/main" id="{4F1D4E15-B3E4-41D0-85DF-5011E8C6FAF7}"/>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남은 값을 예상하는 방법을 휴리스틱이라고 부른다</a:t>
            </a:r>
          </a:p>
        </p:txBody>
      </p:sp>
    </p:spTree>
    <p:extLst>
      <p:ext uri="{BB962C8B-B14F-4D97-AF65-F5344CB8AC3E}">
        <p14:creationId xmlns:p14="http://schemas.microsoft.com/office/powerpoint/2010/main" val="2988164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gure-353">
            <a:extLst xmlns:a="http://schemas.openxmlformats.org/drawingml/2006/main">
              <a:ext uri="{FF2B5EF4-FFF2-40B4-BE49-F238E27FC236}">
                <a16:creationId xmlns:a16="http://schemas.microsoft.com/office/drawing/2014/main" id="{4CFF9EBB-A0A0-4FED-9F7D-C60158FDE5B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f는 두 값을 더한 비교 점수다</a:t>
            </a:r>
          </a:p>
        </p:txBody>
      </p:sp>
      <p:sp>
        <p:nvSpPr>
          <p:cNvPr id="2" name="figure-354">
            <a:extLst xmlns:a="http://schemas.openxmlformats.org/drawingml/2006/main">
              <a:ext uri="{FF2B5EF4-FFF2-40B4-BE49-F238E27FC236}">
                <a16:creationId xmlns:a16="http://schemas.microsoft.com/office/drawing/2014/main" id="{1E2D2702-C7A8-47B3-A824-EE80E01050DE}"/>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A*는 후보 중 이 점수가 작은 칸부터 살펴본다</a:t>
            </a:r>
          </a:p>
        </p:txBody>
      </p:sp>
      <p:sp>
        <p:nvSpPr>
          <p:cNvPr id="3" name="figure-355">
            <a:extLst xmlns:a="http://schemas.openxmlformats.org/drawingml/2006/main">
              <a:ext uri="{FF2B5EF4-FFF2-40B4-BE49-F238E27FC236}">
                <a16:creationId xmlns:a16="http://schemas.microsoft.com/office/drawing/2014/main" id="{8D25FAA9-383A-4DF3-BE87-0A8C2C922D1F}"/>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12</a:t>
            </a:r>
          </a:p>
        </p:txBody>
      </p:sp>
      <p:sp>
        <p:nvSpPr>
          <p:cNvPr id="4" name="figure-356">
            <a:extLst xmlns:a="http://schemas.openxmlformats.org/drawingml/2006/main">
              <a:ext uri="{FF2B5EF4-FFF2-40B4-BE49-F238E27FC236}">
                <a16:creationId xmlns:a16="http://schemas.microsoft.com/office/drawing/2014/main" id="{8C4D5B9C-7894-4A7A-8635-F0D80E8DB565}"/>
              </a:ext>
            </a:extLst>
          </p:cNvPr>
          <p:cNvSpPr>
            <a:spLocks xmlns:a="http://schemas.openxmlformats.org/drawingml/2006/main" noGrp="1"/>
          </p:cNvSpPr>
          <p:nvPr/>
        </p:nvSpPr>
        <p:spPr>
          <a:xfrm xmlns:a="http://schemas.openxmlformats.org/drawingml/2006/main">
            <a:off x="609600" y="2590800"/>
            <a:ext cx="3048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357">
            <a:extLst xmlns:a="http://schemas.openxmlformats.org/drawingml/2006/main">
              <a:ext uri="{FF2B5EF4-FFF2-40B4-BE49-F238E27FC236}">
                <a16:creationId xmlns:a16="http://schemas.microsoft.com/office/drawing/2014/main" id="{7688E19F-DE9F-42A2-B026-C3080A3BB3AD}"/>
              </a:ext>
            </a:extLst>
          </p:cNvPr>
          <p:cNvSpPr>
            <a:spLocks xmlns:a="http://schemas.openxmlformats.org/drawingml/2006/main" noGrp="1"/>
          </p:cNvSpPr>
          <p:nvPr/>
        </p:nvSpPr>
        <p:spPr>
          <a:xfrm xmlns:a="http://schemas.openxmlformats.org/drawingml/2006/main">
            <a:off x="685800" y="2628900"/>
            <a:ext cx="28956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g</a:t>
            </a:r>
          </a:p>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여기까지 온 값</a:t>
            </a:r>
          </a:p>
        </p:txBody>
      </p:sp>
      <p:sp>
        <p:nvSpPr>
          <p:cNvPr id="6" name="figure-358">
            <a:extLst xmlns:a="http://schemas.openxmlformats.org/drawingml/2006/main">
              <a:ext uri="{FF2B5EF4-FFF2-40B4-BE49-F238E27FC236}">
                <a16:creationId xmlns:a16="http://schemas.microsoft.com/office/drawing/2014/main" id="{C4889AD2-E153-45C9-ABAA-4400A1200C26}"/>
              </a:ext>
            </a:extLst>
          </p:cNvPr>
          <p:cNvSpPr>
            <a:spLocks xmlns:a="http://schemas.openxmlformats.org/drawingml/2006/main" noGrp="1"/>
          </p:cNvSpPr>
          <p:nvPr/>
        </p:nvSpPr>
        <p:spPr>
          <a:xfrm xmlns:a="http://schemas.openxmlformats.org/drawingml/2006/main">
            <a:off x="3810000" y="2914650"/>
            <a:ext cx="64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151515"/>
                </a:solidFill>
                <a:latin typeface="Malgun Gothic"/>
                <a:ea typeface="Malgun Gothic"/>
                <a:cs typeface="Malgun Gothic"/>
              </a:defRPr>
            </a:pPr>
            <a:r>
              <a:rPr sz="3900" b="1">
                <a:solidFill>
                  <a:srgbClr val="151515"/>
                </a:solidFill>
                <a:latin typeface="Malgun Gothic"/>
                <a:ea typeface="Malgun Gothic"/>
                <a:cs typeface="Malgun Gothic"/>
              </a:rPr>
              <a:t>+</a:t>
            </a:r>
          </a:p>
        </p:txBody>
      </p:sp>
      <p:sp>
        <p:nvSpPr>
          <p:cNvPr id="7" name="figure-359">
            <a:extLst xmlns:a="http://schemas.openxmlformats.org/drawingml/2006/main">
              <a:ext uri="{FF2B5EF4-FFF2-40B4-BE49-F238E27FC236}">
                <a16:creationId xmlns:a16="http://schemas.microsoft.com/office/drawing/2014/main" id="{054E5CDB-F1A4-47F3-A2DC-CF3D0DCFD971}"/>
              </a:ext>
            </a:extLst>
          </p:cNvPr>
          <p:cNvSpPr>
            <a:spLocks xmlns:a="http://schemas.openxmlformats.org/drawingml/2006/main" noGrp="1"/>
          </p:cNvSpPr>
          <p:nvPr/>
        </p:nvSpPr>
        <p:spPr>
          <a:xfrm xmlns:a="http://schemas.openxmlformats.org/drawingml/2006/main">
            <a:off x="4610100" y="2590800"/>
            <a:ext cx="3048000" cy="14763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360">
            <a:extLst xmlns:a="http://schemas.openxmlformats.org/drawingml/2006/main">
              <a:ext uri="{FF2B5EF4-FFF2-40B4-BE49-F238E27FC236}">
                <a16:creationId xmlns:a16="http://schemas.microsoft.com/office/drawing/2014/main" id="{0E483D51-98AA-4736-B556-AACCD03F2511}"/>
              </a:ext>
            </a:extLst>
          </p:cNvPr>
          <p:cNvSpPr>
            <a:spLocks xmlns:a="http://schemas.openxmlformats.org/drawingml/2006/main" noGrp="1"/>
          </p:cNvSpPr>
          <p:nvPr/>
        </p:nvSpPr>
        <p:spPr>
          <a:xfrm xmlns:a="http://schemas.openxmlformats.org/drawingml/2006/main">
            <a:off x="4686300" y="2628900"/>
            <a:ext cx="28956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h</a:t>
            </a:r>
          </a:p>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남을 값의 예상</a:t>
            </a:r>
          </a:p>
        </p:txBody>
      </p:sp>
      <p:sp>
        <p:nvSpPr>
          <p:cNvPr id="9" name="figure-361">
            <a:extLst xmlns:a="http://schemas.openxmlformats.org/drawingml/2006/main">
              <a:ext uri="{FF2B5EF4-FFF2-40B4-BE49-F238E27FC236}">
                <a16:creationId xmlns:a16="http://schemas.microsoft.com/office/drawing/2014/main" id="{40D46F21-6BEF-4035-A112-F0224AE73FAC}"/>
              </a:ext>
            </a:extLst>
          </p:cNvPr>
          <p:cNvSpPr>
            <a:spLocks xmlns:a="http://schemas.openxmlformats.org/drawingml/2006/main" noGrp="1"/>
          </p:cNvSpPr>
          <p:nvPr/>
        </p:nvSpPr>
        <p:spPr>
          <a:xfrm xmlns:a="http://schemas.openxmlformats.org/drawingml/2006/main">
            <a:off x="7820025" y="2914650"/>
            <a:ext cx="647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900" b="1">
                <a:solidFill>
                  <a:srgbClr val="151515"/>
                </a:solidFill>
                <a:latin typeface="Malgun Gothic"/>
                <a:ea typeface="Malgun Gothic"/>
                <a:cs typeface="Malgun Gothic"/>
              </a:defRPr>
            </a:pPr>
            <a:r>
              <a:rPr sz="3900" b="1">
                <a:solidFill>
                  <a:srgbClr val="151515"/>
                </a:solidFill>
                <a:latin typeface="Malgun Gothic"/>
                <a:ea typeface="Malgun Gothic"/>
                <a:cs typeface="Malgun Gothic"/>
              </a:rPr>
              <a:t>=</a:t>
            </a:r>
          </a:p>
        </p:txBody>
      </p:sp>
      <p:sp>
        <p:nvSpPr>
          <p:cNvPr id="10" name="figure-362">
            <a:extLst xmlns:a="http://schemas.openxmlformats.org/drawingml/2006/main">
              <a:ext uri="{FF2B5EF4-FFF2-40B4-BE49-F238E27FC236}">
                <a16:creationId xmlns:a16="http://schemas.microsoft.com/office/drawing/2014/main" id="{8BBD066A-6FE5-4361-99FB-985B3B6433FE}"/>
              </a:ext>
            </a:extLst>
          </p:cNvPr>
          <p:cNvSpPr>
            <a:spLocks xmlns:a="http://schemas.openxmlformats.org/drawingml/2006/main" noGrp="1"/>
          </p:cNvSpPr>
          <p:nvPr/>
        </p:nvSpPr>
        <p:spPr>
          <a:xfrm xmlns:a="http://schemas.openxmlformats.org/drawingml/2006/main">
            <a:off x="8620125" y="2590800"/>
            <a:ext cx="2962275" cy="147637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11" name="figure-363">
            <a:extLst xmlns:a="http://schemas.openxmlformats.org/drawingml/2006/main">
              <a:ext uri="{FF2B5EF4-FFF2-40B4-BE49-F238E27FC236}">
                <a16:creationId xmlns:a16="http://schemas.microsoft.com/office/drawing/2014/main" id="{D7B00A28-9D32-4756-8674-17612FF9A8A8}"/>
              </a:ext>
            </a:extLst>
          </p:cNvPr>
          <p:cNvSpPr>
            <a:spLocks xmlns:a="http://schemas.openxmlformats.org/drawingml/2006/main" noGrp="1"/>
          </p:cNvSpPr>
          <p:nvPr/>
        </p:nvSpPr>
        <p:spPr>
          <a:xfrm xmlns:a="http://schemas.openxmlformats.org/drawingml/2006/main">
            <a:off x="8696325" y="2628900"/>
            <a:ext cx="2809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f</a:t>
            </a:r>
          </a:p>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비교 점수</a:t>
            </a:r>
          </a:p>
        </p:txBody>
      </p:sp>
      <p:sp>
        <p:nvSpPr>
          <p:cNvPr id="12" name="figure-364">
            <a:extLst xmlns:a="http://schemas.openxmlformats.org/drawingml/2006/main">
              <a:ext uri="{FF2B5EF4-FFF2-40B4-BE49-F238E27FC236}">
                <a16:creationId xmlns:a16="http://schemas.microsoft.com/office/drawing/2014/main" id="{CC799FDD-6674-4F5C-A36B-3725633EC7BB}"/>
              </a:ext>
            </a:extLst>
          </p:cNvPr>
          <p:cNvSpPr>
            <a:spLocks xmlns:a="http://schemas.openxmlformats.org/drawingml/2006/main" noGrp="1"/>
          </p:cNvSpPr>
          <p:nvPr/>
        </p:nvSpPr>
        <p:spPr>
          <a:xfrm xmlns:a="http://schemas.openxmlformats.org/drawingml/2006/main">
            <a:off x="609600" y="46958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1">
                <a:solidFill>
                  <a:srgbClr val="151515"/>
                </a:solidFill>
                <a:latin typeface="Malgun Gothic"/>
                <a:ea typeface="Malgun Gothic"/>
                <a:cs typeface="Malgun Gothic"/>
              </a:defRPr>
            </a:pPr>
            <a:r>
              <a:rPr sz="3150" b="1">
                <a:solidFill>
                  <a:srgbClr val="151515"/>
                </a:solidFill>
                <a:latin typeface="Malgun Gothic"/>
                <a:ea typeface="Malgun Gothic"/>
                <a:cs typeface="Malgun Gothic"/>
              </a:rPr>
              <a:t>예: 2 + 4 = 6</a:t>
            </a:r>
          </a:p>
        </p:txBody>
      </p:sp>
      <p:sp>
        <p:nvSpPr>
          <p:cNvPr id="13" name="figure-365">
            <a:extLst xmlns:a="http://schemas.openxmlformats.org/drawingml/2006/main">
              <a:ext uri="{FF2B5EF4-FFF2-40B4-BE49-F238E27FC236}">
                <a16:creationId xmlns:a16="http://schemas.microsoft.com/office/drawing/2014/main" id="{E2265100-A555-49AB-9B47-786C82AB978A}"/>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작은 점수부터 확인한다. 점수는 최종 길의 값과 다를 수 있다</a:t>
            </a:r>
          </a:p>
        </p:txBody>
      </p:sp>
    </p:spTree>
    <p:extLst>
      <p:ext uri="{BB962C8B-B14F-4D97-AF65-F5344CB8AC3E}">
        <p14:creationId xmlns:p14="http://schemas.microsoft.com/office/powerpoint/2010/main" val="10495654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366">
            <a:extLst xmlns:a="http://schemas.openxmlformats.org/drawingml/2006/main">
              <a:ext uri="{FF2B5EF4-FFF2-40B4-BE49-F238E27FC236}">
                <a16:creationId xmlns:a16="http://schemas.microsoft.com/office/drawing/2014/main" id="{42AC46F2-3F10-49F8-9434-55EF8D2D0D6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두 후보 중 작은 점수부터 본다</a:t>
            </a:r>
          </a:p>
        </p:txBody>
      </p:sp>
      <p:sp>
        <p:nvSpPr>
          <p:cNvPr id="2" name="figure-367">
            <a:extLst xmlns:a="http://schemas.openxmlformats.org/drawingml/2006/main">
              <a:ext uri="{FF2B5EF4-FFF2-40B4-BE49-F238E27FC236}">
                <a16:creationId xmlns:a16="http://schemas.microsoft.com/office/drawing/2014/main" id="{494EE17E-8536-4385-9847-AFB466F3034E}"/>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온 값 하나만, 남을 값 하나만 보고 고르지 않는다</a:t>
            </a:r>
          </a:p>
        </p:txBody>
      </p:sp>
      <p:sp>
        <p:nvSpPr>
          <p:cNvPr id="3" name="figure-368">
            <a:extLst xmlns:a="http://schemas.openxmlformats.org/drawingml/2006/main">
              <a:ext uri="{FF2B5EF4-FFF2-40B4-BE49-F238E27FC236}">
                <a16:creationId xmlns:a16="http://schemas.microsoft.com/office/drawing/2014/main" id="{43DC6E10-76DA-45C6-BE04-75F2E89A9AE6}"/>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13</a:t>
            </a:r>
          </a:p>
        </p:txBody>
      </p:sp>
      <p:graphicFrame>
        <p:nvGraphicFramePr>
          <p:cNvPr id="9" name=""/>
          <p:cNvGraphicFramePr/>
          <p:nvPr/>
        </p:nvGraphicFramePr>
        <p:xfrm>
          <a:off xmlns:a="http://schemas.openxmlformats.org/drawingml/2006/main" x="609600" y="2228850"/>
          <a:ext xmlns:a="http://schemas.openxmlformats.org/drawingml/2006/main" cx="10972800" cy="2505075"/>
        </p:xfrm>
        <a:graphic xmlns:a="http://schemas.openxmlformats.org/drawingml/2006/main">
          <a:graphicData uri="http://schemas.openxmlformats.org/drawingml/2006/table">
            <a:tbl>
              <a:tblPr/>
              <a:tblGrid>
                <a:gridCol w="2190750"/>
                <a:gridCol w="2781300"/>
                <a:gridCol w="3067050"/>
                <a:gridCol w="2933700"/>
              </a:tblGrid>
              <a:tr h="835025">
                <a:tc>
                  <a:txBody>
                    <a:bodyPr lIns="152400" tIns="85725" rIns="114300" bIns="85725">
                      <a:noAutofit/>
                    </a:bodyPr>
                    <a:lstStyle/>
                    <a:p>
                      <a:r>
                        <a:rPr sz="2025" b="1">
                          <a:solidFill>
                            <a:srgbClr val="FFFFFF"/>
                          </a:solidFill>
                          <a:latin typeface="Malgun Gothic"/>
                          <a:ea typeface="Malgun Gothic"/>
                          <a:cs typeface="Malgun Gothic"/>
                        </a:rPr>
                        <a:t>후보</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g · 온 값</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h · 남을 예상</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f · 점수</a:t>
                      </a:r>
                    </a:p>
                  </a:txBody>
                  <a:tcPr marL="91440" marR="91440" marT="45720" marB="45720" anchor="ctr">
                    <a:solidFill>
                      <a:srgbClr val="151515"/>
                    </a:solidFill>
                  </a:tcPr>
                </a:tc>
              </a:tr>
              <a:tr h="835025">
                <a:tc>
                  <a:txBody>
                    <a:bodyPr lIns="152400" tIns="85725" rIns="114300" bIns="85725">
                      <a:noAutofit/>
                    </a:bodyPr>
                    <a:lstStyle/>
                    <a:p>
                      <a:r>
                        <a:rPr sz="2025" b="0">
                          <a:solidFill>
                            <a:srgbClr val="151515"/>
                          </a:solidFill>
                          <a:latin typeface="Malgun Gothic"/>
                          <a:ea typeface="Malgun Gothic"/>
                          <a:cs typeface="Malgun Gothic"/>
                        </a:rPr>
                        <a:t>A</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2</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4</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FFFFF"/>
                    </a:solidFill>
                  </a:tcPr>
                </a:tc>
              </a:tr>
              <a:tr h="835025">
                <a:tc>
                  <a:txBody>
                    <a:bodyPr lIns="152400" tIns="85725" rIns="114300" bIns="85725">
                      <a:noAutofit/>
                    </a:bodyPr>
                    <a:lstStyle/>
                    <a:p>
                      <a:r>
                        <a:rPr sz="2025" b="0">
                          <a:solidFill>
                            <a:srgbClr val="151515"/>
                          </a:solidFill>
                          <a:latin typeface="Malgun Gothic"/>
                          <a:ea typeface="Malgun Gothic"/>
                          <a:cs typeface="Malgun Gothic"/>
                        </a:rPr>
                        <a:t>B</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5</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2</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7</a:t>
                      </a:r>
                    </a:p>
                  </a:txBody>
                  <a:tcPr marL="91440" marR="91440" marT="45720" marB="45720" anchor="ctr">
                    <a:solidFill>
                      <a:srgbClr val="F6F6F6"/>
                    </a:solidFill>
                  </a:tcPr>
                </a:tc>
              </a:tr>
            </a:tbl>
          </a:graphicData>
        </a:graphic>
      </p:graphicFrame>
      <p:sp>
        <p:nvSpPr>
          <p:cNvPr id="5" name="figure-369">
            <a:extLst xmlns:a="http://schemas.openxmlformats.org/drawingml/2006/main">
              <a:ext uri="{FF2B5EF4-FFF2-40B4-BE49-F238E27FC236}">
                <a16:creationId xmlns:a16="http://schemas.microsoft.com/office/drawing/2014/main" id="{93585AA9-1A0B-42C0-BEB6-C8BBE7D88855}"/>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B가 목표에 더 가까워 보여도, 이번에는 점수 6인 A부터 본다</a:t>
            </a:r>
          </a:p>
        </p:txBody>
      </p:sp>
    </p:spTree>
    <p:extLst>
      <p:ext uri="{BB962C8B-B14F-4D97-AF65-F5344CB8AC3E}">
        <p14:creationId xmlns:p14="http://schemas.microsoft.com/office/powerpoint/2010/main" val="15884338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figure-370">
            <a:extLst xmlns:a="http://schemas.openxmlformats.org/drawingml/2006/main">
              <a:ext uri="{FF2B5EF4-FFF2-40B4-BE49-F238E27FC236}">
                <a16:creationId xmlns:a16="http://schemas.microsoft.com/office/drawing/2014/main" id="{579D59A6-9A25-42E3-A830-EAF2F96EED0A}"/>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예상 4칸이어도 실제로는 8칸 걸릴 수 있다</a:t>
            </a:r>
          </a:p>
        </p:txBody>
      </p:sp>
      <p:sp>
        <p:nvSpPr>
          <p:cNvPr id="2" name="figure-371">
            <a:extLst xmlns:a="http://schemas.openxmlformats.org/drawingml/2006/main">
              <a:ext uri="{FF2B5EF4-FFF2-40B4-BE49-F238E27FC236}">
                <a16:creationId xmlns:a16="http://schemas.microsoft.com/office/drawing/2014/main" id="{71057AF4-4A8B-4295-83C5-BA6457C2719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예상은 벽을 빼고 계산했고, 실제 길은 벽을 돌아간다</a:t>
            </a:r>
          </a:p>
        </p:txBody>
      </p:sp>
      <p:sp>
        <p:nvSpPr>
          <p:cNvPr id="3" name="figure-372">
            <a:extLst xmlns:a="http://schemas.openxmlformats.org/drawingml/2006/main">
              <a:ext uri="{FF2B5EF4-FFF2-40B4-BE49-F238E27FC236}">
                <a16:creationId xmlns:a16="http://schemas.microsoft.com/office/drawing/2014/main" id="{2B68E728-5414-40BB-B111-280FB265EE1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14</a:t>
            </a:r>
          </a:p>
        </p:txBody>
      </p:sp>
      <p:sp>
        <p:nvSpPr>
          <p:cNvPr id="4" name="figure-373">
            <a:extLst xmlns:a="http://schemas.openxmlformats.org/drawingml/2006/main">
              <a:ext uri="{FF2B5EF4-FFF2-40B4-BE49-F238E27FC236}">
                <a16:creationId xmlns:a16="http://schemas.microsoft.com/office/drawing/2014/main" id="{423B60C5-5B8B-48D3-87FE-82767C9CEAED}"/>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374">
            <a:extLst xmlns:a="http://schemas.openxmlformats.org/drawingml/2006/main">
              <a:ext uri="{FF2B5EF4-FFF2-40B4-BE49-F238E27FC236}">
                <a16:creationId xmlns:a16="http://schemas.microsoft.com/office/drawing/2014/main" id="{6E687F0E-05ED-49C5-9EE9-A26B6E9798B9}"/>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375">
            <a:extLst xmlns:a="http://schemas.openxmlformats.org/drawingml/2006/main">
              <a:ext uri="{FF2B5EF4-FFF2-40B4-BE49-F238E27FC236}">
                <a16:creationId xmlns:a16="http://schemas.microsoft.com/office/drawing/2014/main" id="{28770691-A7F4-43DF-9D98-78BE5DD5DD32}"/>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376">
            <a:extLst xmlns:a="http://schemas.openxmlformats.org/drawingml/2006/main">
              <a:ext uri="{FF2B5EF4-FFF2-40B4-BE49-F238E27FC236}">
                <a16:creationId xmlns:a16="http://schemas.microsoft.com/office/drawing/2014/main" id="{682EBCEB-1D2C-46C1-94A3-16BF337CF722}"/>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377">
            <a:extLst xmlns:a="http://schemas.openxmlformats.org/drawingml/2006/main">
              <a:ext uri="{FF2B5EF4-FFF2-40B4-BE49-F238E27FC236}">
                <a16:creationId xmlns:a16="http://schemas.microsoft.com/office/drawing/2014/main" id="{B3761465-C4F5-48AC-9599-415781420DAE}"/>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378">
            <a:extLst xmlns:a="http://schemas.openxmlformats.org/drawingml/2006/main">
              <a:ext uri="{FF2B5EF4-FFF2-40B4-BE49-F238E27FC236}">
                <a16:creationId xmlns:a16="http://schemas.microsoft.com/office/drawing/2014/main" id="{E40B4D57-F40D-4FF6-8DBE-4EC9EF90C61C}"/>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379">
            <a:extLst xmlns:a="http://schemas.openxmlformats.org/drawingml/2006/main">
              <a:ext uri="{FF2B5EF4-FFF2-40B4-BE49-F238E27FC236}">
                <a16:creationId xmlns:a16="http://schemas.microsoft.com/office/drawing/2014/main" id="{D8A67C9C-C98F-4C89-8071-F08A993C2381}"/>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380">
            <a:extLst xmlns:a="http://schemas.openxmlformats.org/drawingml/2006/main">
              <a:ext uri="{FF2B5EF4-FFF2-40B4-BE49-F238E27FC236}">
                <a16:creationId xmlns:a16="http://schemas.microsoft.com/office/drawing/2014/main" id="{03F21FC0-A527-4E72-927A-243BEB472541}"/>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381">
            <a:extLst xmlns:a="http://schemas.openxmlformats.org/drawingml/2006/main">
              <a:ext uri="{FF2B5EF4-FFF2-40B4-BE49-F238E27FC236}">
                <a16:creationId xmlns:a16="http://schemas.microsoft.com/office/drawing/2014/main" id="{0B352C65-919D-4F59-88D9-0E1DA27F7C76}"/>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382">
            <a:extLst xmlns:a="http://schemas.openxmlformats.org/drawingml/2006/main">
              <a:ext uri="{FF2B5EF4-FFF2-40B4-BE49-F238E27FC236}">
                <a16:creationId xmlns:a16="http://schemas.microsoft.com/office/drawing/2014/main" id="{48D6EFDF-953A-48BD-9DE4-25498046A43D}"/>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383">
            <a:extLst xmlns:a="http://schemas.openxmlformats.org/drawingml/2006/main">
              <a:ext uri="{FF2B5EF4-FFF2-40B4-BE49-F238E27FC236}">
                <a16:creationId xmlns:a16="http://schemas.microsoft.com/office/drawing/2014/main" id="{52B02965-9120-4207-A022-2AC857120D53}"/>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384">
            <a:extLst xmlns:a="http://schemas.openxmlformats.org/drawingml/2006/main">
              <a:ext uri="{FF2B5EF4-FFF2-40B4-BE49-F238E27FC236}">
                <a16:creationId xmlns:a16="http://schemas.microsoft.com/office/drawing/2014/main" id="{46E088A3-F92D-411A-AB4A-4092F767A463}"/>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385">
            <a:extLst xmlns:a="http://schemas.openxmlformats.org/drawingml/2006/main">
              <a:ext uri="{FF2B5EF4-FFF2-40B4-BE49-F238E27FC236}">
                <a16:creationId xmlns:a16="http://schemas.microsoft.com/office/drawing/2014/main" id="{54858A5B-BED7-48FE-97EC-01E6A0D300EF}"/>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386">
            <a:extLst xmlns:a="http://schemas.openxmlformats.org/drawingml/2006/main">
              <a:ext uri="{FF2B5EF4-FFF2-40B4-BE49-F238E27FC236}">
                <a16:creationId xmlns:a16="http://schemas.microsoft.com/office/drawing/2014/main" id="{EC65A0B7-E6E5-4209-AB0B-65A98A82CF8B}"/>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387">
            <a:extLst xmlns:a="http://schemas.openxmlformats.org/drawingml/2006/main">
              <a:ext uri="{FF2B5EF4-FFF2-40B4-BE49-F238E27FC236}">
                <a16:creationId xmlns:a16="http://schemas.microsoft.com/office/drawing/2014/main" id="{1CB4B72A-B118-4F58-B1B7-83F1D46F01C2}"/>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388">
            <a:extLst xmlns:a="http://schemas.openxmlformats.org/drawingml/2006/main">
              <a:ext uri="{FF2B5EF4-FFF2-40B4-BE49-F238E27FC236}">
                <a16:creationId xmlns:a16="http://schemas.microsoft.com/office/drawing/2014/main" id="{63AE4733-32A9-4172-B1C0-9C752DCF02C3}"/>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389">
            <a:extLst xmlns:a="http://schemas.openxmlformats.org/drawingml/2006/main">
              <a:ext uri="{FF2B5EF4-FFF2-40B4-BE49-F238E27FC236}">
                <a16:creationId xmlns:a16="http://schemas.microsoft.com/office/drawing/2014/main" id="{226C340E-BE7A-4612-BFAF-3C356566DD78}"/>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390">
            <a:extLst xmlns:a="http://schemas.openxmlformats.org/drawingml/2006/main">
              <a:ext uri="{FF2B5EF4-FFF2-40B4-BE49-F238E27FC236}">
                <a16:creationId xmlns:a16="http://schemas.microsoft.com/office/drawing/2014/main" id="{2FCD72CD-0049-4CB1-8C48-64DA3B8E02B5}"/>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391">
            <a:extLst xmlns:a="http://schemas.openxmlformats.org/drawingml/2006/main">
              <a:ext uri="{FF2B5EF4-FFF2-40B4-BE49-F238E27FC236}">
                <a16:creationId xmlns:a16="http://schemas.microsoft.com/office/drawing/2014/main" id="{E310F8DB-45E0-4E09-8124-D3F4B83ED839}"/>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392">
            <a:extLst xmlns:a="http://schemas.openxmlformats.org/drawingml/2006/main">
              <a:ext uri="{FF2B5EF4-FFF2-40B4-BE49-F238E27FC236}">
                <a16:creationId xmlns:a16="http://schemas.microsoft.com/office/drawing/2014/main" id="{D720EE8A-50F8-45A8-8FCE-BE2E280EEBA7}"/>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393">
            <a:extLst xmlns:a="http://schemas.openxmlformats.org/drawingml/2006/main">
              <a:ext uri="{FF2B5EF4-FFF2-40B4-BE49-F238E27FC236}">
                <a16:creationId xmlns:a16="http://schemas.microsoft.com/office/drawing/2014/main" id="{D791C4DE-E9D6-481A-99CA-208DA5B1CE1B}"/>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394">
            <a:extLst xmlns:a="http://schemas.openxmlformats.org/drawingml/2006/main">
              <a:ext uri="{FF2B5EF4-FFF2-40B4-BE49-F238E27FC236}">
                <a16:creationId xmlns:a16="http://schemas.microsoft.com/office/drawing/2014/main" id="{E8266306-EAC3-49D4-BF0A-B45C1A3353B8}"/>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395">
            <a:extLst xmlns:a="http://schemas.openxmlformats.org/drawingml/2006/main">
              <a:ext uri="{FF2B5EF4-FFF2-40B4-BE49-F238E27FC236}">
                <a16:creationId xmlns:a16="http://schemas.microsoft.com/office/drawing/2014/main" id="{8A6B7D0B-085B-461F-968D-487D248A5BC4}"/>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396">
            <a:extLst xmlns:a="http://schemas.openxmlformats.org/drawingml/2006/main">
              <a:ext uri="{FF2B5EF4-FFF2-40B4-BE49-F238E27FC236}">
                <a16:creationId xmlns:a16="http://schemas.microsoft.com/office/drawing/2014/main" id="{CF36C42D-7364-41B2-8F76-A8EF7B1D18C8}"/>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8" name="figure-397">
            <a:extLst xmlns:a="http://schemas.openxmlformats.org/drawingml/2006/main">
              <a:ext uri="{FF2B5EF4-FFF2-40B4-BE49-F238E27FC236}">
                <a16:creationId xmlns:a16="http://schemas.microsoft.com/office/drawing/2014/main" id="{744A401F-318A-4243-90FA-AE8231969FCC}"/>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9" name="figure-398">
            <a:extLst xmlns:a="http://schemas.openxmlformats.org/drawingml/2006/main">
              <a:ext uri="{FF2B5EF4-FFF2-40B4-BE49-F238E27FC236}">
                <a16:creationId xmlns:a16="http://schemas.microsoft.com/office/drawing/2014/main" id="{7444D3D4-87E9-4709-A2F0-B6633F64E419}"/>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399">
            <a:extLst xmlns:a="http://schemas.openxmlformats.org/drawingml/2006/main">
              <a:ext uri="{FF2B5EF4-FFF2-40B4-BE49-F238E27FC236}">
                <a16:creationId xmlns:a16="http://schemas.microsoft.com/office/drawing/2014/main" id="{4B7BBE06-8EDE-428A-AA3E-46276E03865B}"/>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400">
            <a:extLst xmlns:a="http://schemas.openxmlformats.org/drawingml/2006/main">
              <a:ext uri="{FF2B5EF4-FFF2-40B4-BE49-F238E27FC236}">
                <a16:creationId xmlns:a16="http://schemas.microsoft.com/office/drawing/2014/main" id="{92D3F276-7E96-4156-A244-36362D173140}"/>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401">
            <a:extLst xmlns:a="http://schemas.openxmlformats.org/drawingml/2006/main">
              <a:ext uri="{FF2B5EF4-FFF2-40B4-BE49-F238E27FC236}">
                <a16:creationId xmlns:a16="http://schemas.microsoft.com/office/drawing/2014/main" id="{85B8B6F6-95CD-452D-8CEC-4051A0B55F77}"/>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402">
            <a:extLst xmlns:a="http://schemas.openxmlformats.org/drawingml/2006/main">
              <a:ext uri="{FF2B5EF4-FFF2-40B4-BE49-F238E27FC236}">
                <a16:creationId xmlns:a16="http://schemas.microsoft.com/office/drawing/2014/main" id="{E4D5BFD4-3EF1-4D6C-A7C0-FB379887A8C1}"/>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4" name="figure-403">
            <a:extLst xmlns:a="http://schemas.openxmlformats.org/drawingml/2006/main">
              <a:ext uri="{FF2B5EF4-FFF2-40B4-BE49-F238E27FC236}">
                <a16:creationId xmlns:a16="http://schemas.microsoft.com/office/drawing/2014/main" id="{17ADB105-C815-42A9-A76F-BE73F021FEFC}"/>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5" name="figure-404">
            <a:extLst xmlns:a="http://schemas.openxmlformats.org/drawingml/2006/main">
              <a:ext uri="{FF2B5EF4-FFF2-40B4-BE49-F238E27FC236}">
                <a16:creationId xmlns:a16="http://schemas.microsoft.com/office/drawing/2014/main" id="{2B5D0AE6-0C55-48AC-8FC0-B7AE649FEC82}"/>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6" name="figure-405">
            <a:extLst xmlns:a="http://schemas.openxmlformats.org/drawingml/2006/main">
              <a:ext uri="{FF2B5EF4-FFF2-40B4-BE49-F238E27FC236}">
                <a16:creationId xmlns:a16="http://schemas.microsoft.com/office/drawing/2014/main" id="{D94528A6-20E8-411B-B95B-756D9F8729AC}"/>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7" name="figure-406">
            <a:extLst xmlns:a="http://schemas.openxmlformats.org/drawingml/2006/main">
              <a:ext uri="{FF2B5EF4-FFF2-40B4-BE49-F238E27FC236}">
                <a16:creationId xmlns:a16="http://schemas.microsoft.com/office/drawing/2014/main" id="{CA55585D-604B-49B5-B569-67474437767F}"/>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407">
            <a:extLst xmlns:a="http://schemas.openxmlformats.org/drawingml/2006/main">
              <a:ext uri="{FF2B5EF4-FFF2-40B4-BE49-F238E27FC236}">
                <a16:creationId xmlns:a16="http://schemas.microsoft.com/office/drawing/2014/main" id="{9FEBD66E-0493-4EBD-B759-8FB113D2F160}"/>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408">
            <a:extLst xmlns:a="http://schemas.openxmlformats.org/drawingml/2006/main">
              <a:ext uri="{FF2B5EF4-FFF2-40B4-BE49-F238E27FC236}">
                <a16:creationId xmlns:a16="http://schemas.microsoft.com/office/drawing/2014/main" id="{8CC0FDAC-10FC-4ADF-B94F-FE96F42BE787}"/>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409">
            <a:extLst xmlns:a="http://schemas.openxmlformats.org/drawingml/2006/main">
              <a:ext uri="{FF2B5EF4-FFF2-40B4-BE49-F238E27FC236}">
                <a16:creationId xmlns:a16="http://schemas.microsoft.com/office/drawing/2014/main" id="{1C66D779-68ED-475C-AA39-009A321C5BC7}"/>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410">
            <a:extLst xmlns:a="http://schemas.openxmlformats.org/drawingml/2006/main">
              <a:ext uri="{FF2B5EF4-FFF2-40B4-BE49-F238E27FC236}">
                <a16:creationId xmlns:a16="http://schemas.microsoft.com/office/drawing/2014/main" id="{EB67097E-B475-4CD2-B1CC-1AF5CAE67AD9}"/>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line-411">
            <a:extLst xmlns:a="http://schemas.openxmlformats.org/drawingml/2006/main">
              <a:ext uri="{FF2B5EF4-FFF2-40B4-BE49-F238E27FC236}">
                <a16:creationId xmlns:a16="http://schemas.microsoft.com/office/drawing/2014/main" id="{DEA990DD-72D4-48A1-A39F-82B57065D608}"/>
              </a:ext>
            </a:extLst>
          </p:cNvPr>
          <p:cNvSpPr>
            <a:spLocks xmlns:a="http://schemas.openxmlformats.org/drawingml/2006/main" noGrp="1"/>
          </p:cNvSpPr>
          <p:nvPr/>
        </p:nvSpPr>
        <p:spPr>
          <a:xfrm xmlns:a="http://schemas.openxmlformats.org/drawingml/2006/main">
            <a:off x="1219200" y="38290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3" name="line-412">
            <a:extLst xmlns:a="http://schemas.openxmlformats.org/drawingml/2006/main">
              <a:ext uri="{FF2B5EF4-FFF2-40B4-BE49-F238E27FC236}">
                <a16:creationId xmlns:a16="http://schemas.microsoft.com/office/drawing/2014/main" id="{86D26185-E9E9-48D8-B384-EAF8A4106621}"/>
              </a:ext>
            </a:extLst>
          </p:cNvPr>
          <p:cNvSpPr>
            <a:spLocks xmlns:a="http://schemas.openxmlformats.org/drawingml/2006/main" noGrp="1"/>
          </p:cNvSpPr>
          <p:nvPr/>
        </p:nvSpPr>
        <p:spPr>
          <a:xfrm xmlns:a="http://schemas.openxmlformats.org/drawingml/2006/main">
            <a:off x="1905000" y="31432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4" name="line-413">
            <a:extLst xmlns:a="http://schemas.openxmlformats.org/drawingml/2006/main">
              <a:ext uri="{FF2B5EF4-FFF2-40B4-BE49-F238E27FC236}">
                <a16:creationId xmlns:a16="http://schemas.microsoft.com/office/drawing/2014/main" id="{98AD687E-62A4-4473-996F-C6409EEF713A}"/>
              </a:ext>
            </a:extLst>
          </p:cNvPr>
          <p:cNvSpPr>
            <a:spLocks xmlns:a="http://schemas.openxmlformats.org/drawingml/2006/main" noGrp="1"/>
          </p:cNvSpPr>
          <p:nvPr/>
        </p:nvSpPr>
        <p:spPr>
          <a:xfrm xmlns:a="http://schemas.openxmlformats.org/drawingml/2006/main">
            <a:off x="1905000" y="24574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5" name="line-414">
            <a:extLst xmlns:a="http://schemas.openxmlformats.org/drawingml/2006/main">
              <a:ext uri="{FF2B5EF4-FFF2-40B4-BE49-F238E27FC236}">
                <a16:creationId xmlns:a16="http://schemas.microsoft.com/office/drawing/2014/main" id="{5225D915-FBE5-40B3-B984-99A9FC114E8E}"/>
              </a:ext>
            </a:extLst>
          </p:cNvPr>
          <p:cNvSpPr>
            <a:spLocks xmlns:a="http://schemas.openxmlformats.org/drawingml/2006/main" noGrp="1"/>
          </p:cNvSpPr>
          <p:nvPr/>
        </p:nvSpPr>
        <p:spPr>
          <a:xfrm xmlns:a="http://schemas.openxmlformats.org/drawingml/2006/main">
            <a:off x="19050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6" name="line-415">
            <a:extLst xmlns:a="http://schemas.openxmlformats.org/drawingml/2006/main">
              <a:ext uri="{FF2B5EF4-FFF2-40B4-BE49-F238E27FC236}">
                <a16:creationId xmlns:a16="http://schemas.microsoft.com/office/drawing/2014/main" id="{C332B537-24A9-4F63-9DE0-165B3B7E0718}"/>
              </a:ext>
            </a:extLst>
          </p:cNvPr>
          <p:cNvSpPr>
            <a:spLocks xmlns:a="http://schemas.openxmlformats.org/drawingml/2006/main" noGrp="1"/>
          </p:cNvSpPr>
          <p:nvPr/>
        </p:nvSpPr>
        <p:spPr>
          <a:xfrm xmlns:a="http://schemas.openxmlformats.org/drawingml/2006/main">
            <a:off x="25908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7" name="line-416">
            <a:extLst xmlns:a="http://schemas.openxmlformats.org/drawingml/2006/main">
              <a:ext uri="{FF2B5EF4-FFF2-40B4-BE49-F238E27FC236}">
                <a16:creationId xmlns:a16="http://schemas.microsoft.com/office/drawing/2014/main" id="{3D0BE749-E29D-4A57-ADC8-0573A26B6885}"/>
              </a:ext>
            </a:extLst>
          </p:cNvPr>
          <p:cNvSpPr>
            <a:spLocks xmlns:a="http://schemas.openxmlformats.org/drawingml/2006/main" noGrp="1"/>
          </p:cNvSpPr>
          <p:nvPr/>
        </p:nvSpPr>
        <p:spPr>
          <a:xfrm xmlns:a="http://schemas.openxmlformats.org/drawingml/2006/main">
            <a:off x="32766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8" name="line-417">
            <a:extLst xmlns:a="http://schemas.openxmlformats.org/drawingml/2006/main">
              <a:ext uri="{FF2B5EF4-FFF2-40B4-BE49-F238E27FC236}">
                <a16:creationId xmlns:a16="http://schemas.microsoft.com/office/drawing/2014/main" id="{49832414-0DB1-44D6-9A7B-760BAD1C472D}"/>
              </a:ext>
            </a:extLst>
          </p:cNvPr>
          <p:cNvSpPr>
            <a:spLocks xmlns:a="http://schemas.openxmlformats.org/drawingml/2006/main" noGrp="1"/>
          </p:cNvSpPr>
          <p:nvPr/>
        </p:nvSpPr>
        <p:spPr>
          <a:xfrm xmlns:a="http://schemas.openxmlformats.org/drawingml/2006/main">
            <a:off x="3962400" y="24574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49" name="line-418">
            <a:extLst xmlns:a="http://schemas.openxmlformats.org/drawingml/2006/main">
              <a:ext uri="{FF2B5EF4-FFF2-40B4-BE49-F238E27FC236}">
                <a16:creationId xmlns:a16="http://schemas.microsoft.com/office/drawing/2014/main" id="{CE6C5C1C-78D8-45BE-AFB6-32636EE36499}"/>
              </a:ext>
            </a:extLst>
          </p:cNvPr>
          <p:cNvSpPr>
            <a:spLocks xmlns:a="http://schemas.openxmlformats.org/drawingml/2006/main" noGrp="1"/>
          </p:cNvSpPr>
          <p:nvPr/>
        </p:nvSpPr>
        <p:spPr>
          <a:xfrm xmlns:a="http://schemas.openxmlformats.org/drawingml/2006/main">
            <a:off x="3962400" y="31432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50" name="figure-419">
            <a:extLst xmlns:a="http://schemas.openxmlformats.org/drawingml/2006/main">
              <a:ext uri="{FF2B5EF4-FFF2-40B4-BE49-F238E27FC236}">
                <a16:creationId xmlns:a16="http://schemas.microsoft.com/office/drawing/2014/main" id="{4A38FBBB-88EE-452F-B4D5-5A888D3EAB1D}"/>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1" name="figure-420">
            <a:extLst xmlns:a="http://schemas.openxmlformats.org/drawingml/2006/main">
              <a:ext uri="{FF2B5EF4-FFF2-40B4-BE49-F238E27FC236}">
                <a16:creationId xmlns:a16="http://schemas.microsoft.com/office/drawing/2014/main" id="{4EB9435D-5C5B-47CE-9C5F-88944E582556}"/>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0</a:t>
            </a:r>
          </a:p>
        </p:txBody>
      </p:sp>
      <p:sp>
        <p:nvSpPr>
          <p:cNvPr id="52" name="figure-421">
            <a:extLst xmlns:a="http://schemas.openxmlformats.org/drawingml/2006/main">
              <a:ext uri="{FF2B5EF4-FFF2-40B4-BE49-F238E27FC236}">
                <a16:creationId xmlns:a16="http://schemas.microsoft.com/office/drawing/2014/main" id="{5149EB1E-C4D6-44F8-B2F7-D76CBF9475E6}"/>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3" name="figure-422">
            <a:extLst xmlns:a="http://schemas.openxmlformats.org/drawingml/2006/main">
              <a:ext uri="{FF2B5EF4-FFF2-40B4-BE49-F238E27FC236}">
                <a16:creationId xmlns:a16="http://schemas.microsoft.com/office/drawing/2014/main" id="{1F5596C7-808C-4186-942F-020C9E5A2194}"/>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1</a:t>
            </a:r>
          </a:p>
        </p:txBody>
      </p:sp>
      <p:sp>
        <p:nvSpPr>
          <p:cNvPr id="54" name="figure-423">
            <a:extLst xmlns:a="http://schemas.openxmlformats.org/drawingml/2006/main">
              <a:ext uri="{FF2B5EF4-FFF2-40B4-BE49-F238E27FC236}">
                <a16:creationId xmlns:a16="http://schemas.microsoft.com/office/drawing/2014/main" id="{F90F6CAD-178B-488B-8306-20714BE61923}"/>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5" name="figure-424">
            <a:extLst xmlns:a="http://schemas.openxmlformats.org/drawingml/2006/main">
              <a:ext uri="{FF2B5EF4-FFF2-40B4-BE49-F238E27FC236}">
                <a16:creationId xmlns:a16="http://schemas.microsoft.com/office/drawing/2014/main" id="{C1D6F52A-92C0-4E81-B68B-7EDD712204B2}"/>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2</a:t>
            </a:r>
          </a:p>
        </p:txBody>
      </p:sp>
      <p:sp>
        <p:nvSpPr>
          <p:cNvPr id="56" name="figure-425">
            <a:extLst xmlns:a="http://schemas.openxmlformats.org/drawingml/2006/main">
              <a:ext uri="{FF2B5EF4-FFF2-40B4-BE49-F238E27FC236}">
                <a16:creationId xmlns:a16="http://schemas.microsoft.com/office/drawing/2014/main" id="{1A892950-66A1-4757-AA61-16F6EF0496ED}"/>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7" name="figure-426">
            <a:extLst xmlns:a="http://schemas.openxmlformats.org/drawingml/2006/main">
              <a:ext uri="{FF2B5EF4-FFF2-40B4-BE49-F238E27FC236}">
                <a16:creationId xmlns:a16="http://schemas.microsoft.com/office/drawing/2014/main" id="{67096814-44BB-428A-B5CF-1004C4C30CFF}"/>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3</a:t>
            </a:r>
          </a:p>
        </p:txBody>
      </p:sp>
      <p:sp>
        <p:nvSpPr>
          <p:cNvPr id="58" name="figure-427">
            <a:extLst xmlns:a="http://schemas.openxmlformats.org/drawingml/2006/main">
              <a:ext uri="{FF2B5EF4-FFF2-40B4-BE49-F238E27FC236}">
                <a16:creationId xmlns:a16="http://schemas.microsoft.com/office/drawing/2014/main" id="{BBB837B9-4AE8-462C-AFDE-73A233196203}"/>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9" name="figure-428">
            <a:extLst xmlns:a="http://schemas.openxmlformats.org/drawingml/2006/main">
              <a:ext uri="{FF2B5EF4-FFF2-40B4-BE49-F238E27FC236}">
                <a16:creationId xmlns:a16="http://schemas.microsoft.com/office/drawing/2014/main" id="{9E597546-9A88-4006-AFA8-6C24A89D8198}"/>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4</a:t>
            </a:r>
          </a:p>
        </p:txBody>
      </p:sp>
      <p:sp>
        <p:nvSpPr>
          <p:cNvPr id="60" name="figure-429">
            <a:extLst xmlns:a="http://schemas.openxmlformats.org/drawingml/2006/main">
              <a:ext uri="{FF2B5EF4-FFF2-40B4-BE49-F238E27FC236}">
                <a16:creationId xmlns:a16="http://schemas.microsoft.com/office/drawing/2014/main" id="{4B0DFC82-80A0-4789-AC94-AECF922A248C}"/>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1" name="figure-430">
            <a:extLst xmlns:a="http://schemas.openxmlformats.org/drawingml/2006/main">
              <a:ext uri="{FF2B5EF4-FFF2-40B4-BE49-F238E27FC236}">
                <a16:creationId xmlns:a16="http://schemas.microsoft.com/office/drawing/2014/main" id="{4CADB4C1-DCC9-4851-89A9-B9034A98343E}"/>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5</a:t>
            </a:r>
          </a:p>
        </p:txBody>
      </p:sp>
      <p:sp>
        <p:nvSpPr>
          <p:cNvPr id="62" name="figure-431">
            <a:extLst xmlns:a="http://schemas.openxmlformats.org/drawingml/2006/main">
              <a:ext uri="{FF2B5EF4-FFF2-40B4-BE49-F238E27FC236}">
                <a16:creationId xmlns:a16="http://schemas.microsoft.com/office/drawing/2014/main" id="{C029E00F-2EA9-4663-ACC1-122E9C994AAE}"/>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3" name="figure-432">
            <a:extLst xmlns:a="http://schemas.openxmlformats.org/drawingml/2006/main">
              <a:ext uri="{FF2B5EF4-FFF2-40B4-BE49-F238E27FC236}">
                <a16:creationId xmlns:a16="http://schemas.microsoft.com/office/drawing/2014/main" id="{B1B434A3-DCEE-49E4-AF9F-98926E1CE993}"/>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6</a:t>
            </a:r>
          </a:p>
        </p:txBody>
      </p:sp>
      <p:sp>
        <p:nvSpPr>
          <p:cNvPr id="64" name="figure-433">
            <a:extLst xmlns:a="http://schemas.openxmlformats.org/drawingml/2006/main">
              <a:ext uri="{FF2B5EF4-FFF2-40B4-BE49-F238E27FC236}">
                <a16:creationId xmlns:a16="http://schemas.microsoft.com/office/drawing/2014/main" id="{98645771-077E-4D49-A2BD-4750EA87500A}"/>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5" name="figure-434">
            <a:extLst xmlns:a="http://schemas.openxmlformats.org/drawingml/2006/main">
              <a:ext uri="{FF2B5EF4-FFF2-40B4-BE49-F238E27FC236}">
                <a16:creationId xmlns:a16="http://schemas.microsoft.com/office/drawing/2014/main" id="{521A9B4F-9F72-4552-84E6-33F31DE218F2}"/>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7</a:t>
            </a:r>
          </a:p>
        </p:txBody>
      </p:sp>
      <p:sp>
        <p:nvSpPr>
          <p:cNvPr id="66" name="figure-435">
            <a:extLst xmlns:a="http://schemas.openxmlformats.org/drawingml/2006/main">
              <a:ext uri="{FF2B5EF4-FFF2-40B4-BE49-F238E27FC236}">
                <a16:creationId xmlns:a16="http://schemas.microsoft.com/office/drawing/2014/main" id="{4ACD05E1-368C-434C-9717-D3CD574E4EC8}"/>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7" name="figure-436">
            <a:extLst xmlns:a="http://schemas.openxmlformats.org/drawingml/2006/main">
              <a:ext uri="{FF2B5EF4-FFF2-40B4-BE49-F238E27FC236}">
                <a16:creationId xmlns:a16="http://schemas.microsoft.com/office/drawing/2014/main" id="{1FF8BE35-08C2-477B-8A9B-74680D87E701}"/>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8</a:t>
            </a:r>
          </a:p>
        </p:txBody>
      </p:sp>
      <p:sp>
        <p:nvSpPr>
          <p:cNvPr id="68" name="figure-437">
            <a:extLst xmlns:a="http://schemas.openxmlformats.org/drawingml/2006/main">
              <a:ext uri="{FF2B5EF4-FFF2-40B4-BE49-F238E27FC236}">
                <a16:creationId xmlns:a16="http://schemas.microsoft.com/office/drawing/2014/main" id="{D612FBCF-7C9F-4446-91FE-9EFF563011D0}"/>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출발에서 예상한 남은 값: 4</a:t>
            </a:r>
          </a:p>
        </p:txBody>
      </p:sp>
      <p:sp>
        <p:nvSpPr>
          <p:cNvPr id="69" name="figure-438">
            <a:extLst xmlns:a="http://schemas.openxmlformats.org/drawingml/2006/main">
              <a:ext uri="{FF2B5EF4-FFF2-40B4-BE49-F238E27FC236}">
                <a16:creationId xmlns:a16="http://schemas.microsoft.com/office/drawing/2014/main" id="{B86BBA19-2051-46A4-A4B0-33EDACE1AB76}"/>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완성된 우회 길의 값: 8</a:t>
            </a:r>
          </a:p>
        </p:txBody>
      </p:sp>
      <p:sp>
        <p:nvSpPr>
          <p:cNvPr id="70" name="figure-439">
            <a:extLst xmlns:a="http://schemas.openxmlformats.org/drawingml/2006/main">
              <a:ext uri="{FF2B5EF4-FFF2-40B4-BE49-F238E27FC236}">
                <a16:creationId xmlns:a16="http://schemas.microsoft.com/office/drawing/2014/main" id="{5532B9A3-609D-40B2-B390-25FA539F360A}"/>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벽 때문에 더 돌아간다</a:t>
            </a:r>
          </a:p>
        </p:txBody>
      </p:sp>
      <p:sp>
        <p:nvSpPr>
          <p:cNvPr id="71" name="figure-440">
            <a:extLst xmlns:a="http://schemas.openxmlformats.org/drawingml/2006/main">
              <a:ext uri="{FF2B5EF4-FFF2-40B4-BE49-F238E27FC236}">
                <a16:creationId xmlns:a16="http://schemas.microsoft.com/office/drawing/2014/main" id="{A730897A-C979-4870-83B1-BB4AD1F40F15}"/>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예상과 실제는 다를 수 있다</a:t>
            </a:r>
          </a:p>
        </p:txBody>
      </p:sp>
      <p:sp>
        <p:nvSpPr>
          <p:cNvPr id="72" name="figure-441">
            <a:extLst xmlns:a="http://schemas.openxmlformats.org/drawingml/2006/main">
              <a:ext uri="{FF2B5EF4-FFF2-40B4-BE49-F238E27FC236}">
                <a16:creationId xmlns:a16="http://schemas.microsoft.com/office/drawing/2014/main" id="{E71B3CE2-8EBC-424B-BE17-87A48384BC3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그림 속 0부터 8까지는 최종 길에서 몇 번 이동했는지다</a:t>
            </a:r>
          </a:p>
        </p:txBody>
      </p:sp>
    </p:spTree>
    <p:extLst>
      <p:ext uri="{BB962C8B-B14F-4D97-AF65-F5344CB8AC3E}">
        <p14:creationId xmlns:p14="http://schemas.microsoft.com/office/powerpoint/2010/main" val="1664631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442">
            <a:extLst xmlns:a="http://schemas.openxmlformats.org/drawingml/2006/main">
              <a:ext uri="{FF2B5EF4-FFF2-40B4-BE49-F238E27FC236}">
                <a16:creationId xmlns:a16="http://schemas.microsoft.com/office/drawing/2014/main" id="{EBD3ED8E-F910-4619-AF30-3A9A056CB9A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컴퓨터는 두 목록과 길 메모를 쓴다</a:t>
            </a:r>
          </a:p>
        </p:txBody>
      </p:sp>
      <p:sp>
        <p:nvSpPr>
          <p:cNvPr id="2" name="figure-443">
            <a:extLst xmlns:a="http://schemas.openxmlformats.org/drawingml/2006/main">
              <a:ext uri="{FF2B5EF4-FFF2-40B4-BE49-F238E27FC236}">
                <a16:creationId xmlns:a16="http://schemas.microsoft.com/office/drawing/2014/main" id="{E03349FD-F6DB-442C-83AE-0BC691C4172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찾아낸 칸을 전부 똑같이 취급하지 않는다</a:t>
            </a:r>
          </a:p>
        </p:txBody>
      </p:sp>
      <p:sp>
        <p:nvSpPr>
          <p:cNvPr id="3" name="figure-444">
            <a:extLst xmlns:a="http://schemas.openxmlformats.org/drawingml/2006/main">
              <a:ext uri="{FF2B5EF4-FFF2-40B4-BE49-F238E27FC236}">
                <a16:creationId xmlns:a16="http://schemas.microsoft.com/office/drawing/2014/main" id="{74322F9B-CA20-45FA-941F-06D0EA10C73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15</a:t>
            </a:r>
          </a:p>
        </p:txBody>
      </p:sp>
      <p:graphicFrame>
        <p:nvGraphicFramePr>
          <p:cNvPr id="9" name=""/>
          <p:cNvGraphicFramePr/>
          <p:nvPr/>
        </p:nvGraphicFramePr>
        <p:xfrm>
          <a:off xmlns:a="http://schemas.openxmlformats.org/drawingml/2006/main" x="609600" y="2143125"/>
          <a:ext xmlns:a="http://schemas.openxmlformats.org/drawingml/2006/main" cx="10972800" cy="3086100"/>
        </p:xfrm>
        <a:graphic xmlns:a="http://schemas.openxmlformats.org/drawingml/2006/main">
          <a:graphicData uri="http://schemas.openxmlformats.org/drawingml/2006/table">
            <a:tbl>
              <a:tblPr/>
              <a:tblGrid>
                <a:gridCol w="3143250"/>
                <a:gridCol w="5638800"/>
                <a:gridCol w="2190750"/>
              </a:tblGrid>
              <a:tr h="771525">
                <a:tc>
                  <a:txBody>
                    <a:bodyPr lIns="152400" tIns="85725" rIns="114300" bIns="85725">
                      <a:noAutofit/>
                    </a:bodyPr>
                    <a:lstStyle/>
                    <a:p>
                      <a:r>
                        <a:rPr sz="2025" b="1">
                          <a:solidFill>
                            <a:srgbClr val="FFFFFF"/>
                          </a:solidFill>
                          <a:latin typeface="Malgun Gothic"/>
                          <a:ea typeface="Malgun Gothic"/>
                          <a:cs typeface="Malgun Gothic"/>
                        </a:rPr>
                        <a:t>쉬운 이름</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하는 일</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영어 이름</a:t>
                      </a:r>
                    </a:p>
                  </a:txBody>
                  <a:tcPr marL="91440" marR="91440" marT="45720" marB="45720" anchor="ctr">
                    <a:solidFill>
                      <a:srgbClr val="151515"/>
                    </a:solidFill>
                  </a:tcPr>
                </a:tc>
              </a:tr>
              <a:tr h="771525">
                <a:tc>
                  <a:txBody>
                    <a:bodyPr lIns="152400" tIns="85725" rIns="114300" bIns="85725">
                      <a:noAutofit/>
                    </a:bodyPr>
                    <a:lstStyle/>
                    <a:p>
                      <a:r>
                        <a:rPr sz="2025" b="0">
                          <a:solidFill>
                            <a:srgbClr val="151515"/>
                          </a:solidFill>
                          <a:latin typeface="Malgun Gothic"/>
                          <a:ea typeface="Malgun Gothic"/>
                          <a:cs typeface="Malgun Gothic"/>
                        </a:rPr>
                        <a:t>살펴볼 후보 목록</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찾았지만 아직 주변을 안 본 칸</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Open</a:t>
                      </a:r>
                    </a:p>
                  </a:txBody>
                  <a:tcPr marL="91440" marR="91440" marT="45720" marB="45720" anchor="ctr">
                    <a:solidFill>
                      <a:srgbClr val="FFFFFF"/>
                    </a:solidFill>
                  </a:tcPr>
                </a:tc>
              </a:tr>
              <a:tr h="771525">
                <a:tc>
                  <a:txBody>
                    <a:bodyPr lIns="152400" tIns="85725" rIns="114300" bIns="85725">
                      <a:noAutofit/>
                    </a:bodyPr>
                    <a:lstStyle/>
                    <a:p>
                      <a:r>
                        <a:rPr sz="2025" b="0">
                          <a:solidFill>
                            <a:srgbClr val="151515"/>
                          </a:solidFill>
                          <a:latin typeface="Malgun Gothic"/>
                          <a:ea typeface="Malgun Gothic"/>
                          <a:cs typeface="Malgun Gothic"/>
                        </a:rPr>
                        <a:t>주변을 살펴본 목록</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갈 수 있는 옆 칸까지 확인한 칸</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Closed</a:t>
                      </a:r>
                    </a:p>
                  </a:txBody>
                  <a:tcPr marL="91440" marR="91440" marT="45720" marB="45720" anchor="ctr">
                    <a:solidFill>
                      <a:srgbClr val="F6F6F6"/>
                    </a:solidFill>
                  </a:tcPr>
                </a:tc>
              </a:tr>
              <a:tr h="771525">
                <a:tc>
                  <a:txBody>
                    <a:bodyPr lIns="152400" tIns="85725" rIns="114300" bIns="85725">
                      <a:noAutofit/>
                    </a:bodyPr>
                    <a:lstStyle/>
                    <a:p>
                      <a:r>
                        <a:rPr sz="2025" b="0">
                          <a:solidFill>
                            <a:srgbClr val="151515"/>
                          </a:solidFill>
                          <a:latin typeface="Malgun Gothic"/>
                          <a:ea typeface="Malgun Gothic"/>
                          <a:cs typeface="Malgun Gothic"/>
                        </a:rPr>
                        <a:t>어디서 왔는지 메모</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길을 만들 때 이전 칸을 찾는 기록</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Parent</a:t>
                      </a:r>
                    </a:p>
                  </a:txBody>
                  <a:tcPr marL="91440" marR="91440" marT="45720" marB="45720" anchor="ctr">
                    <a:solidFill>
                      <a:srgbClr val="FFFFFF"/>
                    </a:solidFill>
                  </a:tcPr>
                </a:tc>
              </a:tr>
            </a:tbl>
          </a:graphicData>
        </a:graphic>
      </p:graphicFrame>
      <p:sp>
        <p:nvSpPr>
          <p:cNvPr id="5" name="figure-445">
            <a:extLst xmlns:a="http://schemas.openxmlformats.org/drawingml/2006/main">
              <a:ext uri="{FF2B5EF4-FFF2-40B4-BE49-F238E27FC236}">
                <a16:creationId xmlns:a16="http://schemas.microsoft.com/office/drawing/2014/main" id="{8B2633BB-4A6B-4130-AAF7-EE712AF96762}"/>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“칸을 찾았다”와 “그 칸 주변을 살펴봤다”는 다른 단계다</a:t>
            </a:r>
          </a:p>
        </p:txBody>
      </p:sp>
    </p:spTree>
    <p:extLst>
      <p:ext uri="{BB962C8B-B14F-4D97-AF65-F5344CB8AC3E}">
        <p14:creationId xmlns:p14="http://schemas.microsoft.com/office/powerpoint/2010/main" val="16786002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446">
            <a:extLst xmlns:a="http://schemas.openxmlformats.org/drawingml/2006/main">
              <a:ext uri="{FF2B5EF4-FFF2-40B4-BE49-F238E27FC236}">
                <a16:creationId xmlns:a16="http://schemas.microsoft.com/office/drawing/2014/main" id="{9A1B6957-DE6B-4914-9D25-A128164C39E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A*는 같은 확인을 반복한다</a:t>
            </a:r>
          </a:p>
        </p:txBody>
      </p:sp>
      <p:sp>
        <p:nvSpPr>
          <p:cNvPr id="2" name="figure-447">
            <a:extLst xmlns:a="http://schemas.openxmlformats.org/drawingml/2006/main">
              <a:ext uri="{FF2B5EF4-FFF2-40B4-BE49-F238E27FC236}">
                <a16:creationId xmlns:a16="http://schemas.microsoft.com/office/drawing/2014/main" id="{72BE98A7-1017-465A-BBF3-81645205394E}"/>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전체 후보 목록에서 점수가 가장 작은 칸을 꺼낸다</a:t>
            </a:r>
          </a:p>
        </p:txBody>
      </p:sp>
      <p:sp>
        <p:nvSpPr>
          <p:cNvPr id="3" name="figure-448">
            <a:extLst xmlns:a="http://schemas.openxmlformats.org/drawingml/2006/main">
              <a:ext uri="{FF2B5EF4-FFF2-40B4-BE49-F238E27FC236}">
                <a16:creationId xmlns:a16="http://schemas.microsoft.com/office/drawing/2014/main" id="{E855A814-2CB1-4984-A59E-25BEBB0E811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16</a:t>
            </a:r>
          </a:p>
        </p:txBody>
      </p:sp>
      <p:sp>
        <p:nvSpPr>
          <p:cNvPr id="4" name="figure-449">
            <a:extLst xmlns:a="http://schemas.openxmlformats.org/drawingml/2006/main">
              <a:ext uri="{FF2B5EF4-FFF2-40B4-BE49-F238E27FC236}">
                <a16:creationId xmlns:a16="http://schemas.microsoft.com/office/drawing/2014/main" id="{AA070DCD-BFD3-45B2-A6B4-60ACDF60D580}"/>
              </a:ext>
            </a:extLst>
          </p:cNvPr>
          <p:cNvSpPr>
            <a:spLocks xmlns:a="http://schemas.openxmlformats.org/drawingml/2006/main" noGrp="1"/>
          </p:cNvSpPr>
          <p:nvPr/>
        </p:nvSpPr>
        <p:spPr>
          <a:xfrm xmlns:a="http://schemas.openxmlformats.org/drawingml/2006/main">
            <a:off x="6096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450">
            <a:extLst xmlns:a="http://schemas.openxmlformats.org/drawingml/2006/main">
              <a:ext uri="{FF2B5EF4-FFF2-40B4-BE49-F238E27FC236}">
                <a16:creationId xmlns:a16="http://schemas.microsoft.com/office/drawing/2014/main" id="{AD4DB9D3-5875-46F7-99EA-4C67B523A6C2}"/>
              </a:ext>
            </a:extLst>
          </p:cNvPr>
          <p:cNvSpPr>
            <a:spLocks xmlns:a="http://schemas.openxmlformats.org/drawingml/2006/main" noGrp="1"/>
          </p:cNvSpPr>
          <p:nvPr/>
        </p:nvSpPr>
        <p:spPr>
          <a:xfrm xmlns:a="http://schemas.openxmlformats.org/drawingml/2006/main">
            <a:off x="6858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작은 점수 후보 꺼내기</a:t>
            </a:r>
          </a:p>
        </p:txBody>
      </p:sp>
      <p:sp>
        <p:nvSpPr>
          <p:cNvPr id="6" name="figure-451">
            <a:extLst xmlns:a="http://schemas.openxmlformats.org/drawingml/2006/main">
              <a:ext uri="{FF2B5EF4-FFF2-40B4-BE49-F238E27FC236}">
                <a16:creationId xmlns:a16="http://schemas.microsoft.com/office/drawing/2014/main" id="{294FE9CF-F14D-4153-BDD7-34B9ED18E97B}"/>
              </a:ext>
            </a:extLst>
          </p:cNvPr>
          <p:cNvSpPr>
            <a:spLocks xmlns:a="http://schemas.openxmlformats.org/drawingml/2006/main" noGrp="1"/>
          </p:cNvSpPr>
          <p:nvPr/>
        </p:nvSpPr>
        <p:spPr>
          <a:xfrm xmlns:a="http://schemas.openxmlformats.org/drawingml/2006/main">
            <a:off x="401637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452">
            <a:extLst xmlns:a="http://schemas.openxmlformats.org/drawingml/2006/main">
              <a:ext uri="{FF2B5EF4-FFF2-40B4-BE49-F238E27FC236}">
                <a16:creationId xmlns:a16="http://schemas.microsoft.com/office/drawing/2014/main" id="{894B8616-5541-4030-97B2-912AB64A27EE}"/>
              </a:ext>
            </a:extLst>
          </p:cNvPr>
          <p:cNvSpPr>
            <a:spLocks xmlns:a="http://schemas.openxmlformats.org/drawingml/2006/main" noGrp="1"/>
          </p:cNvSpPr>
          <p:nvPr/>
        </p:nvSpPr>
        <p:spPr>
          <a:xfrm xmlns:a="http://schemas.openxmlformats.org/drawingml/2006/main">
            <a:off x="446405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453">
            <a:extLst xmlns:a="http://schemas.openxmlformats.org/drawingml/2006/main">
              <a:ext uri="{FF2B5EF4-FFF2-40B4-BE49-F238E27FC236}">
                <a16:creationId xmlns:a16="http://schemas.microsoft.com/office/drawing/2014/main" id="{E6744A8E-41E6-4EDC-9435-C17B7D7EBF63}"/>
              </a:ext>
            </a:extLst>
          </p:cNvPr>
          <p:cNvSpPr>
            <a:spLocks xmlns:a="http://schemas.openxmlformats.org/drawingml/2006/main" noGrp="1"/>
          </p:cNvSpPr>
          <p:nvPr/>
        </p:nvSpPr>
        <p:spPr>
          <a:xfrm xmlns:a="http://schemas.openxmlformats.org/drawingml/2006/main">
            <a:off x="454025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목표인지 확인</a:t>
            </a:r>
          </a:p>
        </p:txBody>
      </p:sp>
      <p:sp>
        <p:nvSpPr>
          <p:cNvPr id="9" name="figure-454">
            <a:extLst xmlns:a="http://schemas.openxmlformats.org/drawingml/2006/main">
              <a:ext uri="{FF2B5EF4-FFF2-40B4-BE49-F238E27FC236}">
                <a16:creationId xmlns:a16="http://schemas.microsoft.com/office/drawing/2014/main" id="{DFFCABD0-25EC-4B4A-8BC0-E942446D8713}"/>
              </a:ext>
            </a:extLst>
          </p:cNvPr>
          <p:cNvSpPr>
            <a:spLocks xmlns:a="http://schemas.openxmlformats.org/drawingml/2006/main" noGrp="1"/>
          </p:cNvSpPr>
          <p:nvPr/>
        </p:nvSpPr>
        <p:spPr>
          <a:xfrm xmlns:a="http://schemas.openxmlformats.org/drawingml/2006/main">
            <a:off x="787082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455">
            <a:extLst xmlns:a="http://schemas.openxmlformats.org/drawingml/2006/main">
              <a:ext uri="{FF2B5EF4-FFF2-40B4-BE49-F238E27FC236}">
                <a16:creationId xmlns:a16="http://schemas.microsoft.com/office/drawing/2014/main" id="{FB6A7017-9754-4070-9F5B-0A4E34938096}"/>
              </a:ext>
            </a:extLst>
          </p:cNvPr>
          <p:cNvSpPr>
            <a:spLocks xmlns:a="http://schemas.openxmlformats.org/drawingml/2006/main" noGrp="1"/>
          </p:cNvSpPr>
          <p:nvPr/>
        </p:nvSpPr>
        <p:spPr>
          <a:xfrm xmlns:a="http://schemas.openxmlformats.org/drawingml/2006/main">
            <a:off x="83185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456">
            <a:extLst xmlns:a="http://schemas.openxmlformats.org/drawingml/2006/main">
              <a:ext uri="{FF2B5EF4-FFF2-40B4-BE49-F238E27FC236}">
                <a16:creationId xmlns:a16="http://schemas.microsoft.com/office/drawing/2014/main" id="{9D5A1CB1-18E0-4C81-A840-6D1FB7272F8F}"/>
              </a:ext>
            </a:extLst>
          </p:cNvPr>
          <p:cNvSpPr>
            <a:spLocks xmlns:a="http://schemas.openxmlformats.org/drawingml/2006/main" noGrp="1"/>
          </p:cNvSpPr>
          <p:nvPr/>
        </p:nvSpPr>
        <p:spPr>
          <a:xfrm xmlns:a="http://schemas.openxmlformats.org/drawingml/2006/main">
            <a:off x="83947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옆 칸의 기록 고치기</a:t>
            </a:r>
          </a:p>
        </p:txBody>
      </p:sp>
      <p:sp>
        <p:nvSpPr>
          <p:cNvPr id="12" name="figure-457">
            <a:extLst xmlns:a="http://schemas.openxmlformats.org/drawingml/2006/main">
              <a:ext uri="{FF2B5EF4-FFF2-40B4-BE49-F238E27FC236}">
                <a16:creationId xmlns:a16="http://schemas.microsoft.com/office/drawing/2014/main" id="{D1C5137E-D812-497E-8905-63BFE8AF96F6}"/>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51515"/>
                </a:solidFill>
                <a:latin typeface="Malgun Gothic"/>
                <a:ea typeface="Malgun Gothic"/>
                <a:cs typeface="Malgun Gothic"/>
              </a:defRPr>
            </a:pPr>
            <a:r>
              <a:rPr sz="2475" b="1">
                <a:solidFill>
                  <a:srgbClr val="151515"/>
                </a:solidFill>
                <a:latin typeface="Malgun Gothic"/>
                <a:ea typeface="Malgun Gothic"/>
                <a:cs typeface="Malgun Gothic"/>
              </a:rPr>
              <a:t>목표를 꺼냈으면 길을 만든다</a:t>
            </a:r>
          </a:p>
        </p:txBody>
      </p:sp>
      <p:sp>
        <p:nvSpPr>
          <p:cNvPr id="13" name="figure-458">
            <a:extLst xmlns:a="http://schemas.openxmlformats.org/drawingml/2006/main">
              <a:ext uri="{FF2B5EF4-FFF2-40B4-BE49-F238E27FC236}">
                <a16:creationId xmlns:a16="http://schemas.microsoft.com/office/drawing/2014/main" id="{46E9BEC0-9CD5-4BCF-9B7D-150315A9B8CF}"/>
              </a:ext>
            </a:extLst>
          </p:cNvPr>
          <p:cNvSpPr>
            <a:spLocks xmlns:a="http://schemas.openxmlformats.org/drawingml/2006/main" noGrp="1"/>
          </p:cNvSpPr>
          <p:nvPr/>
        </p:nvSpPr>
        <p:spPr>
          <a:xfrm xmlns:a="http://schemas.openxmlformats.org/drawingml/2006/main">
            <a:off x="609600" y="49911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목표가 아니면 후보 목록으로 돌아가 다시 반복한다</a:t>
            </a:r>
          </a:p>
        </p:txBody>
      </p:sp>
      <p:sp>
        <p:nvSpPr>
          <p:cNvPr id="14" name="figure-459">
            <a:extLst xmlns:a="http://schemas.openxmlformats.org/drawingml/2006/main">
              <a:ext uri="{FF2B5EF4-FFF2-40B4-BE49-F238E27FC236}">
                <a16:creationId xmlns:a16="http://schemas.microsoft.com/office/drawing/2014/main" id="{31112B4A-FC33-4349-9995-F22650390AB3}"/>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후보가 다 없어질 때까지 목표를 못 꺼내면 “갈 길 없음”이다</a:t>
            </a:r>
          </a:p>
        </p:txBody>
      </p:sp>
    </p:spTree>
    <p:extLst>
      <p:ext uri="{BB962C8B-B14F-4D97-AF65-F5344CB8AC3E}">
        <p14:creationId xmlns:p14="http://schemas.microsoft.com/office/powerpoint/2010/main" val="11668277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figure-460">
            <a:extLst xmlns:a="http://schemas.openxmlformats.org/drawingml/2006/main">
              <a:ext uri="{FF2B5EF4-FFF2-40B4-BE49-F238E27FC236}">
                <a16:creationId xmlns:a16="http://schemas.microsoft.com/office/drawing/2014/main" id="{943CE548-AECF-4FC5-843D-6A94254F98C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처음에는 출발 칸 하나만 후보다</a:t>
            </a:r>
          </a:p>
        </p:txBody>
      </p:sp>
      <p:sp>
        <p:nvSpPr>
          <p:cNvPr id="2" name="figure-461">
            <a:extLst xmlns:a="http://schemas.openxmlformats.org/drawingml/2006/main">
              <a:ext uri="{FF2B5EF4-FFF2-40B4-BE49-F238E27FC236}">
                <a16:creationId xmlns:a16="http://schemas.microsoft.com/office/drawing/2014/main" id="{38D06AD8-FB49-430F-99BD-53ACA5577068}"/>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아직 움직인 값은 0, 예상한 남은 값은 4</a:t>
            </a:r>
          </a:p>
        </p:txBody>
      </p:sp>
      <p:sp>
        <p:nvSpPr>
          <p:cNvPr id="3" name="figure-462">
            <a:extLst xmlns:a="http://schemas.openxmlformats.org/drawingml/2006/main">
              <a:ext uri="{FF2B5EF4-FFF2-40B4-BE49-F238E27FC236}">
                <a16:creationId xmlns:a16="http://schemas.microsoft.com/office/drawing/2014/main" id="{74BCDEFF-23F5-4136-AB1F-6067F76ABEA0}"/>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17</a:t>
            </a:r>
          </a:p>
        </p:txBody>
      </p:sp>
      <p:sp>
        <p:nvSpPr>
          <p:cNvPr id="4" name="figure-463">
            <a:extLst xmlns:a="http://schemas.openxmlformats.org/drawingml/2006/main">
              <a:ext uri="{FF2B5EF4-FFF2-40B4-BE49-F238E27FC236}">
                <a16:creationId xmlns:a16="http://schemas.microsoft.com/office/drawing/2014/main" id="{BB749A49-8DCC-4737-85A0-55F84BF9578C}"/>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464">
            <a:extLst xmlns:a="http://schemas.openxmlformats.org/drawingml/2006/main">
              <a:ext uri="{FF2B5EF4-FFF2-40B4-BE49-F238E27FC236}">
                <a16:creationId xmlns:a16="http://schemas.microsoft.com/office/drawing/2014/main" id="{510606A6-7B01-423C-8AE0-C10BD3AA3597}"/>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465">
            <a:extLst xmlns:a="http://schemas.openxmlformats.org/drawingml/2006/main">
              <a:ext uri="{FF2B5EF4-FFF2-40B4-BE49-F238E27FC236}">
                <a16:creationId xmlns:a16="http://schemas.microsoft.com/office/drawing/2014/main" id="{A0622EB5-0B4D-457F-B3C9-42FDC95C05DC}"/>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466">
            <a:extLst xmlns:a="http://schemas.openxmlformats.org/drawingml/2006/main">
              <a:ext uri="{FF2B5EF4-FFF2-40B4-BE49-F238E27FC236}">
                <a16:creationId xmlns:a16="http://schemas.microsoft.com/office/drawing/2014/main" id="{E81872B1-5DD7-4983-8A84-3F7723CA04AD}"/>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467">
            <a:extLst xmlns:a="http://schemas.openxmlformats.org/drawingml/2006/main">
              <a:ext uri="{FF2B5EF4-FFF2-40B4-BE49-F238E27FC236}">
                <a16:creationId xmlns:a16="http://schemas.microsoft.com/office/drawing/2014/main" id="{2E5953E0-E3EB-45EC-B676-6F0947977B39}"/>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468">
            <a:extLst xmlns:a="http://schemas.openxmlformats.org/drawingml/2006/main">
              <a:ext uri="{FF2B5EF4-FFF2-40B4-BE49-F238E27FC236}">
                <a16:creationId xmlns:a16="http://schemas.microsoft.com/office/drawing/2014/main" id="{47407586-B6C1-4424-B957-7FA49954D180}"/>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469">
            <a:extLst xmlns:a="http://schemas.openxmlformats.org/drawingml/2006/main">
              <a:ext uri="{FF2B5EF4-FFF2-40B4-BE49-F238E27FC236}">
                <a16:creationId xmlns:a16="http://schemas.microsoft.com/office/drawing/2014/main" id="{71FC0348-60B8-4465-8B53-0FE0C4C21206}"/>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470">
            <a:extLst xmlns:a="http://schemas.openxmlformats.org/drawingml/2006/main">
              <a:ext uri="{FF2B5EF4-FFF2-40B4-BE49-F238E27FC236}">
                <a16:creationId xmlns:a16="http://schemas.microsoft.com/office/drawing/2014/main" id="{74D0EACD-3366-4294-9C64-881A230243D6}"/>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471">
            <a:extLst xmlns:a="http://schemas.openxmlformats.org/drawingml/2006/main">
              <a:ext uri="{FF2B5EF4-FFF2-40B4-BE49-F238E27FC236}">
                <a16:creationId xmlns:a16="http://schemas.microsoft.com/office/drawing/2014/main" id="{035DB7D8-2D78-4BC9-9555-0555DC91EF42}"/>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472">
            <a:extLst xmlns:a="http://schemas.openxmlformats.org/drawingml/2006/main">
              <a:ext uri="{FF2B5EF4-FFF2-40B4-BE49-F238E27FC236}">
                <a16:creationId xmlns:a16="http://schemas.microsoft.com/office/drawing/2014/main" id="{3BAAF3F4-7DF1-4894-A59E-E31B73EED336}"/>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473">
            <a:extLst xmlns:a="http://schemas.openxmlformats.org/drawingml/2006/main">
              <a:ext uri="{FF2B5EF4-FFF2-40B4-BE49-F238E27FC236}">
                <a16:creationId xmlns:a16="http://schemas.microsoft.com/office/drawing/2014/main" id="{D58F369E-A9EE-451D-ABAD-C4763F1E1249}"/>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474">
            <a:extLst xmlns:a="http://schemas.openxmlformats.org/drawingml/2006/main">
              <a:ext uri="{FF2B5EF4-FFF2-40B4-BE49-F238E27FC236}">
                <a16:creationId xmlns:a16="http://schemas.microsoft.com/office/drawing/2014/main" id="{2DEE221E-88B5-4757-9A60-91F678BB1753}"/>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475">
            <a:extLst xmlns:a="http://schemas.openxmlformats.org/drawingml/2006/main">
              <a:ext uri="{FF2B5EF4-FFF2-40B4-BE49-F238E27FC236}">
                <a16:creationId xmlns:a16="http://schemas.microsoft.com/office/drawing/2014/main" id="{5E65500A-982A-4379-B6B3-A8AB8F2E27AC}"/>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476">
            <a:extLst xmlns:a="http://schemas.openxmlformats.org/drawingml/2006/main">
              <a:ext uri="{FF2B5EF4-FFF2-40B4-BE49-F238E27FC236}">
                <a16:creationId xmlns:a16="http://schemas.microsoft.com/office/drawing/2014/main" id="{D5659E56-84CD-4439-893B-6241FD1E4C6B}"/>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477">
            <a:extLst xmlns:a="http://schemas.openxmlformats.org/drawingml/2006/main">
              <a:ext uri="{FF2B5EF4-FFF2-40B4-BE49-F238E27FC236}">
                <a16:creationId xmlns:a16="http://schemas.microsoft.com/office/drawing/2014/main" id="{3B51094C-32F4-4B45-B91C-EDBC01740066}"/>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478">
            <a:extLst xmlns:a="http://schemas.openxmlformats.org/drawingml/2006/main">
              <a:ext uri="{FF2B5EF4-FFF2-40B4-BE49-F238E27FC236}">
                <a16:creationId xmlns:a16="http://schemas.microsoft.com/office/drawing/2014/main" id="{21CF1BBA-7D6F-44CF-AF56-A1DBAFE3B6FA}"/>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479">
            <a:extLst xmlns:a="http://schemas.openxmlformats.org/drawingml/2006/main">
              <a:ext uri="{FF2B5EF4-FFF2-40B4-BE49-F238E27FC236}">
                <a16:creationId xmlns:a16="http://schemas.microsoft.com/office/drawing/2014/main" id="{3CEEB154-B684-4DF7-961B-A8B9520E50B8}"/>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480">
            <a:extLst xmlns:a="http://schemas.openxmlformats.org/drawingml/2006/main">
              <a:ext uri="{FF2B5EF4-FFF2-40B4-BE49-F238E27FC236}">
                <a16:creationId xmlns:a16="http://schemas.microsoft.com/office/drawing/2014/main" id="{F035C8A9-EFD7-46D0-B2E8-1DCD2A18A7B3}"/>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481">
            <a:extLst xmlns:a="http://schemas.openxmlformats.org/drawingml/2006/main">
              <a:ext uri="{FF2B5EF4-FFF2-40B4-BE49-F238E27FC236}">
                <a16:creationId xmlns:a16="http://schemas.microsoft.com/office/drawing/2014/main" id="{A6AE78B0-EF51-4B2C-8B94-09CBD5327889}"/>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482">
            <a:extLst xmlns:a="http://schemas.openxmlformats.org/drawingml/2006/main">
              <a:ext uri="{FF2B5EF4-FFF2-40B4-BE49-F238E27FC236}">
                <a16:creationId xmlns:a16="http://schemas.microsoft.com/office/drawing/2014/main" id="{2BE17A60-4454-4889-93CF-A4C968B94A38}"/>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483">
            <a:extLst xmlns:a="http://schemas.openxmlformats.org/drawingml/2006/main">
              <a:ext uri="{FF2B5EF4-FFF2-40B4-BE49-F238E27FC236}">
                <a16:creationId xmlns:a16="http://schemas.microsoft.com/office/drawing/2014/main" id="{0EF63CE8-4B71-488C-B03A-D71BFBF26CF2}"/>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484">
            <a:extLst xmlns:a="http://schemas.openxmlformats.org/drawingml/2006/main">
              <a:ext uri="{FF2B5EF4-FFF2-40B4-BE49-F238E27FC236}">
                <a16:creationId xmlns:a16="http://schemas.microsoft.com/office/drawing/2014/main" id="{311B9A95-B130-4D85-973E-5B8F4A11C081}"/>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6" name="figure-485">
            <a:extLst xmlns:a="http://schemas.openxmlformats.org/drawingml/2006/main">
              <a:ext uri="{FF2B5EF4-FFF2-40B4-BE49-F238E27FC236}">
                <a16:creationId xmlns:a16="http://schemas.microsoft.com/office/drawing/2014/main" id="{6A600AF9-853E-4D18-BB53-E3DF00BDAFB1}"/>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출발</a:t>
            </a:r>
          </a:p>
        </p:txBody>
      </p:sp>
      <p:sp>
        <p:nvSpPr>
          <p:cNvPr id="27" name="figure-486">
            <a:extLst xmlns:a="http://schemas.openxmlformats.org/drawingml/2006/main">
              <a:ext uri="{FF2B5EF4-FFF2-40B4-BE49-F238E27FC236}">
                <a16:creationId xmlns:a16="http://schemas.microsoft.com/office/drawing/2014/main" id="{0AFBDE07-250C-484E-B5E2-84D05B6C590C}"/>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8" name="figure-487">
            <a:extLst xmlns:a="http://schemas.openxmlformats.org/drawingml/2006/main">
              <a:ext uri="{FF2B5EF4-FFF2-40B4-BE49-F238E27FC236}">
                <a16:creationId xmlns:a16="http://schemas.microsoft.com/office/drawing/2014/main" id="{CFC40981-71C3-46A9-9FD8-ED19AB6A71B6}"/>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9" name="figure-488">
            <a:extLst xmlns:a="http://schemas.openxmlformats.org/drawingml/2006/main">
              <a:ext uri="{FF2B5EF4-FFF2-40B4-BE49-F238E27FC236}">
                <a16:creationId xmlns:a16="http://schemas.microsoft.com/office/drawing/2014/main" id="{EB6C6343-183A-43CE-AAA7-FE986125A87F}"/>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0" name="figure-489">
            <a:extLst xmlns:a="http://schemas.openxmlformats.org/drawingml/2006/main">
              <a:ext uri="{FF2B5EF4-FFF2-40B4-BE49-F238E27FC236}">
                <a16:creationId xmlns:a16="http://schemas.microsoft.com/office/drawing/2014/main" id="{F4C2E02F-E261-4F6E-967E-1EC45424BB1A}"/>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490">
            <a:extLst xmlns:a="http://schemas.openxmlformats.org/drawingml/2006/main">
              <a:ext uri="{FF2B5EF4-FFF2-40B4-BE49-F238E27FC236}">
                <a16:creationId xmlns:a16="http://schemas.microsoft.com/office/drawing/2014/main" id="{0E7B6BE3-CD96-443B-BE30-C60D088ECB94}"/>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491">
            <a:extLst xmlns:a="http://schemas.openxmlformats.org/drawingml/2006/main">
              <a:ext uri="{FF2B5EF4-FFF2-40B4-BE49-F238E27FC236}">
                <a16:creationId xmlns:a16="http://schemas.microsoft.com/office/drawing/2014/main" id="{3F53FDF1-D11E-4159-901F-F296F77C69B0}"/>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3" name="figure-492">
            <a:extLst xmlns:a="http://schemas.openxmlformats.org/drawingml/2006/main">
              <a:ext uri="{FF2B5EF4-FFF2-40B4-BE49-F238E27FC236}">
                <a16:creationId xmlns:a16="http://schemas.microsoft.com/office/drawing/2014/main" id="{20288867-D6BE-4329-B112-AC6E227AF7A9}"/>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4" name="figure-493">
            <a:extLst xmlns:a="http://schemas.openxmlformats.org/drawingml/2006/main">
              <a:ext uri="{FF2B5EF4-FFF2-40B4-BE49-F238E27FC236}">
                <a16:creationId xmlns:a16="http://schemas.microsoft.com/office/drawing/2014/main" id="{464E6BEA-2686-413D-A266-C3213B1BCEDE}"/>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494">
            <a:extLst xmlns:a="http://schemas.openxmlformats.org/drawingml/2006/main">
              <a:ext uri="{FF2B5EF4-FFF2-40B4-BE49-F238E27FC236}">
                <a16:creationId xmlns:a16="http://schemas.microsoft.com/office/drawing/2014/main" id="{614F1201-AFF5-4C02-9956-AF5055FC3F6F}"/>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6" name="figure-495">
            <a:extLst xmlns:a="http://schemas.openxmlformats.org/drawingml/2006/main">
              <a:ext uri="{FF2B5EF4-FFF2-40B4-BE49-F238E27FC236}">
                <a16:creationId xmlns:a16="http://schemas.microsoft.com/office/drawing/2014/main" id="{BE8AADB1-7584-4EAC-8A49-0605AD8B9DCC}"/>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7" name="figure-496">
            <a:extLst xmlns:a="http://schemas.openxmlformats.org/drawingml/2006/main">
              <a:ext uri="{FF2B5EF4-FFF2-40B4-BE49-F238E27FC236}">
                <a16:creationId xmlns:a16="http://schemas.microsoft.com/office/drawing/2014/main" id="{838CFBBC-5498-4E45-AEB8-2A8DF54EF548}"/>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497">
            <a:extLst xmlns:a="http://schemas.openxmlformats.org/drawingml/2006/main">
              <a:ext uri="{FF2B5EF4-FFF2-40B4-BE49-F238E27FC236}">
                <a16:creationId xmlns:a16="http://schemas.microsoft.com/office/drawing/2014/main" id="{ADF313E0-A331-4B60-8D8E-F83C331056F7}"/>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498">
            <a:extLst xmlns:a="http://schemas.openxmlformats.org/drawingml/2006/main">
              <a:ext uri="{FF2B5EF4-FFF2-40B4-BE49-F238E27FC236}">
                <a16:creationId xmlns:a16="http://schemas.microsoft.com/office/drawing/2014/main" id="{22A17FCC-722C-4C3F-9F99-EF28F4CAA41C}"/>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499">
            <a:extLst xmlns:a="http://schemas.openxmlformats.org/drawingml/2006/main">
              <a:ext uri="{FF2B5EF4-FFF2-40B4-BE49-F238E27FC236}">
                <a16:creationId xmlns:a16="http://schemas.microsoft.com/office/drawing/2014/main" id="{F369EF58-885E-44E7-8FBF-5E3481DCAAE8}"/>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500">
            <a:extLst xmlns:a="http://schemas.openxmlformats.org/drawingml/2006/main">
              <a:ext uri="{FF2B5EF4-FFF2-40B4-BE49-F238E27FC236}">
                <a16:creationId xmlns:a16="http://schemas.microsoft.com/office/drawing/2014/main" id="{78604192-E770-492B-AB6F-520719C970A1}"/>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501">
            <a:extLst xmlns:a="http://schemas.openxmlformats.org/drawingml/2006/main">
              <a:ext uri="{FF2B5EF4-FFF2-40B4-BE49-F238E27FC236}">
                <a16:creationId xmlns:a16="http://schemas.microsoft.com/office/drawing/2014/main" id="{050A50C2-189E-4DBA-8AB5-35097B2B17AE}"/>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502">
            <a:extLst xmlns:a="http://schemas.openxmlformats.org/drawingml/2006/main">
              <a:ext uri="{FF2B5EF4-FFF2-40B4-BE49-F238E27FC236}">
                <a16:creationId xmlns:a16="http://schemas.microsoft.com/office/drawing/2014/main" id="{E259C5D6-9089-4024-B4A7-25FE0D10D66F}"/>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503">
            <a:extLst xmlns:a="http://schemas.openxmlformats.org/drawingml/2006/main">
              <a:ext uri="{FF2B5EF4-FFF2-40B4-BE49-F238E27FC236}">
                <a16:creationId xmlns:a16="http://schemas.microsoft.com/office/drawing/2014/main" id="{7F91490C-729B-45EA-8553-1E358B5CFB19}"/>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출발: (0,2)</a:t>
            </a:r>
          </a:p>
        </p:txBody>
      </p:sp>
      <p:sp>
        <p:nvSpPr>
          <p:cNvPr id="45" name="figure-504">
            <a:extLst xmlns:a="http://schemas.openxmlformats.org/drawingml/2006/main">
              <a:ext uri="{FF2B5EF4-FFF2-40B4-BE49-F238E27FC236}">
                <a16:creationId xmlns:a16="http://schemas.microsoft.com/office/drawing/2014/main" id="{E9652CB1-A4E7-4E9E-8616-A455A1769C4A}"/>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온 값 g = 0</a:t>
            </a:r>
          </a:p>
        </p:txBody>
      </p:sp>
      <p:sp>
        <p:nvSpPr>
          <p:cNvPr id="46" name="figure-505">
            <a:extLst xmlns:a="http://schemas.openxmlformats.org/drawingml/2006/main">
              <a:ext uri="{FF2B5EF4-FFF2-40B4-BE49-F238E27FC236}">
                <a16:creationId xmlns:a16="http://schemas.microsoft.com/office/drawing/2014/main" id="{0A727F46-3DA9-40A7-A32C-BA5747A6103C}"/>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남을 값의 예상 h = 4</a:t>
            </a:r>
          </a:p>
        </p:txBody>
      </p:sp>
      <p:sp>
        <p:nvSpPr>
          <p:cNvPr id="47" name="figure-506">
            <a:extLst xmlns:a="http://schemas.openxmlformats.org/drawingml/2006/main">
              <a:ext uri="{FF2B5EF4-FFF2-40B4-BE49-F238E27FC236}">
                <a16:creationId xmlns:a16="http://schemas.microsoft.com/office/drawing/2014/main" id="{3E21B22D-4F47-4E32-A0D2-FC5F0DE1E77A}"/>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비교 점수 f = 0 + 4 = 4</a:t>
            </a:r>
          </a:p>
        </p:txBody>
      </p:sp>
      <p:sp>
        <p:nvSpPr>
          <p:cNvPr id="48" name="figure-507">
            <a:extLst xmlns:a="http://schemas.openxmlformats.org/drawingml/2006/main">
              <a:ext uri="{FF2B5EF4-FFF2-40B4-BE49-F238E27FC236}">
                <a16:creationId xmlns:a16="http://schemas.microsoft.com/office/drawing/2014/main" id="{CB38DD42-8A46-46A0-8969-4059AE2DCA3E}"/>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시작할 때는 후보가 하나라 출발 칸부터 꺼낸다</a:t>
            </a:r>
          </a:p>
        </p:txBody>
      </p:sp>
    </p:spTree>
    <p:extLst>
      <p:ext uri="{BB962C8B-B14F-4D97-AF65-F5344CB8AC3E}">
        <p14:creationId xmlns:p14="http://schemas.microsoft.com/office/powerpoint/2010/main" val="4130008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figure-508">
            <a:extLst xmlns:a="http://schemas.openxmlformats.org/drawingml/2006/main">
              <a:ext uri="{FF2B5EF4-FFF2-40B4-BE49-F238E27FC236}">
                <a16:creationId xmlns:a16="http://schemas.microsoft.com/office/drawing/2014/main" id="{EC5E738D-3374-4A4B-8E2A-0C8E196DCC7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출발 주변에서 오른쪽 칸의 점수가 작다</a:t>
            </a:r>
          </a:p>
        </p:txBody>
      </p:sp>
      <p:sp>
        <p:nvSpPr>
          <p:cNvPr id="2" name="figure-509">
            <a:extLst xmlns:a="http://schemas.openxmlformats.org/drawingml/2006/main">
              <a:ext uri="{FF2B5EF4-FFF2-40B4-BE49-F238E27FC236}">
                <a16:creationId xmlns:a16="http://schemas.microsoft.com/office/drawing/2014/main" id="{48519D21-BD99-402D-98F7-910929E21F01}"/>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살펴본 칸은 옅은 회색, 다음 후보는 회색으로 표시한다</a:t>
            </a:r>
          </a:p>
        </p:txBody>
      </p:sp>
      <p:sp>
        <p:nvSpPr>
          <p:cNvPr id="3" name="figure-510">
            <a:extLst xmlns:a="http://schemas.openxmlformats.org/drawingml/2006/main">
              <a:ext uri="{FF2B5EF4-FFF2-40B4-BE49-F238E27FC236}">
                <a16:creationId xmlns:a16="http://schemas.microsoft.com/office/drawing/2014/main" id="{C1613478-2645-4E1F-A063-878A8D3F8660}"/>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18</a:t>
            </a:r>
          </a:p>
        </p:txBody>
      </p:sp>
      <p:sp>
        <p:nvSpPr>
          <p:cNvPr id="4" name="figure-511">
            <a:extLst xmlns:a="http://schemas.openxmlformats.org/drawingml/2006/main">
              <a:ext uri="{FF2B5EF4-FFF2-40B4-BE49-F238E27FC236}">
                <a16:creationId xmlns:a16="http://schemas.microsoft.com/office/drawing/2014/main" id="{5186E34D-3204-4682-A765-BC60AA92F9E3}"/>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512">
            <a:extLst xmlns:a="http://schemas.openxmlformats.org/drawingml/2006/main">
              <a:ext uri="{FF2B5EF4-FFF2-40B4-BE49-F238E27FC236}">
                <a16:creationId xmlns:a16="http://schemas.microsoft.com/office/drawing/2014/main" id="{E29518C4-9AB4-42B0-9A66-0E7287DD916E}"/>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513">
            <a:extLst xmlns:a="http://schemas.openxmlformats.org/drawingml/2006/main">
              <a:ext uri="{FF2B5EF4-FFF2-40B4-BE49-F238E27FC236}">
                <a16:creationId xmlns:a16="http://schemas.microsoft.com/office/drawing/2014/main" id="{52AE61C4-C5D9-4BFF-9832-C486BD220E7F}"/>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514">
            <a:extLst xmlns:a="http://schemas.openxmlformats.org/drawingml/2006/main">
              <a:ext uri="{FF2B5EF4-FFF2-40B4-BE49-F238E27FC236}">
                <a16:creationId xmlns:a16="http://schemas.microsoft.com/office/drawing/2014/main" id="{1B44D41F-EBF5-48AE-B5C8-C628DA6A7277}"/>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515">
            <a:extLst xmlns:a="http://schemas.openxmlformats.org/drawingml/2006/main">
              <a:ext uri="{FF2B5EF4-FFF2-40B4-BE49-F238E27FC236}">
                <a16:creationId xmlns:a16="http://schemas.microsoft.com/office/drawing/2014/main" id="{9E1F5DEC-1B88-47A2-85A5-A3A6685F8660}"/>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516">
            <a:extLst xmlns:a="http://schemas.openxmlformats.org/drawingml/2006/main">
              <a:ext uri="{FF2B5EF4-FFF2-40B4-BE49-F238E27FC236}">
                <a16:creationId xmlns:a16="http://schemas.microsoft.com/office/drawing/2014/main" id="{979BE934-2C9E-4790-A5FA-6170AE4C532D}"/>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517">
            <a:extLst xmlns:a="http://schemas.openxmlformats.org/drawingml/2006/main">
              <a:ext uri="{FF2B5EF4-FFF2-40B4-BE49-F238E27FC236}">
                <a16:creationId xmlns:a16="http://schemas.microsoft.com/office/drawing/2014/main" id="{95CC2874-4B8F-403F-9B1C-A0C589F1BC5B}"/>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518">
            <a:extLst xmlns:a="http://schemas.openxmlformats.org/drawingml/2006/main">
              <a:ext uri="{FF2B5EF4-FFF2-40B4-BE49-F238E27FC236}">
                <a16:creationId xmlns:a16="http://schemas.microsoft.com/office/drawing/2014/main" id="{2A8E275C-ED4C-4FF1-8683-51B59E6D3C2F}"/>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519">
            <a:extLst xmlns:a="http://schemas.openxmlformats.org/drawingml/2006/main">
              <a:ext uri="{FF2B5EF4-FFF2-40B4-BE49-F238E27FC236}">
                <a16:creationId xmlns:a16="http://schemas.microsoft.com/office/drawing/2014/main" id="{EDE1A359-5A78-4DCE-9E7D-3AAB3B2FCB69}"/>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520">
            <a:extLst xmlns:a="http://schemas.openxmlformats.org/drawingml/2006/main">
              <a:ext uri="{FF2B5EF4-FFF2-40B4-BE49-F238E27FC236}">
                <a16:creationId xmlns:a16="http://schemas.microsoft.com/office/drawing/2014/main" id="{359C41A3-C915-48FD-B23F-DBB3D0A579B3}"/>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521">
            <a:extLst xmlns:a="http://schemas.openxmlformats.org/drawingml/2006/main">
              <a:ext uri="{FF2B5EF4-FFF2-40B4-BE49-F238E27FC236}">
                <a16:creationId xmlns:a16="http://schemas.microsoft.com/office/drawing/2014/main" id="{B4D240C4-0232-466C-936D-A2585BD22309}"/>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522">
            <a:extLst xmlns:a="http://schemas.openxmlformats.org/drawingml/2006/main">
              <a:ext uri="{FF2B5EF4-FFF2-40B4-BE49-F238E27FC236}">
                <a16:creationId xmlns:a16="http://schemas.microsoft.com/office/drawing/2014/main" id="{672B0EAD-A3B5-4A33-80D7-E426545AA978}"/>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523">
            <a:extLst xmlns:a="http://schemas.openxmlformats.org/drawingml/2006/main">
              <a:ext uri="{FF2B5EF4-FFF2-40B4-BE49-F238E27FC236}">
                <a16:creationId xmlns:a16="http://schemas.microsoft.com/office/drawing/2014/main" id="{6BA9A75D-4DD7-4C5C-85C0-C3442C12F905}"/>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524">
            <a:extLst xmlns:a="http://schemas.openxmlformats.org/drawingml/2006/main">
              <a:ext uri="{FF2B5EF4-FFF2-40B4-BE49-F238E27FC236}">
                <a16:creationId xmlns:a16="http://schemas.microsoft.com/office/drawing/2014/main" id="{960575CB-7463-445A-A1A2-B1DB99DE825E}"/>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525">
            <a:extLst xmlns:a="http://schemas.openxmlformats.org/drawingml/2006/main">
              <a:ext uri="{FF2B5EF4-FFF2-40B4-BE49-F238E27FC236}">
                <a16:creationId xmlns:a16="http://schemas.microsoft.com/office/drawing/2014/main" id="{5D16BC83-405C-4D7F-BA31-6CB6CD8EEA1B}"/>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526">
            <a:extLst xmlns:a="http://schemas.openxmlformats.org/drawingml/2006/main">
              <a:ext uri="{FF2B5EF4-FFF2-40B4-BE49-F238E27FC236}">
                <a16:creationId xmlns:a16="http://schemas.microsoft.com/office/drawing/2014/main" id="{16CDE5A3-1F08-4F9F-8F35-7D13A1B02297}"/>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0" name="figure-527">
            <a:extLst xmlns:a="http://schemas.openxmlformats.org/drawingml/2006/main">
              <a:ext uri="{FF2B5EF4-FFF2-40B4-BE49-F238E27FC236}">
                <a16:creationId xmlns:a16="http://schemas.microsoft.com/office/drawing/2014/main" id="{34CEBD12-6D5D-4F1F-88C7-D4AE55C26FBC}"/>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528">
            <a:extLst xmlns:a="http://schemas.openxmlformats.org/drawingml/2006/main">
              <a:ext uri="{FF2B5EF4-FFF2-40B4-BE49-F238E27FC236}">
                <a16:creationId xmlns:a16="http://schemas.microsoft.com/office/drawing/2014/main" id="{4895A720-A506-49EE-97B3-6C69C4A7A4B0}"/>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529">
            <a:extLst xmlns:a="http://schemas.openxmlformats.org/drawingml/2006/main">
              <a:ext uri="{FF2B5EF4-FFF2-40B4-BE49-F238E27FC236}">
                <a16:creationId xmlns:a16="http://schemas.microsoft.com/office/drawing/2014/main" id="{A810CF56-F0C0-44C7-A81D-B2FC648D6495}"/>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530">
            <a:extLst xmlns:a="http://schemas.openxmlformats.org/drawingml/2006/main">
              <a:ext uri="{FF2B5EF4-FFF2-40B4-BE49-F238E27FC236}">
                <a16:creationId xmlns:a16="http://schemas.microsoft.com/office/drawing/2014/main" id="{726DF47F-DDFA-404D-85BA-77D1C2A451DE}"/>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531">
            <a:extLst xmlns:a="http://schemas.openxmlformats.org/drawingml/2006/main">
              <a:ext uri="{FF2B5EF4-FFF2-40B4-BE49-F238E27FC236}">
                <a16:creationId xmlns:a16="http://schemas.microsoft.com/office/drawing/2014/main" id="{50CCE59B-EECF-436E-9BE7-A9959DD07FCA}"/>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532">
            <a:extLst xmlns:a="http://schemas.openxmlformats.org/drawingml/2006/main">
              <a:ext uri="{FF2B5EF4-FFF2-40B4-BE49-F238E27FC236}">
                <a16:creationId xmlns:a16="http://schemas.microsoft.com/office/drawing/2014/main" id="{D2280F1F-1406-49A8-BDA2-14E784BBB6F7}"/>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6" name="figure-533">
            <a:extLst xmlns:a="http://schemas.openxmlformats.org/drawingml/2006/main">
              <a:ext uri="{FF2B5EF4-FFF2-40B4-BE49-F238E27FC236}">
                <a16:creationId xmlns:a16="http://schemas.microsoft.com/office/drawing/2014/main" id="{D3A15BB4-564C-4976-942C-2C11FEB48F19}"/>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출발</a:t>
            </a:r>
          </a:p>
        </p:txBody>
      </p:sp>
      <p:sp>
        <p:nvSpPr>
          <p:cNvPr id="27" name="figure-534">
            <a:extLst xmlns:a="http://schemas.openxmlformats.org/drawingml/2006/main">
              <a:ext uri="{FF2B5EF4-FFF2-40B4-BE49-F238E27FC236}">
                <a16:creationId xmlns:a16="http://schemas.microsoft.com/office/drawing/2014/main" id="{9A2D2F84-DAEC-4C85-B337-39CA706195BB}"/>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8" name="figure-535">
            <a:extLst xmlns:a="http://schemas.openxmlformats.org/drawingml/2006/main">
              <a:ext uri="{FF2B5EF4-FFF2-40B4-BE49-F238E27FC236}">
                <a16:creationId xmlns:a16="http://schemas.microsoft.com/office/drawing/2014/main" id="{12A6D556-0D8F-4A61-8C56-95900FC8B0E3}"/>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9" name="figure-536">
            <a:extLst xmlns:a="http://schemas.openxmlformats.org/drawingml/2006/main">
              <a:ext uri="{FF2B5EF4-FFF2-40B4-BE49-F238E27FC236}">
                <a16:creationId xmlns:a16="http://schemas.microsoft.com/office/drawing/2014/main" id="{71E41899-C59D-4211-B179-5C87068A06EE}"/>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0" name="figure-537">
            <a:extLst xmlns:a="http://schemas.openxmlformats.org/drawingml/2006/main">
              <a:ext uri="{FF2B5EF4-FFF2-40B4-BE49-F238E27FC236}">
                <a16:creationId xmlns:a16="http://schemas.microsoft.com/office/drawing/2014/main" id="{B8F612E1-F8C7-4E5D-A596-DA65197CB23D}"/>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538">
            <a:extLst xmlns:a="http://schemas.openxmlformats.org/drawingml/2006/main">
              <a:ext uri="{FF2B5EF4-FFF2-40B4-BE49-F238E27FC236}">
                <a16:creationId xmlns:a16="http://schemas.microsoft.com/office/drawing/2014/main" id="{7D6E9571-7EBF-4361-B2CC-6826FC21BF00}"/>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539">
            <a:extLst xmlns:a="http://schemas.openxmlformats.org/drawingml/2006/main">
              <a:ext uri="{FF2B5EF4-FFF2-40B4-BE49-F238E27FC236}">
                <a16:creationId xmlns:a16="http://schemas.microsoft.com/office/drawing/2014/main" id="{A4F40B8A-0938-4832-B1A9-802CCB9B0A5C}"/>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3" name="figure-540">
            <a:extLst xmlns:a="http://schemas.openxmlformats.org/drawingml/2006/main">
              <a:ext uri="{FF2B5EF4-FFF2-40B4-BE49-F238E27FC236}">
                <a16:creationId xmlns:a16="http://schemas.microsoft.com/office/drawing/2014/main" id="{926A15F9-1B1B-47F3-A8FD-B65B9C163B0E}"/>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34" name="figure-541">
            <a:extLst xmlns:a="http://schemas.openxmlformats.org/drawingml/2006/main">
              <a:ext uri="{FF2B5EF4-FFF2-40B4-BE49-F238E27FC236}">
                <a16:creationId xmlns:a16="http://schemas.microsoft.com/office/drawing/2014/main" id="{00F03C45-A29E-41BA-BDC5-2BF02373C521}"/>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5" name="figure-542">
            <a:extLst xmlns:a="http://schemas.openxmlformats.org/drawingml/2006/main">
              <a:ext uri="{FF2B5EF4-FFF2-40B4-BE49-F238E27FC236}">
                <a16:creationId xmlns:a16="http://schemas.microsoft.com/office/drawing/2014/main" id="{55B66950-1EC3-4048-8D2E-48815F1C05C4}"/>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6" name="figure-543">
            <a:extLst xmlns:a="http://schemas.openxmlformats.org/drawingml/2006/main">
              <a:ext uri="{FF2B5EF4-FFF2-40B4-BE49-F238E27FC236}">
                <a16:creationId xmlns:a16="http://schemas.microsoft.com/office/drawing/2014/main" id="{9CD88796-ACB9-4BC8-B27C-18B741EC636E}"/>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7" name="figure-544">
            <a:extLst xmlns:a="http://schemas.openxmlformats.org/drawingml/2006/main">
              <a:ext uri="{FF2B5EF4-FFF2-40B4-BE49-F238E27FC236}">
                <a16:creationId xmlns:a16="http://schemas.microsoft.com/office/drawing/2014/main" id="{3FD50383-04F5-471C-B8B5-9C921F0AB19A}"/>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545">
            <a:extLst xmlns:a="http://schemas.openxmlformats.org/drawingml/2006/main">
              <a:ext uri="{FF2B5EF4-FFF2-40B4-BE49-F238E27FC236}">
                <a16:creationId xmlns:a16="http://schemas.microsoft.com/office/drawing/2014/main" id="{147B8FAC-3FBE-40CD-80B7-2BBAF75AEC66}"/>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546">
            <a:extLst xmlns:a="http://schemas.openxmlformats.org/drawingml/2006/main">
              <a:ext uri="{FF2B5EF4-FFF2-40B4-BE49-F238E27FC236}">
                <a16:creationId xmlns:a16="http://schemas.microsoft.com/office/drawing/2014/main" id="{AAA85C65-84AE-4FF7-88D6-520A2D46C1BF}"/>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547">
            <a:extLst xmlns:a="http://schemas.openxmlformats.org/drawingml/2006/main">
              <a:ext uri="{FF2B5EF4-FFF2-40B4-BE49-F238E27FC236}">
                <a16:creationId xmlns:a16="http://schemas.microsoft.com/office/drawing/2014/main" id="{9E601A4A-73C8-4201-9E4B-1F73EEBEC04D}"/>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548">
            <a:extLst xmlns:a="http://schemas.openxmlformats.org/drawingml/2006/main">
              <a:ext uri="{FF2B5EF4-FFF2-40B4-BE49-F238E27FC236}">
                <a16:creationId xmlns:a16="http://schemas.microsoft.com/office/drawing/2014/main" id="{CB595B92-0F6C-4D19-A811-D2DEB708FBC8}"/>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549">
            <a:extLst xmlns:a="http://schemas.openxmlformats.org/drawingml/2006/main">
              <a:ext uri="{FF2B5EF4-FFF2-40B4-BE49-F238E27FC236}">
                <a16:creationId xmlns:a16="http://schemas.microsoft.com/office/drawing/2014/main" id="{9B4B3E24-A3A5-4FF5-AD9C-53840F3DCB9A}"/>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550">
            <a:extLst xmlns:a="http://schemas.openxmlformats.org/drawingml/2006/main">
              <a:ext uri="{FF2B5EF4-FFF2-40B4-BE49-F238E27FC236}">
                <a16:creationId xmlns:a16="http://schemas.microsoft.com/office/drawing/2014/main" id="{ACF6CF3D-D47B-4503-8394-8F1F5F4D7750}"/>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graphicFrame>
        <p:nvGraphicFramePr>
          <p:cNvPr id="90" name=""/>
          <p:cNvGraphicFramePr/>
          <p:nvPr/>
        </p:nvGraphicFramePr>
        <p:xfrm>
          <a:off xmlns:a="http://schemas.openxmlformats.org/drawingml/2006/main" x="5048250" y="2381250"/>
          <a:ext xmlns:a="http://schemas.openxmlformats.org/drawingml/2006/main" cx="6534150" cy="2209800"/>
        </p:xfrm>
        <a:graphic xmlns:a="http://schemas.openxmlformats.org/drawingml/2006/main">
          <a:graphicData uri="http://schemas.openxmlformats.org/drawingml/2006/table">
            <a:tbl>
              <a:tblPr/>
              <a:tblGrid>
                <a:gridCol w="1657350"/>
                <a:gridCol w="3257550"/>
                <a:gridCol w="1619250"/>
              </a:tblGrid>
              <a:tr h="552450">
                <a:tc>
                  <a:txBody>
                    <a:bodyPr lIns="152400" tIns="85725" rIns="114300" bIns="85725">
                      <a:noAutofit/>
                    </a:bodyPr>
                    <a:lstStyle/>
                    <a:p>
                      <a:r>
                        <a:rPr sz="2025" b="1">
                          <a:solidFill>
                            <a:srgbClr val="FFFFFF"/>
                          </a:solidFill>
                          <a:latin typeface="Malgun Gothic"/>
                          <a:ea typeface="Malgun Gothic"/>
                          <a:cs typeface="Malgun Gothic"/>
                        </a:rPr>
                        <a:t>살펴볼 칸</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온 값 + 남을 값</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점수</a:t>
                      </a:r>
                    </a:p>
                  </a:txBody>
                  <a:tcPr marL="91440" marR="91440" marT="45720" marB="45720" anchor="ctr">
                    <a:solidFill>
                      <a:srgbClr val="151515"/>
                    </a:solidFill>
                  </a:tcPr>
                </a:tc>
              </a:tr>
              <a:tr h="552450">
                <a:tc>
                  <a:txBody>
                    <a:bodyPr lIns="152400" tIns="85725" rIns="114300" bIns="85725">
                      <a:noAutofit/>
                    </a:bodyPr>
                    <a:lstStyle/>
                    <a:p>
                      <a:r>
                        <a:rPr sz="2025" b="0">
                          <a:solidFill>
                            <a:srgbClr val="151515"/>
                          </a:solidFill>
                          <a:latin typeface="Malgun Gothic"/>
                          <a:ea typeface="Malgun Gothic"/>
                          <a:cs typeface="Malgun Gothic"/>
                        </a:rPr>
                        <a:t>(1,2)</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1 + 3</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4</a:t>
                      </a:r>
                    </a:p>
                  </a:txBody>
                  <a:tcPr marL="91440" marR="91440" marT="45720" marB="45720" anchor="ctr">
                    <a:solidFill>
                      <a:srgbClr val="FFFFFF"/>
                    </a:solidFill>
                  </a:tcPr>
                </a:tc>
              </a:tr>
              <a:tr h="552450">
                <a:tc>
                  <a:txBody>
                    <a:bodyPr lIns="152400" tIns="85725" rIns="114300" bIns="85725">
                      <a:noAutofit/>
                    </a:bodyPr>
                    <a:lstStyle/>
                    <a:p>
                      <a:r>
                        <a:rPr sz="2025" b="0">
                          <a:solidFill>
                            <a:srgbClr val="151515"/>
                          </a:solidFill>
                          <a:latin typeface="Malgun Gothic"/>
                          <a:ea typeface="Malgun Gothic"/>
                          <a:cs typeface="Malgun Gothic"/>
                        </a:rPr>
                        <a:t>(0,1)</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1 + 5</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6F6F6"/>
                    </a:solidFill>
                  </a:tcPr>
                </a:tc>
              </a:tr>
              <a:tr h="552450">
                <a:tc>
                  <a:txBody>
                    <a:bodyPr lIns="152400" tIns="85725" rIns="114300" bIns="85725">
                      <a:noAutofit/>
                    </a:bodyPr>
                    <a:lstStyle/>
                    <a:p>
                      <a:r>
                        <a:rPr sz="2025" b="0">
                          <a:solidFill>
                            <a:srgbClr val="151515"/>
                          </a:solidFill>
                          <a:latin typeface="Malgun Gothic"/>
                          <a:ea typeface="Malgun Gothic"/>
                          <a:cs typeface="Malgun Gothic"/>
                        </a:rPr>
                        <a:t>(0,3)</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1 + 5</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FFFFF"/>
                    </a:solidFill>
                  </a:tcPr>
                </a:tc>
              </a:tr>
            </a:tbl>
          </a:graphicData>
        </a:graphic>
      </p:graphicFrame>
      <p:sp>
        <p:nvSpPr>
          <p:cNvPr id="45" name="figure-551">
            <a:extLst xmlns:a="http://schemas.openxmlformats.org/drawingml/2006/main">
              <a:ext uri="{FF2B5EF4-FFF2-40B4-BE49-F238E27FC236}">
                <a16:creationId xmlns:a16="http://schemas.microsoft.com/office/drawing/2014/main" id="{10543734-FB45-40DB-BC24-65D6599D1418}"/>
              </a:ext>
            </a:extLst>
          </p:cNvPr>
          <p:cNvSpPr>
            <a:spLocks xmlns:a="http://schemas.openxmlformats.org/drawingml/2006/main" noGrp="1"/>
          </p:cNvSpPr>
          <p:nvPr/>
        </p:nvSpPr>
        <p:spPr>
          <a:xfrm xmlns:a="http://schemas.openxmlformats.org/drawingml/2006/main">
            <a:off x="5048250" y="4733925"/>
            <a:ext cx="653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다음은 (1,2)</a:t>
            </a:r>
          </a:p>
        </p:txBody>
      </p:sp>
      <p:sp>
        <p:nvSpPr>
          <p:cNvPr id="46" name="figure-552">
            <a:extLst xmlns:a="http://schemas.openxmlformats.org/drawingml/2006/main">
              <a:ext uri="{FF2B5EF4-FFF2-40B4-BE49-F238E27FC236}">
                <a16:creationId xmlns:a16="http://schemas.microsoft.com/office/drawing/2014/main" id="{3D776C5C-2E23-41BD-BEC4-8E9B655814B5}"/>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검정 강조: 지금 꺼낸 칸. 오른쪽 후보의 점수는 1 + 3 = 4</a:t>
            </a:r>
          </a:p>
        </p:txBody>
      </p:sp>
    </p:spTree>
    <p:extLst>
      <p:ext uri="{BB962C8B-B14F-4D97-AF65-F5344CB8AC3E}">
        <p14:creationId xmlns:p14="http://schemas.microsoft.com/office/powerpoint/2010/main" val="83427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figure-553">
            <a:extLst xmlns:a="http://schemas.openxmlformats.org/drawingml/2006/main">
              <a:ext uri="{FF2B5EF4-FFF2-40B4-BE49-F238E27FC236}">
                <a16:creationId xmlns:a16="http://schemas.microsoft.com/office/drawing/2014/main" id="{45A1A88B-F36F-4D59-82D2-A73167DDBD6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오른쪽에 벽이 있으니 위와 아래를 넣는다</a:t>
            </a:r>
          </a:p>
        </p:txBody>
      </p:sp>
      <p:sp>
        <p:nvSpPr>
          <p:cNvPr id="2" name="figure-554">
            <a:extLst xmlns:a="http://schemas.openxmlformats.org/drawingml/2006/main">
              <a:ext uri="{FF2B5EF4-FFF2-40B4-BE49-F238E27FC236}">
                <a16:creationId xmlns:a16="http://schemas.microsoft.com/office/drawing/2014/main" id="{5AB961FC-4F2D-47F3-AF73-0CAE7A432F1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막힌 칸을 건너뛰고, 갈 수 있는 옆 칸만 살펴본다</a:t>
            </a:r>
          </a:p>
        </p:txBody>
      </p:sp>
      <p:sp>
        <p:nvSpPr>
          <p:cNvPr id="3" name="figure-555">
            <a:extLst xmlns:a="http://schemas.openxmlformats.org/drawingml/2006/main">
              <a:ext uri="{FF2B5EF4-FFF2-40B4-BE49-F238E27FC236}">
                <a16:creationId xmlns:a16="http://schemas.microsoft.com/office/drawing/2014/main" id="{F4E0D2CC-5B6B-44F1-8347-B000FD4758C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19</a:t>
            </a:r>
          </a:p>
        </p:txBody>
      </p:sp>
      <p:sp>
        <p:nvSpPr>
          <p:cNvPr id="4" name="figure-556">
            <a:extLst xmlns:a="http://schemas.openxmlformats.org/drawingml/2006/main">
              <a:ext uri="{FF2B5EF4-FFF2-40B4-BE49-F238E27FC236}">
                <a16:creationId xmlns:a16="http://schemas.microsoft.com/office/drawing/2014/main" id="{688DD2BE-6DE6-4954-AA29-B74C2A3654E3}"/>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557">
            <a:extLst xmlns:a="http://schemas.openxmlformats.org/drawingml/2006/main">
              <a:ext uri="{FF2B5EF4-FFF2-40B4-BE49-F238E27FC236}">
                <a16:creationId xmlns:a16="http://schemas.microsoft.com/office/drawing/2014/main" id="{EFCDB4D0-948B-46F1-B384-0F3B5D850599}"/>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558">
            <a:extLst xmlns:a="http://schemas.openxmlformats.org/drawingml/2006/main">
              <a:ext uri="{FF2B5EF4-FFF2-40B4-BE49-F238E27FC236}">
                <a16:creationId xmlns:a16="http://schemas.microsoft.com/office/drawing/2014/main" id="{1E1DC7A8-37A0-4A9D-AFDE-743A8D078F74}"/>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559">
            <a:extLst xmlns:a="http://schemas.openxmlformats.org/drawingml/2006/main">
              <a:ext uri="{FF2B5EF4-FFF2-40B4-BE49-F238E27FC236}">
                <a16:creationId xmlns:a16="http://schemas.microsoft.com/office/drawing/2014/main" id="{8BA7CD61-C8A7-466F-908F-BE17A4D20A3F}"/>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560">
            <a:extLst xmlns:a="http://schemas.openxmlformats.org/drawingml/2006/main">
              <a:ext uri="{FF2B5EF4-FFF2-40B4-BE49-F238E27FC236}">
                <a16:creationId xmlns:a16="http://schemas.microsoft.com/office/drawing/2014/main" id="{8D94605A-7433-4B6D-829A-2EB7B46A2C0F}"/>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561">
            <a:extLst xmlns:a="http://schemas.openxmlformats.org/drawingml/2006/main">
              <a:ext uri="{FF2B5EF4-FFF2-40B4-BE49-F238E27FC236}">
                <a16:creationId xmlns:a16="http://schemas.microsoft.com/office/drawing/2014/main" id="{FC9707C0-567C-456D-AFDF-F7D0F86790B0}"/>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562">
            <a:extLst xmlns:a="http://schemas.openxmlformats.org/drawingml/2006/main">
              <a:ext uri="{FF2B5EF4-FFF2-40B4-BE49-F238E27FC236}">
                <a16:creationId xmlns:a16="http://schemas.microsoft.com/office/drawing/2014/main" id="{A375E175-E9D0-4D90-9668-6C2494D563A5}"/>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563">
            <a:extLst xmlns:a="http://schemas.openxmlformats.org/drawingml/2006/main">
              <a:ext uri="{FF2B5EF4-FFF2-40B4-BE49-F238E27FC236}">
                <a16:creationId xmlns:a16="http://schemas.microsoft.com/office/drawing/2014/main" id="{0C1C99A6-13F4-4050-B4D6-5D4C2759CCF1}"/>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564">
            <a:extLst xmlns:a="http://schemas.openxmlformats.org/drawingml/2006/main">
              <a:ext uri="{FF2B5EF4-FFF2-40B4-BE49-F238E27FC236}">
                <a16:creationId xmlns:a16="http://schemas.microsoft.com/office/drawing/2014/main" id="{E12F1D56-9D58-443E-B2E6-0F969DF5CDF5}"/>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565">
            <a:extLst xmlns:a="http://schemas.openxmlformats.org/drawingml/2006/main">
              <a:ext uri="{FF2B5EF4-FFF2-40B4-BE49-F238E27FC236}">
                <a16:creationId xmlns:a16="http://schemas.microsoft.com/office/drawing/2014/main" id="{F2EE60BF-BF9B-4E6B-A7C2-DF77826C69E8}"/>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566">
            <a:extLst xmlns:a="http://schemas.openxmlformats.org/drawingml/2006/main">
              <a:ext uri="{FF2B5EF4-FFF2-40B4-BE49-F238E27FC236}">
                <a16:creationId xmlns:a16="http://schemas.microsoft.com/office/drawing/2014/main" id="{24C3DF23-806B-4B2C-AE5D-EC2F094236EA}"/>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567">
            <a:extLst xmlns:a="http://schemas.openxmlformats.org/drawingml/2006/main">
              <a:ext uri="{FF2B5EF4-FFF2-40B4-BE49-F238E27FC236}">
                <a16:creationId xmlns:a16="http://schemas.microsoft.com/office/drawing/2014/main" id="{5BE28770-9BCD-4115-B167-9FBE6A90D327}"/>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568">
            <a:extLst xmlns:a="http://schemas.openxmlformats.org/drawingml/2006/main">
              <a:ext uri="{FF2B5EF4-FFF2-40B4-BE49-F238E27FC236}">
                <a16:creationId xmlns:a16="http://schemas.microsoft.com/office/drawing/2014/main" id="{B937049C-E030-46CE-A4A6-4CFE93103BE0}"/>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569">
            <a:extLst xmlns:a="http://schemas.openxmlformats.org/drawingml/2006/main">
              <a:ext uri="{FF2B5EF4-FFF2-40B4-BE49-F238E27FC236}">
                <a16:creationId xmlns:a16="http://schemas.microsoft.com/office/drawing/2014/main" id="{0990742C-6F67-4A7C-BBC1-11BCCB564293}"/>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570">
            <a:extLst xmlns:a="http://schemas.openxmlformats.org/drawingml/2006/main">
              <a:ext uri="{FF2B5EF4-FFF2-40B4-BE49-F238E27FC236}">
                <a16:creationId xmlns:a16="http://schemas.microsoft.com/office/drawing/2014/main" id="{6EC8B92F-E91F-4084-B1C6-8F9372875455}"/>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571">
            <a:extLst xmlns:a="http://schemas.openxmlformats.org/drawingml/2006/main">
              <a:ext uri="{FF2B5EF4-FFF2-40B4-BE49-F238E27FC236}">
                <a16:creationId xmlns:a16="http://schemas.microsoft.com/office/drawing/2014/main" id="{44D10626-B92E-414A-8076-5E145236029C}"/>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0" name="figure-572">
            <a:extLst xmlns:a="http://schemas.openxmlformats.org/drawingml/2006/main">
              <a:ext uri="{FF2B5EF4-FFF2-40B4-BE49-F238E27FC236}">
                <a16:creationId xmlns:a16="http://schemas.microsoft.com/office/drawing/2014/main" id="{0DF9CF30-4732-47AF-867C-2CBDD3CD69AB}"/>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1" name="figure-573">
            <a:extLst xmlns:a="http://schemas.openxmlformats.org/drawingml/2006/main">
              <a:ext uri="{FF2B5EF4-FFF2-40B4-BE49-F238E27FC236}">
                <a16:creationId xmlns:a16="http://schemas.microsoft.com/office/drawing/2014/main" id="{8200025B-C9C7-437D-A6C7-1EB14C3CA833}"/>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574">
            <a:extLst xmlns:a="http://schemas.openxmlformats.org/drawingml/2006/main">
              <a:ext uri="{FF2B5EF4-FFF2-40B4-BE49-F238E27FC236}">
                <a16:creationId xmlns:a16="http://schemas.microsoft.com/office/drawing/2014/main" id="{4C2003CC-7BF9-41D2-B0BD-8D512DDF9B5B}"/>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575">
            <a:extLst xmlns:a="http://schemas.openxmlformats.org/drawingml/2006/main">
              <a:ext uri="{FF2B5EF4-FFF2-40B4-BE49-F238E27FC236}">
                <a16:creationId xmlns:a16="http://schemas.microsoft.com/office/drawing/2014/main" id="{6CCB4AE3-4D76-453F-8CB0-6BD5F2CE78A4}"/>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576">
            <a:extLst xmlns:a="http://schemas.openxmlformats.org/drawingml/2006/main">
              <a:ext uri="{FF2B5EF4-FFF2-40B4-BE49-F238E27FC236}">
                <a16:creationId xmlns:a16="http://schemas.microsoft.com/office/drawing/2014/main" id="{6D8BBFF8-84EC-442F-BF2C-74BB7E4AD78B}"/>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577">
            <a:extLst xmlns:a="http://schemas.openxmlformats.org/drawingml/2006/main">
              <a:ext uri="{FF2B5EF4-FFF2-40B4-BE49-F238E27FC236}">
                <a16:creationId xmlns:a16="http://schemas.microsoft.com/office/drawing/2014/main" id="{1E45F721-027F-454F-8A47-7125B73D726C}"/>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6" name="figure-578">
            <a:extLst xmlns:a="http://schemas.openxmlformats.org/drawingml/2006/main">
              <a:ext uri="{FF2B5EF4-FFF2-40B4-BE49-F238E27FC236}">
                <a16:creationId xmlns:a16="http://schemas.microsoft.com/office/drawing/2014/main" id="{E049F991-7582-4135-A7EB-6751F64C2951}"/>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7" name="figure-579">
            <a:extLst xmlns:a="http://schemas.openxmlformats.org/drawingml/2006/main">
              <a:ext uri="{FF2B5EF4-FFF2-40B4-BE49-F238E27FC236}">
                <a16:creationId xmlns:a16="http://schemas.microsoft.com/office/drawing/2014/main" id="{863B44D2-9550-4823-8806-6A087BAF39E6}"/>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8" name="figure-580">
            <a:extLst xmlns:a="http://schemas.openxmlformats.org/drawingml/2006/main">
              <a:ext uri="{FF2B5EF4-FFF2-40B4-BE49-F238E27FC236}">
                <a16:creationId xmlns:a16="http://schemas.microsoft.com/office/drawing/2014/main" id="{03E57BBF-2F15-4C88-8271-18D571FA20BB}"/>
              </a:ext>
            </a:extLst>
          </p:cNvPr>
          <p:cNvSpPr>
            <a:spLocks xmlns:a="http://schemas.openxmlformats.org/drawingml/2006/main" noGrp="1"/>
          </p:cNvSpPr>
          <p:nvPr/>
        </p:nvSpPr>
        <p:spPr>
          <a:xfrm xmlns:a="http://schemas.openxmlformats.org/drawingml/2006/main">
            <a:off x="15906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지금</a:t>
            </a:r>
          </a:p>
        </p:txBody>
      </p:sp>
      <p:sp>
        <p:nvSpPr>
          <p:cNvPr id="29" name="figure-581">
            <a:extLst xmlns:a="http://schemas.openxmlformats.org/drawingml/2006/main">
              <a:ext uri="{FF2B5EF4-FFF2-40B4-BE49-F238E27FC236}">
                <a16:creationId xmlns:a16="http://schemas.microsoft.com/office/drawing/2014/main" id="{985A722B-B474-4D2A-8FCA-021F036E6F10}"/>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0" name="figure-582">
            <a:extLst xmlns:a="http://schemas.openxmlformats.org/drawingml/2006/main">
              <a:ext uri="{FF2B5EF4-FFF2-40B4-BE49-F238E27FC236}">
                <a16:creationId xmlns:a16="http://schemas.microsoft.com/office/drawing/2014/main" id="{B11D9623-BA84-4DB0-A7C3-8C83BC5E3065}"/>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1" name="figure-583">
            <a:extLst xmlns:a="http://schemas.openxmlformats.org/drawingml/2006/main">
              <a:ext uri="{FF2B5EF4-FFF2-40B4-BE49-F238E27FC236}">
                <a16:creationId xmlns:a16="http://schemas.microsoft.com/office/drawing/2014/main" id="{5099F432-93AA-4AF3-8605-91FA31C67C13}"/>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584">
            <a:extLst xmlns:a="http://schemas.openxmlformats.org/drawingml/2006/main">
              <a:ext uri="{FF2B5EF4-FFF2-40B4-BE49-F238E27FC236}">
                <a16:creationId xmlns:a16="http://schemas.microsoft.com/office/drawing/2014/main" id="{C39BAB98-5FFF-45F4-81F9-7CE9CEF37EC2}"/>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585">
            <a:extLst xmlns:a="http://schemas.openxmlformats.org/drawingml/2006/main">
              <a:ext uri="{FF2B5EF4-FFF2-40B4-BE49-F238E27FC236}">
                <a16:creationId xmlns:a16="http://schemas.microsoft.com/office/drawing/2014/main" id="{7074608E-A81D-48DB-B4C5-BD553906C66C}"/>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4" name="figure-586">
            <a:extLst xmlns:a="http://schemas.openxmlformats.org/drawingml/2006/main">
              <a:ext uri="{FF2B5EF4-FFF2-40B4-BE49-F238E27FC236}">
                <a16:creationId xmlns:a16="http://schemas.microsoft.com/office/drawing/2014/main" id="{9D6E5F74-EB2D-463F-8B60-2CBDE89E0258}"/>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35" name="figure-587">
            <a:extLst xmlns:a="http://schemas.openxmlformats.org/drawingml/2006/main">
              <a:ext uri="{FF2B5EF4-FFF2-40B4-BE49-F238E27FC236}">
                <a16:creationId xmlns:a16="http://schemas.microsoft.com/office/drawing/2014/main" id="{0BC832AF-20A8-4B03-9DEE-F4022A96DE4F}"/>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36" name="figure-588">
            <a:extLst xmlns:a="http://schemas.openxmlformats.org/drawingml/2006/main">
              <a:ext uri="{FF2B5EF4-FFF2-40B4-BE49-F238E27FC236}">
                <a16:creationId xmlns:a16="http://schemas.microsoft.com/office/drawing/2014/main" id="{6F0C8F75-ED5F-4249-A7AF-B235E9DC3FF5}"/>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7" name="figure-589">
            <a:extLst xmlns:a="http://schemas.openxmlformats.org/drawingml/2006/main">
              <a:ext uri="{FF2B5EF4-FFF2-40B4-BE49-F238E27FC236}">
                <a16:creationId xmlns:a16="http://schemas.microsoft.com/office/drawing/2014/main" id="{489C4084-2182-42A4-8F92-EA613C93D756}"/>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8" name="figure-590">
            <a:extLst xmlns:a="http://schemas.openxmlformats.org/drawingml/2006/main">
              <a:ext uri="{FF2B5EF4-FFF2-40B4-BE49-F238E27FC236}">
                <a16:creationId xmlns:a16="http://schemas.microsoft.com/office/drawing/2014/main" id="{B893F187-86B9-49DD-B2B1-3AFCFDC3095F}"/>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591">
            <a:extLst xmlns:a="http://schemas.openxmlformats.org/drawingml/2006/main">
              <a:ext uri="{FF2B5EF4-FFF2-40B4-BE49-F238E27FC236}">
                <a16:creationId xmlns:a16="http://schemas.microsoft.com/office/drawing/2014/main" id="{EFB6B37B-9F07-4297-A692-9C22D539BE9F}"/>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592">
            <a:extLst xmlns:a="http://schemas.openxmlformats.org/drawingml/2006/main">
              <a:ext uri="{FF2B5EF4-FFF2-40B4-BE49-F238E27FC236}">
                <a16:creationId xmlns:a16="http://schemas.microsoft.com/office/drawing/2014/main" id="{E28118EF-CDB1-4CC9-89F5-D25304BA025C}"/>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593">
            <a:extLst xmlns:a="http://schemas.openxmlformats.org/drawingml/2006/main">
              <a:ext uri="{FF2B5EF4-FFF2-40B4-BE49-F238E27FC236}">
                <a16:creationId xmlns:a16="http://schemas.microsoft.com/office/drawing/2014/main" id="{65F4CE9C-FF0B-4235-A42A-31CAC329C295}"/>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figure-594">
            <a:extLst xmlns:a="http://schemas.openxmlformats.org/drawingml/2006/main">
              <a:ext uri="{FF2B5EF4-FFF2-40B4-BE49-F238E27FC236}">
                <a16:creationId xmlns:a16="http://schemas.microsoft.com/office/drawing/2014/main" id="{058AE94E-3C1A-41D6-B025-8C47A62CF4EA}"/>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595">
            <a:extLst xmlns:a="http://schemas.openxmlformats.org/drawingml/2006/main">
              <a:ext uri="{FF2B5EF4-FFF2-40B4-BE49-F238E27FC236}">
                <a16:creationId xmlns:a16="http://schemas.microsoft.com/office/drawing/2014/main" id="{D245B877-7902-4A63-B19D-4C6E9996D3D1}"/>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596">
            <a:extLst xmlns:a="http://schemas.openxmlformats.org/drawingml/2006/main">
              <a:ext uri="{FF2B5EF4-FFF2-40B4-BE49-F238E27FC236}">
                <a16:creationId xmlns:a16="http://schemas.microsoft.com/office/drawing/2014/main" id="{15BF1FF6-F27C-4F21-8EF3-E40ADB7B32ED}"/>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graphicFrame>
        <p:nvGraphicFramePr>
          <p:cNvPr id="91" name=""/>
          <p:cNvGraphicFramePr/>
          <p:nvPr/>
        </p:nvGraphicFramePr>
        <p:xfrm>
          <a:off xmlns:a="http://schemas.openxmlformats.org/drawingml/2006/main" x="5048250" y="2381250"/>
          <a:ext xmlns:a="http://schemas.openxmlformats.org/drawingml/2006/main" cx="6534150" cy="2762250"/>
        </p:xfrm>
        <a:graphic xmlns:a="http://schemas.openxmlformats.org/drawingml/2006/main">
          <a:graphicData uri="http://schemas.openxmlformats.org/drawingml/2006/table">
            <a:tbl>
              <a:tblPr/>
              <a:tblGrid>
                <a:gridCol w="1657350"/>
                <a:gridCol w="3257550"/>
                <a:gridCol w="1619250"/>
              </a:tblGrid>
              <a:tr h="552450">
                <a:tc>
                  <a:txBody>
                    <a:bodyPr lIns="152400" tIns="85725" rIns="114300" bIns="85725">
                      <a:noAutofit/>
                    </a:bodyPr>
                    <a:lstStyle/>
                    <a:p>
                      <a:r>
                        <a:rPr sz="2025" b="1">
                          <a:solidFill>
                            <a:srgbClr val="FFFFFF"/>
                          </a:solidFill>
                          <a:latin typeface="Malgun Gothic"/>
                          <a:ea typeface="Malgun Gothic"/>
                          <a:cs typeface="Malgun Gothic"/>
                        </a:rPr>
                        <a:t>살펴볼 칸</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온 값 + 남을 값</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점수</a:t>
                      </a:r>
                    </a:p>
                  </a:txBody>
                  <a:tcPr marL="91440" marR="91440" marT="45720" marB="45720" anchor="ctr">
                    <a:solidFill>
                      <a:srgbClr val="151515"/>
                    </a:solidFill>
                  </a:tcPr>
                </a:tc>
              </a:tr>
              <a:tr h="552450">
                <a:tc>
                  <a:txBody>
                    <a:bodyPr lIns="152400" tIns="85725" rIns="114300" bIns="85725">
                      <a:noAutofit/>
                    </a:bodyPr>
                    <a:lstStyle/>
                    <a:p>
                      <a:r>
                        <a:rPr sz="2025" b="0">
                          <a:solidFill>
                            <a:srgbClr val="151515"/>
                          </a:solidFill>
                          <a:latin typeface="Malgun Gothic"/>
                          <a:ea typeface="Malgun Gothic"/>
                          <a:cs typeface="Malgun Gothic"/>
                        </a:rPr>
                        <a:t>(1,1)</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2 + 4</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FFFFF"/>
                    </a:solidFill>
                  </a:tcPr>
                </a:tc>
              </a:tr>
              <a:tr h="552450">
                <a:tc>
                  <a:txBody>
                    <a:bodyPr lIns="152400" tIns="85725" rIns="114300" bIns="85725">
                      <a:noAutofit/>
                    </a:bodyPr>
                    <a:lstStyle/>
                    <a:p>
                      <a:r>
                        <a:rPr sz="2025" b="0">
                          <a:solidFill>
                            <a:srgbClr val="151515"/>
                          </a:solidFill>
                          <a:latin typeface="Malgun Gothic"/>
                          <a:ea typeface="Malgun Gothic"/>
                          <a:cs typeface="Malgun Gothic"/>
                        </a:rPr>
                        <a:t>(1,3)</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2 + 4</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6F6F6"/>
                    </a:solidFill>
                  </a:tcPr>
                </a:tc>
              </a:tr>
              <a:tr h="552450">
                <a:tc>
                  <a:txBody>
                    <a:bodyPr lIns="152400" tIns="85725" rIns="114300" bIns="85725">
                      <a:noAutofit/>
                    </a:bodyPr>
                    <a:lstStyle/>
                    <a:p>
                      <a:r>
                        <a:rPr sz="2025" b="0">
                          <a:solidFill>
                            <a:srgbClr val="151515"/>
                          </a:solidFill>
                          <a:latin typeface="Malgun Gothic"/>
                          <a:ea typeface="Malgun Gothic"/>
                          <a:cs typeface="Malgun Gothic"/>
                        </a:rPr>
                        <a:t>(0,1)</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1 + 5</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FFFFF"/>
                    </a:solidFill>
                  </a:tcPr>
                </a:tc>
              </a:tr>
              <a:tr h="552450">
                <a:tc>
                  <a:txBody>
                    <a:bodyPr lIns="152400" tIns="85725" rIns="114300" bIns="85725">
                      <a:noAutofit/>
                    </a:bodyPr>
                    <a:lstStyle/>
                    <a:p>
                      <a:r>
                        <a:rPr sz="2025" b="0">
                          <a:solidFill>
                            <a:srgbClr val="151515"/>
                          </a:solidFill>
                          <a:latin typeface="Malgun Gothic"/>
                          <a:ea typeface="Malgun Gothic"/>
                          <a:cs typeface="Malgun Gothic"/>
                        </a:rPr>
                        <a:t>(0,3)</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1 + 5</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6</a:t>
                      </a:r>
                    </a:p>
                  </a:txBody>
                  <a:tcPr marL="91440" marR="91440" marT="45720" marB="45720" anchor="ctr">
                    <a:solidFill>
                      <a:srgbClr val="F6F6F6"/>
                    </a:solidFill>
                  </a:tcPr>
                </a:tc>
              </a:tr>
            </a:tbl>
          </a:graphicData>
        </a:graphic>
      </p:graphicFrame>
      <p:sp>
        <p:nvSpPr>
          <p:cNvPr id="46" name="figure-597">
            <a:extLst xmlns:a="http://schemas.openxmlformats.org/drawingml/2006/main">
              <a:ext uri="{FF2B5EF4-FFF2-40B4-BE49-F238E27FC236}">
                <a16:creationId xmlns:a16="http://schemas.microsoft.com/office/drawing/2014/main" id="{E6B2AEF4-97B3-4E8C-999B-73ED1BE16A9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출발로 돌아가면 값이 2다. 이미 적은 0보다 비싸므로 바꾸지 않는다</a:t>
            </a:r>
          </a:p>
        </p:txBody>
      </p:sp>
    </p:spTree>
    <p:extLst>
      <p:ext uri="{BB962C8B-B14F-4D97-AF65-F5344CB8AC3E}">
        <p14:creationId xmlns:p14="http://schemas.microsoft.com/office/powerpoint/2010/main" val="1988961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598">
            <a:extLst xmlns:a="http://schemas.openxmlformats.org/drawingml/2006/main">
              <a:ext uri="{FF2B5EF4-FFF2-40B4-BE49-F238E27FC236}">
                <a16:creationId xmlns:a16="http://schemas.microsoft.com/office/drawing/2014/main" id="{85CA859E-4EDC-4703-875D-CD73A9E802B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점수가 같을 때도 고르는 약속이 있다</a:t>
            </a:r>
          </a:p>
        </p:txBody>
      </p:sp>
      <p:sp>
        <p:nvSpPr>
          <p:cNvPr id="2" name="figure-599">
            <a:extLst xmlns:a="http://schemas.openxmlformats.org/drawingml/2006/main">
              <a:ext uri="{FF2B5EF4-FFF2-40B4-BE49-F238E27FC236}">
                <a16:creationId xmlns:a16="http://schemas.microsoft.com/office/drawing/2014/main" id="{2FAB35E7-17EF-465F-92D5-C33EB750AEA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같은 점수 후보가 여러 개면 정해 둔 순서로 고른다</a:t>
            </a:r>
          </a:p>
        </p:txBody>
      </p:sp>
      <p:sp>
        <p:nvSpPr>
          <p:cNvPr id="3" name="figure-600">
            <a:extLst xmlns:a="http://schemas.openxmlformats.org/drawingml/2006/main">
              <a:ext uri="{FF2B5EF4-FFF2-40B4-BE49-F238E27FC236}">
                <a16:creationId xmlns:a16="http://schemas.microsoft.com/office/drawing/2014/main" id="{4E22FADC-B680-46CB-903E-318E0F89DAC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20</a:t>
            </a:r>
          </a:p>
        </p:txBody>
      </p:sp>
      <p:graphicFrame>
        <p:nvGraphicFramePr>
          <p:cNvPr id="9" name=""/>
          <p:cNvGraphicFramePr/>
          <p:nvPr/>
        </p:nvGraphicFramePr>
        <p:xfrm>
          <a:off xmlns:a="http://schemas.openxmlformats.org/drawingml/2006/main" x="609600" y="2076450"/>
          <a:ext xmlns:a="http://schemas.openxmlformats.org/drawingml/2006/main" cx="10972800" cy="3105150"/>
        </p:xfrm>
        <a:graphic xmlns:a="http://schemas.openxmlformats.org/drawingml/2006/main">
          <a:graphicData uri="http://schemas.openxmlformats.org/drawingml/2006/table">
            <a:tbl>
              <a:tblPr/>
              <a:tblGrid>
                <a:gridCol w="3371850"/>
                <a:gridCol w="7600950"/>
              </a:tblGrid>
              <a:tr h="776288">
                <a:tc>
                  <a:txBody>
                    <a:bodyPr lIns="152400" tIns="85725" rIns="114300" bIns="85725">
                      <a:noAutofit/>
                    </a:bodyPr>
                    <a:lstStyle/>
                    <a:p>
                      <a:r>
                        <a:rPr sz="2025" b="1">
                          <a:solidFill>
                            <a:srgbClr val="FFFFFF"/>
                          </a:solidFill>
                          <a:latin typeface="Malgun Gothic"/>
                          <a:ea typeface="Malgun Gothic"/>
                          <a:cs typeface="Malgun Gothic"/>
                        </a:rPr>
                        <a:t>고르는 순서</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이번 수업의 약속</a:t>
                      </a:r>
                    </a:p>
                  </a:txBody>
                  <a:tcPr marL="91440" marR="91440" marT="45720" marB="45720" anchor="ctr">
                    <a:solidFill>
                      <a:srgbClr val="151515"/>
                    </a:solidFill>
                  </a:tcPr>
                </a:tc>
              </a:tr>
              <a:tr h="776288">
                <a:tc>
                  <a:txBody>
                    <a:bodyPr lIns="152400" tIns="85725" rIns="114300" bIns="85725">
                      <a:noAutofit/>
                    </a:bodyPr>
                    <a:lstStyle/>
                    <a:p>
                      <a:r>
                        <a:rPr sz="2025" b="0">
                          <a:solidFill>
                            <a:srgbClr val="151515"/>
                          </a:solidFill>
                          <a:latin typeface="Malgun Gothic"/>
                          <a:ea typeface="Malgun Gothic"/>
                          <a:cs typeface="Malgun Gothic"/>
                        </a:rPr>
                        <a:t>1</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f가 작은 칸</a:t>
                      </a:r>
                    </a:p>
                  </a:txBody>
                  <a:tcPr marL="91440" marR="91440" marT="45720" marB="45720" anchor="ctr">
                    <a:solidFill>
                      <a:srgbClr val="FFFFFF"/>
                    </a:solidFill>
                  </a:tcPr>
                </a:tc>
              </a:tr>
              <a:tr h="776288">
                <a:tc>
                  <a:txBody>
                    <a:bodyPr lIns="152400" tIns="85725" rIns="114300" bIns="85725">
                      <a:noAutofit/>
                    </a:bodyPr>
                    <a:lstStyle/>
                    <a:p>
                      <a:r>
                        <a:rPr sz="2025" b="0">
                          <a:solidFill>
                            <a:srgbClr val="151515"/>
                          </a:solidFill>
                          <a:latin typeface="Malgun Gothic"/>
                          <a:ea typeface="Malgun Gothic"/>
                          <a:cs typeface="Malgun Gothic"/>
                        </a:rPr>
                        <a:t>2 · f가 같으면</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h가 작은 칸</a:t>
                      </a:r>
                    </a:p>
                  </a:txBody>
                  <a:tcPr marL="91440" marR="91440" marT="45720" marB="45720" anchor="ctr">
                    <a:solidFill>
                      <a:srgbClr val="F6F6F6"/>
                    </a:solidFill>
                  </a:tcPr>
                </a:tc>
              </a:tr>
              <a:tr h="776288">
                <a:tc>
                  <a:txBody>
                    <a:bodyPr lIns="152400" tIns="85725" rIns="114300" bIns="85725">
                      <a:noAutofit/>
                    </a:bodyPr>
                    <a:lstStyle/>
                    <a:p>
                      <a:r>
                        <a:rPr sz="2025" b="0">
                          <a:solidFill>
                            <a:srgbClr val="151515"/>
                          </a:solidFill>
                          <a:latin typeface="Malgun Gothic"/>
                          <a:ea typeface="Malgun Gothic"/>
                          <a:cs typeface="Malgun Gothic"/>
                        </a:rPr>
                        <a:t>3 · h도 같으면</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더 위 칸, 그것도 같으면 더 왼쪽 칸</a:t>
                      </a:r>
                    </a:p>
                  </a:txBody>
                  <a:tcPr marL="91440" marR="91440" marT="45720" marB="45720" anchor="ctr">
                    <a:solidFill>
                      <a:srgbClr val="FFFFFF"/>
                    </a:solidFill>
                  </a:tcPr>
                </a:tc>
              </a:tr>
            </a:tbl>
          </a:graphicData>
        </a:graphic>
      </p:graphicFrame>
      <p:sp>
        <p:nvSpPr>
          <p:cNvPr id="5" name="figure-601">
            <a:extLst xmlns:a="http://schemas.openxmlformats.org/drawingml/2006/main">
              <a:ext uri="{FF2B5EF4-FFF2-40B4-BE49-F238E27FC236}">
                <a16:creationId xmlns:a16="http://schemas.microsoft.com/office/drawing/2014/main" id="{8588DEC8-17EA-4403-AD7E-AA6EF1FDD475}"/>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이번에는 (1,1)을 먼저 고른다. 아래쪽도 같은 값의 길을 만들 수 있다</a:t>
            </a:r>
          </a:p>
        </p:txBody>
      </p:sp>
    </p:spTree>
    <p:extLst>
      <p:ext uri="{BB962C8B-B14F-4D97-AF65-F5344CB8AC3E}">
        <p14:creationId xmlns:p14="http://schemas.microsoft.com/office/powerpoint/2010/main" val="6933722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figure-602">
            <a:extLst xmlns:a="http://schemas.openxmlformats.org/drawingml/2006/main">
              <a:ext uri="{FF2B5EF4-FFF2-40B4-BE49-F238E27FC236}">
                <a16:creationId xmlns:a16="http://schemas.microsoft.com/office/drawing/2014/main" id="{98E41302-3467-4A13-8EBB-2F8B4F94C30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한쪽 길만 끝까지 따라보는 것은 아니다</a:t>
            </a:r>
          </a:p>
        </p:txBody>
      </p:sp>
      <p:sp>
        <p:nvSpPr>
          <p:cNvPr id="2" name="figure-603">
            <a:extLst xmlns:a="http://schemas.openxmlformats.org/drawingml/2006/main">
              <a:ext uri="{FF2B5EF4-FFF2-40B4-BE49-F238E27FC236}">
                <a16:creationId xmlns:a16="http://schemas.microsoft.com/office/drawing/2014/main" id="{83134B93-E5FC-42CB-8AF7-2AF21A99547C}"/>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매번 지도 전체의 후보 목록에서 다시 비교한다</a:t>
            </a:r>
          </a:p>
        </p:txBody>
      </p:sp>
      <p:sp>
        <p:nvSpPr>
          <p:cNvPr id="3" name="figure-604">
            <a:extLst xmlns:a="http://schemas.openxmlformats.org/drawingml/2006/main">
              <a:ext uri="{FF2B5EF4-FFF2-40B4-BE49-F238E27FC236}">
                <a16:creationId xmlns:a16="http://schemas.microsoft.com/office/drawing/2014/main" id="{CF42F169-23A6-4296-A2E1-FEBC731CF2A6}"/>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21</a:t>
            </a:r>
          </a:p>
        </p:txBody>
      </p:sp>
      <p:sp>
        <p:nvSpPr>
          <p:cNvPr id="4" name="figure-605">
            <a:extLst xmlns:a="http://schemas.openxmlformats.org/drawingml/2006/main">
              <a:ext uri="{FF2B5EF4-FFF2-40B4-BE49-F238E27FC236}">
                <a16:creationId xmlns:a16="http://schemas.microsoft.com/office/drawing/2014/main" id="{58D478DE-75C1-48B9-B086-FECC09368B79}"/>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606">
            <a:extLst xmlns:a="http://schemas.openxmlformats.org/drawingml/2006/main">
              <a:ext uri="{FF2B5EF4-FFF2-40B4-BE49-F238E27FC236}">
                <a16:creationId xmlns:a16="http://schemas.microsoft.com/office/drawing/2014/main" id="{D4B5C3A0-273B-4789-A03D-520470B0C468}"/>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607">
            <a:extLst xmlns:a="http://schemas.openxmlformats.org/drawingml/2006/main">
              <a:ext uri="{FF2B5EF4-FFF2-40B4-BE49-F238E27FC236}">
                <a16:creationId xmlns:a16="http://schemas.microsoft.com/office/drawing/2014/main" id="{9F98AE3B-EA27-4876-8326-A8F96ACBA61E}"/>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608">
            <a:extLst xmlns:a="http://schemas.openxmlformats.org/drawingml/2006/main">
              <a:ext uri="{FF2B5EF4-FFF2-40B4-BE49-F238E27FC236}">
                <a16:creationId xmlns:a16="http://schemas.microsoft.com/office/drawing/2014/main" id="{56B9FBFB-8936-4506-838C-1115A05E7703}"/>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609">
            <a:extLst xmlns:a="http://schemas.openxmlformats.org/drawingml/2006/main">
              <a:ext uri="{FF2B5EF4-FFF2-40B4-BE49-F238E27FC236}">
                <a16:creationId xmlns:a16="http://schemas.microsoft.com/office/drawing/2014/main" id="{3B4526F3-8B29-4787-A99B-78AC98E5F06E}"/>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610">
            <a:extLst xmlns:a="http://schemas.openxmlformats.org/drawingml/2006/main">
              <a:ext uri="{FF2B5EF4-FFF2-40B4-BE49-F238E27FC236}">
                <a16:creationId xmlns:a16="http://schemas.microsoft.com/office/drawing/2014/main" id="{12B98F47-C8FA-4B69-8422-65A4DBBA32A4}"/>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611">
            <a:extLst xmlns:a="http://schemas.openxmlformats.org/drawingml/2006/main">
              <a:ext uri="{FF2B5EF4-FFF2-40B4-BE49-F238E27FC236}">
                <a16:creationId xmlns:a16="http://schemas.microsoft.com/office/drawing/2014/main" id="{BCEC1511-32E8-480B-9471-F29275562F81}"/>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612">
            <a:extLst xmlns:a="http://schemas.openxmlformats.org/drawingml/2006/main">
              <a:ext uri="{FF2B5EF4-FFF2-40B4-BE49-F238E27FC236}">
                <a16:creationId xmlns:a16="http://schemas.microsoft.com/office/drawing/2014/main" id="{1DA3A16E-4206-434B-851A-C5307E8B95E4}"/>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613">
            <a:extLst xmlns:a="http://schemas.openxmlformats.org/drawingml/2006/main">
              <a:ext uri="{FF2B5EF4-FFF2-40B4-BE49-F238E27FC236}">
                <a16:creationId xmlns:a16="http://schemas.microsoft.com/office/drawing/2014/main" id="{21178A78-2709-4789-A11C-C0BDB1B704E2}"/>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614">
            <a:extLst xmlns:a="http://schemas.openxmlformats.org/drawingml/2006/main">
              <a:ext uri="{FF2B5EF4-FFF2-40B4-BE49-F238E27FC236}">
                <a16:creationId xmlns:a16="http://schemas.microsoft.com/office/drawing/2014/main" id="{EB20ED04-3A0F-47BC-8CF0-9CD3E47EE2D2}"/>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615">
            <a:extLst xmlns:a="http://schemas.openxmlformats.org/drawingml/2006/main">
              <a:ext uri="{FF2B5EF4-FFF2-40B4-BE49-F238E27FC236}">
                <a16:creationId xmlns:a16="http://schemas.microsoft.com/office/drawing/2014/main" id="{EC3CEFBB-30E7-46E8-BE92-47CFDA1A212B}"/>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15" name="figure-616">
            <a:extLst xmlns:a="http://schemas.openxmlformats.org/drawingml/2006/main">
              <a:ext uri="{FF2B5EF4-FFF2-40B4-BE49-F238E27FC236}">
                <a16:creationId xmlns:a16="http://schemas.microsoft.com/office/drawing/2014/main" id="{EFB25ABA-D06E-41C9-B439-8817698B3C62}"/>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16" name="figure-617">
            <a:extLst xmlns:a="http://schemas.openxmlformats.org/drawingml/2006/main">
              <a:ext uri="{FF2B5EF4-FFF2-40B4-BE49-F238E27FC236}">
                <a16:creationId xmlns:a16="http://schemas.microsoft.com/office/drawing/2014/main" id="{075E0C11-D2DD-4726-A0CF-9E87B3401BC7}"/>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618">
            <a:extLst xmlns:a="http://schemas.openxmlformats.org/drawingml/2006/main">
              <a:ext uri="{FF2B5EF4-FFF2-40B4-BE49-F238E27FC236}">
                <a16:creationId xmlns:a16="http://schemas.microsoft.com/office/drawing/2014/main" id="{B02383E7-32AB-456D-A412-78136172190B}"/>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619">
            <a:extLst xmlns:a="http://schemas.openxmlformats.org/drawingml/2006/main">
              <a:ext uri="{FF2B5EF4-FFF2-40B4-BE49-F238E27FC236}">
                <a16:creationId xmlns:a16="http://schemas.microsoft.com/office/drawing/2014/main" id="{6D4DBC79-9683-4A05-B6C3-7C17FEF2D82C}"/>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620">
            <a:extLst xmlns:a="http://schemas.openxmlformats.org/drawingml/2006/main">
              <a:ext uri="{FF2B5EF4-FFF2-40B4-BE49-F238E27FC236}">
                <a16:creationId xmlns:a16="http://schemas.microsoft.com/office/drawing/2014/main" id="{5884D4E6-6497-4E6F-9BE5-72F409F0CE02}"/>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0" name="figure-621">
            <a:extLst xmlns:a="http://schemas.openxmlformats.org/drawingml/2006/main">
              <a:ext uri="{FF2B5EF4-FFF2-40B4-BE49-F238E27FC236}">
                <a16:creationId xmlns:a16="http://schemas.microsoft.com/office/drawing/2014/main" id="{3EDF9E5D-B09C-4DCE-BEE9-C6E45F405BAF}"/>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1" name="figure-622">
            <a:extLst xmlns:a="http://schemas.openxmlformats.org/drawingml/2006/main">
              <a:ext uri="{FF2B5EF4-FFF2-40B4-BE49-F238E27FC236}">
                <a16:creationId xmlns:a16="http://schemas.microsoft.com/office/drawing/2014/main" id="{1619EC6F-4845-4181-AC7A-599009CF8295}"/>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623">
            <a:extLst xmlns:a="http://schemas.openxmlformats.org/drawingml/2006/main">
              <a:ext uri="{FF2B5EF4-FFF2-40B4-BE49-F238E27FC236}">
                <a16:creationId xmlns:a16="http://schemas.microsoft.com/office/drawing/2014/main" id="{8029C874-C9C8-4760-A8FB-E537048343CB}"/>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624">
            <a:extLst xmlns:a="http://schemas.openxmlformats.org/drawingml/2006/main">
              <a:ext uri="{FF2B5EF4-FFF2-40B4-BE49-F238E27FC236}">
                <a16:creationId xmlns:a16="http://schemas.microsoft.com/office/drawing/2014/main" id="{1FCEF461-08C2-413E-A94E-E34D2D6CC639}"/>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625">
            <a:extLst xmlns:a="http://schemas.openxmlformats.org/drawingml/2006/main">
              <a:ext uri="{FF2B5EF4-FFF2-40B4-BE49-F238E27FC236}">
                <a16:creationId xmlns:a16="http://schemas.microsoft.com/office/drawing/2014/main" id="{F4654CE5-2DBD-4BBA-A3BA-D599D18FFEE3}"/>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626">
            <a:extLst xmlns:a="http://schemas.openxmlformats.org/drawingml/2006/main">
              <a:ext uri="{FF2B5EF4-FFF2-40B4-BE49-F238E27FC236}">
                <a16:creationId xmlns:a16="http://schemas.microsoft.com/office/drawing/2014/main" id="{65ED8F4F-BEFF-4787-9B20-C0A2BEC0F9DA}"/>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6" name="figure-627">
            <a:extLst xmlns:a="http://schemas.openxmlformats.org/drawingml/2006/main">
              <a:ext uri="{FF2B5EF4-FFF2-40B4-BE49-F238E27FC236}">
                <a16:creationId xmlns:a16="http://schemas.microsoft.com/office/drawing/2014/main" id="{88B5394A-C6FA-4B9B-9C98-FC67F15021FC}"/>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7" name="figure-628">
            <a:extLst xmlns:a="http://schemas.openxmlformats.org/drawingml/2006/main">
              <a:ext uri="{FF2B5EF4-FFF2-40B4-BE49-F238E27FC236}">
                <a16:creationId xmlns:a16="http://schemas.microsoft.com/office/drawing/2014/main" id="{5F538B34-F0BA-43E9-AC27-C30DB34E9862}"/>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8" name="figure-629">
            <a:extLst xmlns:a="http://schemas.openxmlformats.org/drawingml/2006/main">
              <a:ext uri="{FF2B5EF4-FFF2-40B4-BE49-F238E27FC236}">
                <a16:creationId xmlns:a16="http://schemas.microsoft.com/office/drawing/2014/main" id="{C8A05CA3-3551-4B70-8315-76EA86A33784}"/>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9" name="figure-630">
            <a:extLst xmlns:a="http://schemas.openxmlformats.org/drawingml/2006/main">
              <a:ext uri="{FF2B5EF4-FFF2-40B4-BE49-F238E27FC236}">
                <a16:creationId xmlns:a16="http://schemas.microsoft.com/office/drawing/2014/main" id="{EC77239E-E339-443C-BD00-E6A9F34D557A}"/>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0" name="figure-631">
            <a:extLst xmlns:a="http://schemas.openxmlformats.org/drawingml/2006/main">
              <a:ext uri="{FF2B5EF4-FFF2-40B4-BE49-F238E27FC236}">
                <a16:creationId xmlns:a16="http://schemas.microsoft.com/office/drawing/2014/main" id="{A9C2FCFB-D937-437A-9943-B4FDA5FE1A0A}"/>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632">
            <a:extLst xmlns:a="http://schemas.openxmlformats.org/drawingml/2006/main">
              <a:ext uri="{FF2B5EF4-FFF2-40B4-BE49-F238E27FC236}">
                <a16:creationId xmlns:a16="http://schemas.microsoft.com/office/drawing/2014/main" id="{07C2AFF0-E63A-4174-95D5-8287BF832A6B}"/>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633">
            <a:extLst xmlns:a="http://schemas.openxmlformats.org/drawingml/2006/main">
              <a:ext uri="{FF2B5EF4-FFF2-40B4-BE49-F238E27FC236}">
                <a16:creationId xmlns:a16="http://schemas.microsoft.com/office/drawing/2014/main" id="{A7C1975D-6407-4C59-BADF-BF3EAE5A05E3}"/>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3" name="figure-634">
            <a:extLst xmlns:a="http://schemas.openxmlformats.org/drawingml/2006/main">
              <a:ext uri="{FF2B5EF4-FFF2-40B4-BE49-F238E27FC236}">
                <a16:creationId xmlns:a16="http://schemas.microsoft.com/office/drawing/2014/main" id="{B5372C59-22A1-4FC5-BB93-4176C5BF88D0}"/>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4" name="figure-635">
            <a:extLst xmlns:a="http://schemas.openxmlformats.org/drawingml/2006/main">
              <a:ext uri="{FF2B5EF4-FFF2-40B4-BE49-F238E27FC236}">
                <a16:creationId xmlns:a16="http://schemas.microsoft.com/office/drawing/2014/main" id="{CEC008B2-56B2-46C3-BB5E-FCB7561D25FC}"/>
              </a:ext>
            </a:extLst>
          </p:cNvPr>
          <p:cNvSpPr>
            <a:spLocks xmlns:a="http://schemas.openxmlformats.org/drawingml/2006/main" noGrp="1"/>
          </p:cNvSpPr>
          <p:nvPr/>
        </p:nvSpPr>
        <p:spPr>
          <a:xfrm xmlns:a="http://schemas.openxmlformats.org/drawingml/2006/main">
            <a:off x="9048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지금</a:t>
            </a:r>
          </a:p>
        </p:txBody>
      </p:sp>
      <p:sp>
        <p:nvSpPr>
          <p:cNvPr id="35" name="figure-636">
            <a:extLst xmlns:a="http://schemas.openxmlformats.org/drawingml/2006/main">
              <a:ext uri="{FF2B5EF4-FFF2-40B4-BE49-F238E27FC236}">
                <a16:creationId xmlns:a16="http://schemas.microsoft.com/office/drawing/2014/main" id="{51743E8A-B45D-4364-AD7D-7880BCEB88C5}"/>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36" name="figure-637">
            <a:extLst xmlns:a="http://schemas.openxmlformats.org/drawingml/2006/main">
              <a:ext uri="{FF2B5EF4-FFF2-40B4-BE49-F238E27FC236}">
                <a16:creationId xmlns:a16="http://schemas.microsoft.com/office/drawing/2014/main" id="{89B236C2-1CC2-4902-A2ED-E57BDB7464E7}"/>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7" name="figure-638">
            <a:extLst xmlns:a="http://schemas.openxmlformats.org/drawingml/2006/main">
              <a:ext uri="{FF2B5EF4-FFF2-40B4-BE49-F238E27FC236}">
                <a16:creationId xmlns:a16="http://schemas.microsoft.com/office/drawing/2014/main" id="{793614FE-EECF-4A0F-9C63-E570EF8B73DF}"/>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8" name="figure-639">
            <a:extLst xmlns:a="http://schemas.openxmlformats.org/drawingml/2006/main">
              <a:ext uri="{FF2B5EF4-FFF2-40B4-BE49-F238E27FC236}">
                <a16:creationId xmlns:a16="http://schemas.microsoft.com/office/drawing/2014/main" id="{7154E7A4-CC2B-421C-858F-3844C69E6900}"/>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640">
            <a:extLst xmlns:a="http://schemas.openxmlformats.org/drawingml/2006/main">
              <a:ext uri="{FF2B5EF4-FFF2-40B4-BE49-F238E27FC236}">
                <a16:creationId xmlns:a16="http://schemas.microsoft.com/office/drawing/2014/main" id="{5E80E4F8-EC06-43D7-8E59-5A3505DFD60C}"/>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641">
            <a:extLst xmlns:a="http://schemas.openxmlformats.org/drawingml/2006/main">
              <a:ext uri="{FF2B5EF4-FFF2-40B4-BE49-F238E27FC236}">
                <a16:creationId xmlns:a16="http://schemas.microsoft.com/office/drawing/2014/main" id="{238077D2-9B4E-4811-8B72-69FFEF075FD2}"/>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1" name="figure-642">
            <a:extLst xmlns:a="http://schemas.openxmlformats.org/drawingml/2006/main">
              <a:ext uri="{FF2B5EF4-FFF2-40B4-BE49-F238E27FC236}">
                <a16:creationId xmlns:a16="http://schemas.microsoft.com/office/drawing/2014/main" id="{7804C5A3-FEA1-47C3-9912-8F2179F898B4}"/>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2" name="figure-643">
            <a:extLst xmlns:a="http://schemas.openxmlformats.org/drawingml/2006/main">
              <a:ext uri="{FF2B5EF4-FFF2-40B4-BE49-F238E27FC236}">
                <a16:creationId xmlns:a16="http://schemas.microsoft.com/office/drawing/2014/main" id="{3D4EA91D-A7D8-4DE3-9C91-B4572BC21706}"/>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644">
            <a:extLst xmlns:a="http://schemas.openxmlformats.org/drawingml/2006/main">
              <a:ext uri="{FF2B5EF4-FFF2-40B4-BE49-F238E27FC236}">
                <a16:creationId xmlns:a16="http://schemas.microsoft.com/office/drawing/2014/main" id="{4CDB35DC-ABBA-4195-90DF-AB5D2F730BC1}"/>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645">
            <a:extLst xmlns:a="http://schemas.openxmlformats.org/drawingml/2006/main">
              <a:ext uri="{FF2B5EF4-FFF2-40B4-BE49-F238E27FC236}">
                <a16:creationId xmlns:a16="http://schemas.microsoft.com/office/drawing/2014/main" id="{E8F927AE-9E3E-4BAA-A576-782E04A152C7}"/>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646">
            <a:extLst xmlns:a="http://schemas.openxmlformats.org/drawingml/2006/main">
              <a:ext uri="{FF2B5EF4-FFF2-40B4-BE49-F238E27FC236}">
                <a16:creationId xmlns:a16="http://schemas.microsoft.com/office/drawing/2014/main" id="{ED4EAE56-BFCA-40EC-B94F-212CE873FAFF}"/>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차례로 주변을 본 칸</a:t>
            </a:r>
          </a:p>
        </p:txBody>
      </p:sp>
      <p:sp>
        <p:nvSpPr>
          <p:cNvPr id="46" name="figure-647">
            <a:extLst xmlns:a="http://schemas.openxmlformats.org/drawingml/2006/main">
              <a:ext uri="{FF2B5EF4-FFF2-40B4-BE49-F238E27FC236}">
                <a16:creationId xmlns:a16="http://schemas.microsoft.com/office/drawing/2014/main" id="{8CBE0731-D430-4792-AEAF-2231675371D0}"/>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(1,1) → (1,3)</a:t>
            </a:r>
          </a:p>
        </p:txBody>
      </p:sp>
      <p:sp>
        <p:nvSpPr>
          <p:cNvPr id="47" name="figure-648">
            <a:extLst xmlns:a="http://schemas.openxmlformats.org/drawingml/2006/main">
              <a:ext uri="{FF2B5EF4-FFF2-40B4-BE49-F238E27FC236}">
                <a16:creationId xmlns:a16="http://schemas.microsoft.com/office/drawing/2014/main" id="{942C07C6-C1BC-449C-BD50-CEB951D9C0BE}"/>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(0,1) → (0,3)</a:t>
            </a:r>
          </a:p>
        </p:txBody>
      </p:sp>
      <p:sp>
        <p:nvSpPr>
          <p:cNvPr id="48" name="figure-649">
            <a:extLst xmlns:a="http://schemas.openxmlformats.org/drawingml/2006/main">
              <a:ext uri="{FF2B5EF4-FFF2-40B4-BE49-F238E27FC236}">
                <a16:creationId xmlns:a16="http://schemas.microsoft.com/office/drawing/2014/main" id="{AEE2A5E0-894B-4273-AB85-334E694F9C83}"/>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위쪽과 아래쪽을 번갈아 본다</a:t>
            </a:r>
          </a:p>
        </p:txBody>
      </p:sp>
      <p:sp>
        <p:nvSpPr>
          <p:cNvPr id="49" name="figure-650">
            <a:extLst xmlns:a="http://schemas.openxmlformats.org/drawingml/2006/main">
              <a:ext uri="{FF2B5EF4-FFF2-40B4-BE49-F238E27FC236}">
                <a16:creationId xmlns:a16="http://schemas.microsoft.com/office/drawing/2014/main" id="{00C41B89-1001-4458-B806-7B4546E14627}"/>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지도를 여러 곳 살펴봐도 캐릭터가 그곳을 전부 걷지는 않는다</a:t>
            </a:r>
          </a:p>
        </p:txBody>
      </p:sp>
    </p:spTree>
    <p:extLst>
      <p:ext uri="{BB962C8B-B14F-4D97-AF65-F5344CB8AC3E}">
        <p14:creationId xmlns:p14="http://schemas.microsoft.com/office/powerpoint/2010/main" val="1196926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figure-651">
            <a:extLst xmlns:a="http://schemas.openxmlformats.org/drawingml/2006/main">
              <a:ext uri="{FF2B5EF4-FFF2-40B4-BE49-F238E27FC236}">
                <a16:creationId xmlns:a16="http://schemas.microsoft.com/office/drawing/2014/main" id="{E4C79998-4A82-45AF-9CBD-EA2FD206DD8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벽 위쪽을 돌아가는 후보를 이어서 본다</a:t>
            </a:r>
          </a:p>
        </p:txBody>
      </p:sp>
      <p:sp>
        <p:nvSpPr>
          <p:cNvPr id="2" name="figure-652">
            <a:extLst xmlns:a="http://schemas.openxmlformats.org/drawingml/2006/main">
              <a:ext uri="{FF2B5EF4-FFF2-40B4-BE49-F238E27FC236}">
                <a16:creationId xmlns:a16="http://schemas.microsoft.com/office/drawing/2014/main" id="{B189F8A6-AD2C-4338-AE77-A6057E2299D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점수 8인 후보 중 남은 값이 작은 칸을 먼저 본다</a:t>
            </a:r>
          </a:p>
        </p:txBody>
      </p:sp>
      <p:sp>
        <p:nvSpPr>
          <p:cNvPr id="3" name="figure-653">
            <a:extLst xmlns:a="http://schemas.openxmlformats.org/drawingml/2006/main">
              <a:ext uri="{FF2B5EF4-FFF2-40B4-BE49-F238E27FC236}">
                <a16:creationId xmlns:a16="http://schemas.microsoft.com/office/drawing/2014/main" id="{D3EE331C-B0AE-42A1-84C4-5354989F60E0}"/>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22</a:t>
            </a:r>
          </a:p>
        </p:txBody>
      </p:sp>
      <p:sp>
        <p:nvSpPr>
          <p:cNvPr id="4" name="figure-654">
            <a:extLst xmlns:a="http://schemas.openxmlformats.org/drawingml/2006/main">
              <a:ext uri="{FF2B5EF4-FFF2-40B4-BE49-F238E27FC236}">
                <a16:creationId xmlns:a16="http://schemas.microsoft.com/office/drawing/2014/main" id="{DA61D4A2-BE87-4B82-B78C-37A6DBF4D7EF}"/>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655">
            <a:extLst xmlns:a="http://schemas.openxmlformats.org/drawingml/2006/main">
              <a:ext uri="{FF2B5EF4-FFF2-40B4-BE49-F238E27FC236}">
                <a16:creationId xmlns:a16="http://schemas.microsoft.com/office/drawing/2014/main" id="{73F1D3DF-3E09-4780-BCE5-DD2DCBEBE9D1}"/>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656">
            <a:extLst xmlns:a="http://schemas.openxmlformats.org/drawingml/2006/main">
              <a:ext uri="{FF2B5EF4-FFF2-40B4-BE49-F238E27FC236}">
                <a16:creationId xmlns:a16="http://schemas.microsoft.com/office/drawing/2014/main" id="{4A328621-D183-4FE4-A61B-3C9CE33FB00D}"/>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657">
            <a:extLst xmlns:a="http://schemas.openxmlformats.org/drawingml/2006/main">
              <a:ext uri="{FF2B5EF4-FFF2-40B4-BE49-F238E27FC236}">
                <a16:creationId xmlns:a16="http://schemas.microsoft.com/office/drawing/2014/main" id="{3E5DD381-0B25-408A-9A4A-9A9395022632}"/>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658">
            <a:extLst xmlns:a="http://schemas.openxmlformats.org/drawingml/2006/main">
              <a:ext uri="{FF2B5EF4-FFF2-40B4-BE49-F238E27FC236}">
                <a16:creationId xmlns:a16="http://schemas.microsoft.com/office/drawing/2014/main" id="{6D5F7B63-1745-4935-B8F7-49298E025270}"/>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659">
            <a:extLst xmlns:a="http://schemas.openxmlformats.org/drawingml/2006/main">
              <a:ext uri="{FF2B5EF4-FFF2-40B4-BE49-F238E27FC236}">
                <a16:creationId xmlns:a16="http://schemas.microsoft.com/office/drawing/2014/main" id="{76D5B12D-DC48-4FA4-8D08-20F5A74E6550}"/>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660">
            <a:extLst xmlns:a="http://schemas.openxmlformats.org/drawingml/2006/main">
              <a:ext uri="{FF2B5EF4-FFF2-40B4-BE49-F238E27FC236}">
                <a16:creationId xmlns:a16="http://schemas.microsoft.com/office/drawing/2014/main" id="{C1050594-6AB5-4A91-93ED-3E785A7D60D1}"/>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661">
            <a:extLst xmlns:a="http://schemas.openxmlformats.org/drawingml/2006/main">
              <a:ext uri="{FF2B5EF4-FFF2-40B4-BE49-F238E27FC236}">
                <a16:creationId xmlns:a16="http://schemas.microsoft.com/office/drawing/2014/main" id="{C09EEB4C-83FE-47FE-9AE1-2B3F18C227C7}"/>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662">
            <a:extLst xmlns:a="http://schemas.openxmlformats.org/drawingml/2006/main">
              <a:ext uri="{FF2B5EF4-FFF2-40B4-BE49-F238E27FC236}">
                <a16:creationId xmlns:a16="http://schemas.microsoft.com/office/drawing/2014/main" id="{0DD0B5AE-DA95-4FC7-8F4D-D4C6A493D594}"/>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663">
            <a:extLst xmlns:a="http://schemas.openxmlformats.org/drawingml/2006/main">
              <a:ext uri="{FF2B5EF4-FFF2-40B4-BE49-F238E27FC236}">
                <a16:creationId xmlns:a16="http://schemas.microsoft.com/office/drawing/2014/main" id="{DB2107D6-41AB-4843-9D2A-23BE6F2AD9BB}"/>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664">
            <a:extLst xmlns:a="http://schemas.openxmlformats.org/drawingml/2006/main">
              <a:ext uri="{FF2B5EF4-FFF2-40B4-BE49-F238E27FC236}">
                <a16:creationId xmlns:a16="http://schemas.microsoft.com/office/drawing/2014/main" id="{C7D0A2D8-80C4-4A5C-AE1D-260103644CB8}"/>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15" name="figure-665">
            <a:extLst xmlns:a="http://schemas.openxmlformats.org/drawingml/2006/main">
              <a:ext uri="{FF2B5EF4-FFF2-40B4-BE49-F238E27FC236}">
                <a16:creationId xmlns:a16="http://schemas.microsoft.com/office/drawing/2014/main" id="{05208D50-E176-4A18-963F-6662956F1CB8}"/>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6" name="figure-666">
            <a:extLst xmlns:a="http://schemas.openxmlformats.org/drawingml/2006/main">
              <a:ext uri="{FF2B5EF4-FFF2-40B4-BE49-F238E27FC236}">
                <a16:creationId xmlns:a16="http://schemas.microsoft.com/office/drawing/2014/main" id="{EE616FB5-2159-4C3D-91BA-E9C5F428BF1A}"/>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7" name="figure-667">
            <a:extLst xmlns:a="http://schemas.openxmlformats.org/drawingml/2006/main">
              <a:ext uri="{FF2B5EF4-FFF2-40B4-BE49-F238E27FC236}">
                <a16:creationId xmlns:a16="http://schemas.microsoft.com/office/drawing/2014/main" id="{7D15EDF9-8577-4A0B-9AEF-5146D72C57FC}"/>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8" name="figure-668">
            <a:extLst xmlns:a="http://schemas.openxmlformats.org/drawingml/2006/main">
              <a:ext uri="{FF2B5EF4-FFF2-40B4-BE49-F238E27FC236}">
                <a16:creationId xmlns:a16="http://schemas.microsoft.com/office/drawing/2014/main" id="{7048952F-C2BA-4F00-BE65-5117192CB53C}"/>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19" name="figure-669">
            <a:extLst xmlns:a="http://schemas.openxmlformats.org/drawingml/2006/main">
              <a:ext uri="{FF2B5EF4-FFF2-40B4-BE49-F238E27FC236}">
                <a16:creationId xmlns:a16="http://schemas.microsoft.com/office/drawing/2014/main" id="{4DFC6CB0-6942-4AEA-83AA-A58C971B9D4F}"/>
              </a:ext>
            </a:extLst>
          </p:cNvPr>
          <p:cNvSpPr>
            <a:spLocks xmlns:a="http://schemas.openxmlformats.org/drawingml/2006/main" noGrp="1"/>
          </p:cNvSpPr>
          <p:nvPr/>
        </p:nvSpPr>
        <p:spPr>
          <a:xfrm xmlns:a="http://schemas.openxmlformats.org/drawingml/2006/main">
            <a:off x="3648075" y="21431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지금</a:t>
            </a:r>
          </a:p>
        </p:txBody>
      </p:sp>
      <p:sp>
        <p:nvSpPr>
          <p:cNvPr id="20" name="figure-670">
            <a:extLst xmlns:a="http://schemas.openxmlformats.org/drawingml/2006/main">
              <a:ext uri="{FF2B5EF4-FFF2-40B4-BE49-F238E27FC236}">
                <a16:creationId xmlns:a16="http://schemas.microsoft.com/office/drawing/2014/main" id="{107FC76C-75A7-45C6-BE6C-4EDCC616E679}"/>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1" name="figure-671">
            <a:extLst xmlns:a="http://schemas.openxmlformats.org/drawingml/2006/main">
              <a:ext uri="{FF2B5EF4-FFF2-40B4-BE49-F238E27FC236}">
                <a16:creationId xmlns:a16="http://schemas.microsoft.com/office/drawing/2014/main" id="{BC4981AB-BD39-4656-9D4B-BE7B8CBE8940}"/>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2" name="figure-672">
            <a:extLst xmlns:a="http://schemas.openxmlformats.org/drawingml/2006/main">
              <a:ext uri="{FF2B5EF4-FFF2-40B4-BE49-F238E27FC236}">
                <a16:creationId xmlns:a16="http://schemas.microsoft.com/office/drawing/2014/main" id="{88CEEC94-CF45-434C-830B-CFA774DC62F0}"/>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3" name="figure-673">
            <a:extLst xmlns:a="http://schemas.openxmlformats.org/drawingml/2006/main">
              <a:ext uri="{FF2B5EF4-FFF2-40B4-BE49-F238E27FC236}">
                <a16:creationId xmlns:a16="http://schemas.microsoft.com/office/drawing/2014/main" id="{560254CC-9859-49EF-BB1A-6F934BB2F488}"/>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4" name="figure-674">
            <a:extLst xmlns:a="http://schemas.openxmlformats.org/drawingml/2006/main">
              <a:ext uri="{FF2B5EF4-FFF2-40B4-BE49-F238E27FC236}">
                <a16:creationId xmlns:a16="http://schemas.microsoft.com/office/drawing/2014/main" id="{BABC5898-ABFD-4104-85E4-345442C7958C}"/>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5" name="figure-675">
            <a:extLst xmlns:a="http://schemas.openxmlformats.org/drawingml/2006/main">
              <a:ext uri="{FF2B5EF4-FFF2-40B4-BE49-F238E27FC236}">
                <a16:creationId xmlns:a16="http://schemas.microsoft.com/office/drawing/2014/main" id="{F9007493-FC71-4FA0-9ED4-6FA85178E62E}"/>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6" name="figure-676">
            <a:extLst xmlns:a="http://schemas.openxmlformats.org/drawingml/2006/main">
              <a:ext uri="{FF2B5EF4-FFF2-40B4-BE49-F238E27FC236}">
                <a16:creationId xmlns:a16="http://schemas.microsoft.com/office/drawing/2014/main" id="{68216320-BD4D-415B-BF7E-8E796BCF0419}"/>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7" name="figure-677">
            <a:extLst xmlns:a="http://schemas.openxmlformats.org/drawingml/2006/main">
              <a:ext uri="{FF2B5EF4-FFF2-40B4-BE49-F238E27FC236}">
                <a16:creationId xmlns:a16="http://schemas.microsoft.com/office/drawing/2014/main" id="{36EAC2ED-E22E-4F8B-ACB8-54B66EE808B4}"/>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8" name="figure-678">
            <a:extLst xmlns:a="http://schemas.openxmlformats.org/drawingml/2006/main">
              <a:ext uri="{FF2B5EF4-FFF2-40B4-BE49-F238E27FC236}">
                <a16:creationId xmlns:a16="http://schemas.microsoft.com/office/drawing/2014/main" id="{8D3251E3-E8CD-4091-A5B0-07DD7C4B5A08}"/>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9" name="figure-679">
            <a:extLst xmlns:a="http://schemas.openxmlformats.org/drawingml/2006/main">
              <a:ext uri="{FF2B5EF4-FFF2-40B4-BE49-F238E27FC236}">
                <a16:creationId xmlns:a16="http://schemas.microsoft.com/office/drawing/2014/main" id="{5B377F9D-6B38-46D8-BDA1-9483674884CA}"/>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0" name="figure-680">
            <a:extLst xmlns:a="http://schemas.openxmlformats.org/drawingml/2006/main">
              <a:ext uri="{FF2B5EF4-FFF2-40B4-BE49-F238E27FC236}">
                <a16:creationId xmlns:a16="http://schemas.microsoft.com/office/drawing/2014/main" id="{618AFDD7-2ADB-43BA-9E2B-7A64F5FC63E7}"/>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1" name="figure-681">
            <a:extLst xmlns:a="http://schemas.openxmlformats.org/drawingml/2006/main">
              <a:ext uri="{FF2B5EF4-FFF2-40B4-BE49-F238E27FC236}">
                <a16:creationId xmlns:a16="http://schemas.microsoft.com/office/drawing/2014/main" id="{9DA55D4D-D865-4C54-B709-C320F93B98D5}"/>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682">
            <a:extLst xmlns:a="http://schemas.openxmlformats.org/drawingml/2006/main">
              <a:ext uri="{FF2B5EF4-FFF2-40B4-BE49-F238E27FC236}">
                <a16:creationId xmlns:a16="http://schemas.microsoft.com/office/drawing/2014/main" id="{DF1979E8-C6C0-41D7-92D8-48E9E8EA2161}"/>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683">
            <a:extLst xmlns:a="http://schemas.openxmlformats.org/drawingml/2006/main">
              <a:ext uri="{FF2B5EF4-FFF2-40B4-BE49-F238E27FC236}">
                <a16:creationId xmlns:a16="http://schemas.microsoft.com/office/drawing/2014/main" id="{E7C1D851-6821-4026-9C95-440DC1ACBB63}"/>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4" name="figure-684">
            <a:extLst xmlns:a="http://schemas.openxmlformats.org/drawingml/2006/main">
              <a:ext uri="{FF2B5EF4-FFF2-40B4-BE49-F238E27FC236}">
                <a16:creationId xmlns:a16="http://schemas.microsoft.com/office/drawing/2014/main" id="{C09F48B8-A81D-4351-80DA-0DFFE0F951B0}"/>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35" name="figure-685">
            <a:extLst xmlns:a="http://schemas.openxmlformats.org/drawingml/2006/main">
              <a:ext uri="{FF2B5EF4-FFF2-40B4-BE49-F238E27FC236}">
                <a16:creationId xmlns:a16="http://schemas.microsoft.com/office/drawing/2014/main" id="{AE1ABAEA-EDA9-49A0-933B-F1A5C0277C86}"/>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36" name="figure-686">
            <a:extLst xmlns:a="http://schemas.openxmlformats.org/drawingml/2006/main">
              <a:ext uri="{FF2B5EF4-FFF2-40B4-BE49-F238E27FC236}">
                <a16:creationId xmlns:a16="http://schemas.microsoft.com/office/drawing/2014/main" id="{0C6BB5F7-FC7D-42F9-B3A3-CC0B91E55BDB}"/>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7" name="figure-687">
            <a:extLst xmlns:a="http://schemas.openxmlformats.org/drawingml/2006/main">
              <a:ext uri="{FF2B5EF4-FFF2-40B4-BE49-F238E27FC236}">
                <a16:creationId xmlns:a16="http://schemas.microsoft.com/office/drawing/2014/main" id="{6134D22E-0C6E-42C3-9FFB-B527AB8029AA}"/>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8" name="figure-688">
            <a:extLst xmlns:a="http://schemas.openxmlformats.org/drawingml/2006/main">
              <a:ext uri="{FF2B5EF4-FFF2-40B4-BE49-F238E27FC236}">
                <a16:creationId xmlns:a16="http://schemas.microsoft.com/office/drawing/2014/main" id="{6715D17D-C317-40DF-ACBD-D18FB0E883FF}"/>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689">
            <a:extLst xmlns:a="http://schemas.openxmlformats.org/drawingml/2006/main">
              <a:ext uri="{FF2B5EF4-FFF2-40B4-BE49-F238E27FC236}">
                <a16:creationId xmlns:a16="http://schemas.microsoft.com/office/drawing/2014/main" id="{883248A5-4A8B-450E-A0B1-A2DBE26EF370}"/>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690">
            <a:extLst xmlns:a="http://schemas.openxmlformats.org/drawingml/2006/main">
              <a:ext uri="{FF2B5EF4-FFF2-40B4-BE49-F238E27FC236}">
                <a16:creationId xmlns:a16="http://schemas.microsoft.com/office/drawing/2014/main" id="{1A1878C2-6AAC-4F07-90FA-310298E99868}"/>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1" name="figure-691">
            <a:extLst xmlns:a="http://schemas.openxmlformats.org/drawingml/2006/main">
              <a:ext uri="{FF2B5EF4-FFF2-40B4-BE49-F238E27FC236}">
                <a16:creationId xmlns:a16="http://schemas.microsoft.com/office/drawing/2014/main" id="{7B7D12D1-3B7D-4DB1-999E-455F8C18B6FA}"/>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2" name="figure-692">
            <a:extLst xmlns:a="http://schemas.openxmlformats.org/drawingml/2006/main">
              <a:ext uri="{FF2B5EF4-FFF2-40B4-BE49-F238E27FC236}">
                <a16:creationId xmlns:a16="http://schemas.microsoft.com/office/drawing/2014/main" id="{E8201C02-B959-422F-B48E-8FAB39A70989}"/>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693">
            <a:extLst xmlns:a="http://schemas.openxmlformats.org/drawingml/2006/main">
              <a:ext uri="{FF2B5EF4-FFF2-40B4-BE49-F238E27FC236}">
                <a16:creationId xmlns:a16="http://schemas.microsoft.com/office/drawing/2014/main" id="{C37DDD9B-879E-4307-8F03-575A646DBEFA}"/>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694">
            <a:extLst xmlns:a="http://schemas.openxmlformats.org/drawingml/2006/main">
              <a:ext uri="{FF2B5EF4-FFF2-40B4-BE49-F238E27FC236}">
                <a16:creationId xmlns:a16="http://schemas.microsoft.com/office/drawing/2014/main" id="{1ED1FAEE-A572-4821-9053-9F1251DD49C8}"/>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695">
            <a:extLst xmlns:a="http://schemas.openxmlformats.org/drawingml/2006/main">
              <a:ext uri="{FF2B5EF4-FFF2-40B4-BE49-F238E27FC236}">
                <a16:creationId xmlns:a16="http://schemas.microsoft.com/office/drawing/2014/main" id="{CE3B6952-A875-442D-A3E9-B4901BEBAA01}"/>
              </a:ext>
            </a:extLst>
          </p:cNvPr>
          <p:cNvSpPr>
            <a:spLocks xmlns:a="http://schemas.openxmlformats.org/drawingml/2006/main" noGrp="1"/>
          </p:cNvSpPr>
          <p:nvPr/>
        </p:nvSpPr>
        <p:spPr>
          <a:xfrm xmlns:a="http://schemas.openxmlformats.org/drawingml/2006/main">
            <a:off x="5048250" y="2200275"/>
            <a:ext cx="6534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이어서 꺼낸 칸</a:t>
            </a:r>
          </a:p>
        </p:txBody>
      </p:sp>
      <p:sp>
        <p:nvSpPr>
          <p:cNvPr id="46" name="figure-696">
            <a:extLst xmlns:a="http://schemas.openxmlformats.org/drawingml/2006/main">
              <a:ext uri="{FF2B5EF4-FFF2-40B4-BE49-F238E27FC236}">
                <a16:creationId xmlns:a16="http://schemas.microsoft.com/office/drawing/2014/main" id="{9CE2C1A5-8BA4-416D-B441-57F4F37D5B59}"/>
              </a:ext>
            </a:extLst>
          </p:cNvPr>
          <p:cNvSpPr>
            <a:spLocks xmlns:a="http://schemas.openxmlformats.org/drawingml/2006/main" noGrp="1"/>
          </p:cNvSpPr>
          <p:nvPr/>
        </p:nvSpPr>
        <p:spPr>
          <a:xfrm xmlns:a="http://schemas.openxmlformats.org/drawingml/2006/main">
            <a:off x="5048250" y="2895600"/>
            <a:ext cx="65341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51515"/>
                </a:solidFill>
                <a:latin typeface="Malgun Gothic"/>
                <a:ea typeface="Malgun Gothic"/>
                <a:cs typeface="Malgun Gothic"/>
              </a:defRPr>
            </a:pPr>
            <a:r>
              <a:rPr sz="2550" b="0">
                <a:solidFill>
                  <a:srgbClr val="151515"/>
                </a:solidFill>
                <a:latin typeface="Malgun Gothic"/>
                <a:ea typeface="Malgun Gothic"/>
                <a:cs typeface="Malgun Gothic"/>
              </a:rPr>
              <a:t>(1,0) → (2,0)</a:t>
            </a:r>
          </a:p>
          <a:p xmlns:a="http://schemas.openxmlformats.org/drawingml/2006/main">
            <a:pPr algn="l">
              <a:defRPr sz="2550" b="0">
                <a:solidFill>
                  <a:srgbClr val="151515"/>
                </a:solidFill>
                <a:latin typeface="Malgun Gothic"/>
                <a:ea typeface="Malgun Gothic"/>
                <a:cs typeface="Malgun Gothic"/>
              </a:defRPr>
            </a:pPr>
            <a:r>
              <a:rPr sz="2550" b="0">
                <a:solidFill>
                  <a:srgbClr val="151515"/>
                </a:solidFill>
                <a:latin typeface="Malgun Gothic"/>
                <a:ea typeface="Malgun Gothic"/>
                <a:cs typeface="Malgun Gothic"/>
              </a:rPr>
              <a:t>→ (3,0) → (4,0)</a:t>
            </a:r>
          </a:p>
        </p:txBody>
      </p:sp>
      <p:sp>
        <p:nvSpPr>
          <p:cNvPr id="47" name="figure-697">
            <a:extLst xmlns:a="http://schemas.openxmlformats.org/drawingml/2006/main">
              <a:ext uri="{FF2B5EF4-FFF2-40B4-BE49-F238E27FC236}">
                <a16:creationId xmlns:a16="http://schemas.microsoft.com/office/drawing/2014/main" id="{84A7885D-4C53-4CB1-B64C-3DAC443A44EE}"/>
              </a:ext>
            </a:extLst>
          </p:cNvPr>
          <p:cNvSpPr>
            <a:spLocks xmlns:a="http://schemas.openxmlformats.org/drawingml/2006/main" noGrp="1"/>
          </p:cNvSpPr>
          <p:nvPr/>
        </p:nvSpPr>
        <p:spPr>
          <a:xfrm xmlns:a="http://schemas.openxmlformats.org/drawingml/2006/main">
            <a:off x="5048250" y="4429125"/>
            <a:ext cx="65341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점수는 모두 8</a:t>
            </a:r>
          </a:p>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남을 예상은 5, 4, 3, 2</a:t>
            </a:r>
          </a:p>
        </p:txBody>
      </p:sp>
      <p:sp>
        <p:nvSpPr>
          <p:cNvPr id="48" name="figure-698">
            <a:extLst xmlns:a="http://schemas.openxmlformats.org/drawingml/2006/main">
              <a:ext uri="{FF2B5EF4-FFF2-40B4-BE49-F238E27FC236}">
                <a16:creationId xmlns:a16="http://schemas.microsoft.com/office/drawing/2014/main" id="{5C592C7E-E4E7-476E-902F-65748212FF66}"/>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벽 밖으로 나왔어도, 다른 후보들은 목록에 남아 있다</a:t>
            </a:r>
          </a:p>
        </p:txBody>
      </p:sp>
    </p:spTree>
    <p:extLst>
      <p:ext uri="{BB962C8B-B14F-4D97-AF65-F5344CB8AC3E}">
        <p14:creationId xmlns:p14="http://schemas.microsoft.com/office/powerpoint/2010/main" val="15443837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figure-699">
            <a:extLst xmlns:a="http://schemas.openxmlformats.org/drawingml/2006/main">
              <a:ext uri="{FF2B5EF4-FFF2-40B4-BE49-F238E27FC236}">
                <a16:creationId xmlns:a16="http://schemas.microsoft.com/office/drawing/2014/main" id="{03A161BF-E320-418E-BD79-DD5307DEE822}"/>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목표를 찾은 뒤, 목표를 후보에서 꺼낸다</a:t>
            </a:r>
          </a:p>
        </p:txBody>
      </p:sp>
      <p:sp>
        <p:nvSpPr>
          <p:cNvPr id="2" name="figure-700">
            <a:extLst xmlns:a="http://schemas.openxmlformats.org/drawingml/2006/main">
              <a:ext uri="{FF2B5EF4-FFF2-40B4-BE49-F238E27FC236}">
                <a16:creationId xmlns:a16="http://schemas.microsoft.com/office/drawing/2014/main" id="{D039B5DE-A450-404D-BB58-79623B6F486C}"/>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오늘의 종료 약속은 “목표를 꺼냈을 때”다</a:t>
            </a:r>
          </a:p>
        </p:txBody>
      </p:sp>
      <p:sp>
        <p:nvSpPr>
          <p:cNvPr id="3" name="figure-701">
            <a:extLst xmlns:a="http://schemas.openxmlformats.org/drawingml/2006/main">
              <a:ext uri="{FF2B5EF4-FFF2-40B4-BE49-F238E27FC236}">
                <a16:creationId xmlns:a16="http://schemas.microsoft.com/office/drawing/2014/main" id="{ADBD213B-7F0F-4D49-B995-25092CB1254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23</a:t>
            </a:r>
          </a:p>
        </p:txBody>
      </p:sp>
      <p:sp>
        <p:nvSpPr>
          <p:cNvPr id="4" name="figure-702">
            <a:extLst xmlns:a="http://schemas.openxmlformats.org/drawingml/2006/main">
              <a:ext uri="{FF2B5EF4-FFF2-40B4-BE49-F238E27FC236}">
                <a16:creationId xmlns:a16="http://schemas.microsoft.com/office/drawing/2014/main" id="{AB145FAF-23E5-49C4-93A7-320C78C43EA6}"/>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703">
            <a:extLst xmlns:a="http://schemas.openxmlformats.org/drawingml/2006/main">
              <a:ext uri="{FF2B5EF4-FFF2-40B4-BE49-F238E27FC236}">
                <a16:creationId xmlns:a16="http://schemas.microsoft.com/office/drawing/2014/main" id="{5B1FA36A-EF6F-4DED-BFFC-1BF0EFD56C13}"/>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704">
            <a:extLst xmlns:a="http://schemas.openxmlformats.org/drawingml/2006/main">
              <a:ext uri="{FF2B5EF4-FFF2-40B4-BE49-F238E27FC236}">
                <a16:creationId xmlns:a16="http://schemas.microsoft.com/office/drawing/2014/main" id="{04AE43CA-FACF-48E7-9C4A-EB039DEFDCEE}"/>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705">
            <a:extLst xmlns:a="http://schemas.openxmlformats.org/drawingml/2006/main">
              <a:ext uri="{FF2B5EF4-FFF2-40B4-BE49-F238E27FC236}">
                <a16:creationId xmlns:a16="http://schemas.microsoft.com/office/drawing/2014/main" id="{7DBD5EC2-083D-4B3C-8DA6-7ECE285496D1}"/>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706">
            <a:extLst xmlns:a="http://schemas.openxmlformats.org/drawingml/2006/main">
              <a:ext uri="{FF2B5EF4-FFF2-40B4-BE49-F238E27FC236}">
                <a16:creationId xmlns:a16="http://schemas.microsoft.com/office/drawing/2014/main" id="{5CC598F9-C3E9-4390-BB96-2AEC894BBC2F}"/>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707">
            <a:extLst xmlns:a="http://schemas.openxmlformats.org/drawingml/2006/main">
              <a:ext uri="{FF2B5EF4-FFF2-40B4-BE49-F238E27FC236}">
                <a16:creationId xmlns:a16="http://schemas.microsoft.com/office/drawing/2014/main" id="{EE63222B-CC3A-4A07-8121-BEF2D8792DA6}"/>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708">
            <a:extLst xmlns:a="http://schemas.openxmlformats.org/drawingml/2006/main">
              <a:ext uri="{FF2B5EF4-FFF2-40B4-BE49-F238E27FC236}">
                <a16:creationId xmlns:a16="http://schemas.microsoft.com/office/drawing/2014/main" id="{CF897C5D-3CBD-4E05-9025-438F1A39EA96}"/>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709">
            <a:extLst xmlns:a="http://schemas.openxmlformats.org/drawingml/2006/main">
              <a:ext uri="{FF2B5EF4-FFF2-40B4-BE49-F238E27FC236}">
                <a16:creationId xmlns:a16="http://schemas.microsoft.com/office/drawing/2014/main" id="{646A4818-825D-493B-A686-7D89D139223C}"/>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710">
            <a:extLst xmlns:a="http://schemas.openxmlformats.org/drawingml/2006/main">
              <a:ext uri="{FF2B5EF4-FFF2-40B4-BE49-F238E27FC236}">
                <a16:creationId xmlns:a16="http://schemas.microsoft.com/office/drawing/2014/main" id="{7098548B-9EC6-49B9-BD64-8B27307B8A35}"/>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711">
            <a:extLst xmlns:a="http://schemas.openxmlformats.org/drawingml/2006/main">
              <a:ext uri="{FF2B5EF4-FFF2-40B4-BE49-F238E27FC236}">
                <a16:creationId xmlns:a16="http://schemas.microsoft.com/office/drawing/2014/main" id="{D7A51289-2C0B-4E48-90E8-383985C9DAB4}"/>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712">
            <a:extLst xmlns:a="http://schemas.openxmlformats.org/drawingml/2006/main">
              <a:ext uri="{FF2B5EF4-FFF2-40B4-BE49-F238E27FC236}">
                <a16:creationId xmlns:a16="http://schemas.microsoft.com/office/drawing/2014/main" id="{9EE9C43F-4DD0-4421-9B28-70FDF463A9F2}"/>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15" name="figure-713">
            <a:extLst xmlns:a="http://schemas.openxmlformats.org/drawingml/2006/main">
              <a:ext uri="{FF2B5EF4-FFF2-40B4-BE49-F238E27FC236}">
                <a16:creationId xmlns:a16="http://schemas.microsoft.com/office/drawing/2014/main" id="{62A0166B-1A0C-43E3-9A37-95B6F1CEF294}"/>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6" name="figure-714">
            <a:extLst xmlns:a="http://schemas.openxmlformats.org/drawingml/2006/main">
              <a:ext uri="{FF2B5EF4-FFF2-40B4-BE49-F238E27FC236}">
                <a16:creationId xmlns:a16="http://schemas.microsoft.com/office/drawing/2014/main" id="{C69CC1A3-D2F2-4D9D-981C-5673368F48F5}"/>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7" name="figure-715">
            <a:extLst xmlns:a="http://schemas.openxmlformats.org/drawingml/2006/main">
              <a:ext uri="{FF2B5EF4-FFF2-40B4-BE49-F238E27FC236}">
                <a16:creationId xmlns:a16="http://schemas.microsoft.com/office/drawing/2014/main" id="{650EDCEB-CB82-4EAC-BA32-EA9BCCF30BDB}"/>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8" name="figure-716">
            <a:extLst xmlns:a="http://schemas.openxmlformats.org/drawingml/2006/main">
              <a:ext uri="{FF2B5EF4-FFF2-40B4-BE49-F238E27FC236}">
                <a16:creationId xmlns:a16="http://schemas.microsoft.com/office/drawing/2014/main" id="{5AC97699-36A2-4D87-AE46-AE816B00213C}"/>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19" name="figure-717">
            <a:extLst xmlns:a="http://schemas.openxmlformats.org/drawingml/2006/main">
              <a:ext uri="{FF2B5EF4-FFF2-40B4-BE49-F238E27FC236}">
                <a16:creationId xmlns:a16="http://schemas.microsoft.com/office/drawing/2014/main" id="{ED43CD70-DAF1-4CB1-86F2-2C48599EEA86}"/>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0" name="figure-718">
            <a:extLst xmlns:a="http://schemas.openxmlformats.org/drawingml/2006/main">
              <a:ext uri="{FF2B5EF4-FFF2-40B4-BE49-F238E27FC236}">
                <a16:creationId xmlns:a16="http://schemas.microsoft.com/office/drawing/2014/main" id="{36EA6B70-D2C3-4E32-80B9-EAA9CD801277}"/>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1" name="figure-719">
            <a:extLst xmlns:a="http://schemas.openxmlformats.org/drawingml/2006/main">
              <a:ext uri="{FF2B5EF4-FFF2-40B4-BE49-F238E27FC236}">
                <a16:creationId xmlns:a16="http://schemas.microsoft.com/office/drawing/2014/main" id="{D104ACF0-47D9-40A1-97AB-8F23E6B04486}"/>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720">
            <a:extLst xmlns:a="http://schemas.openxmlformats.org/drawingml/2006/main">
              <a:ext uri="{FF2B5EF4-FFF2-40B4-BE49-F238E27FC236}">
                <a16:creationId xmlns:a16="http://schemas.microsoft.com/office/drawing/2014/main" id="{18CFA0FC-C83B-41FB-B804-2856E664519C}"/>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721">
            <a:extLst xmlns:a="http://schemas.openxmlformats.org/drawingml/2006/main">
              <a:ext uri="{FF2B5EF4-FFF2-40B4-BE49-F238E27FC236}">
                <a16:creationId xmlns:a16="http://schemas.microsoft.com/office/drawing/2014/main" id="{E8C60655-4F36-4AB8-8DEC-EEFFEA2D2C3F}"/>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24" name="figure-722">
            <a:extLst xmlns:a="http://schemas.openxmlformats.org/drawingml/2006/main">
              <a:ext uri="{FF2B5EF4-FFF2-40B4-BE49-F238E27FC236}">
                <a16:creationId xmlns:a16="http://schemas.microsoft.com/office/drawing/2014/main" id="{92A2A4D5-0315-4E70-B8F0-571BD14E9480}"/>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5" name="figure-723">
            <a:extLst xmlns:a="http://schemas.openxmlformats.org/drawingml/2006/main">
              <a:ext uri="{FF2B5EF4-FFF2-40B4-BE49-F238E27FC236}">
                <a16:creationId xmlns:a16="http://schemas.microsoft.com/office/drawing/2014/main" id="{083116E9-E0E5-435C-A0BC-D0880A4DC44D}"/>
              </a:ext>
            </a:extLst>
          </p:cNvPr>
          <p:cNvSpPr>
            <a:spLocks xmlns:a="http://schemas.openxmlformats.org/drawingml/2006/main" noGrp="1"/>
          </p:cNvSpPr>
          <p:nvPr/>
        </p:nvSpPr>
        <p:spPr>
          <a:xfrm xmlns:a="http://schemas.openxmlformats.org/drawingml/2006/main">
            <a:off x="36480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지금</a:t>
            </a:r>
          </a:p>
        </p:txBody>
      </p:sp>
      <p:sp>
        <p:nvSpPr>
          <p:cNvPr id="26" name="figure-724">
            <a:extLst xmlns:a="http://schemas.openxmlformats.org/drawingml/2006/main">
              <a:ext uri="{FF2B5EF4-FFF2-40B4-BE49-F238E27FC236}">
                <a16:creationId xmlns:a16="http://schemas.microsoft.com/office/drawing/2014/main" id="{A51D17E3-FC0D-4893-8B7C-6EA386A18168}"/>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7" name="figure-725">
            <a:extLst xmlns:a="http://schemas.openxmlformats.org/drawingml/2006/main">
              <a:ext uri="{FF2B5EF4-FFF2-40B4-BE49-F238E27FC236}">
                <a16:creationId xmlns:a16="http://schemas.microsoft.com/office/drawing/2014/main" id="{427E79A2-FFF8-4DE9-9E0F-14068C9BEA46}"/>
              </a:ext>
            </a:extLst>
          </p:cNvPr>
          <p:cNvSpPr>
            <a:spLocks xmlns:a="http://schemas.openxmlformats.org/drawingml/2006/main" noGrp="1"/>
          </p:cNvSpPr>
          <p:nvPr/>
        </p:nvSpPr>
        <p:spPr>
          <a:xfrm xmlns:a="http://schemas.openxmlformats.org/drawingml/2006/main">
            <a:off x="9048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28" name="figure-726">
            <a:extLst xmlns:a="http://schemas.openxmlformats.org/drawingml/2006/main">
              <a:ext uri="{FF2B5EF4-FFF2-40B4-BE49-F238E27FC236}">
                <a16:creationId xmlns:a16="http://schemas.microsoft.com/office/drawing/2014/main" id="{C567105E-C7D2-4903-90DB-69A921FF16F7}"/>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29" name="figure-727">
            <a:extLst xmlns:a="http://schemas.openxmlformats.org/drawingml/2006/main">
              <a:ext uri="{FF2B5EF4-FFF2-40B4-BE49-F238E27FC236}">
                <a16:creationId xmlns:a16="http://schemas.microsoft.com/office/drawing/2014/main" id="{7172DF6B-66E6-4F2F-878D-FE2D9E565A2C}"/>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0" name="figure-728">
            <a:extLst xmlns:a="http://schemas.openxmlformats.org/drawingml/2006/main">
              <a:ext uri="{FF2B5EF4-FFF2-40B4-BE49-F238E27FC236}">
                <a16:creationId xmlns:a16="http://schemas.microsoft.com/office/drawing/2014/main" id="{7C6D93F3-D0BF-4466-BE2C-3561E80EC3B5}"/>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1" name="figure-729">
            <a:extLst xmlns:a="http://schemas.openxmlformats.org/drawingml/2006/main">
              <a:ext uri="{FF2B5EF4-FFF2-40B4-BE49-F238E27FC236}">
                <a16:creationId xmlns:a16="http://schemas.microsoft.com/office/drawing/2014/main" id="{404887F0-81EB-4437-A2A9-5EC777FFB3C2}"/>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730">
            <a:extLst xmlns:a="http://schemas.openxmlformats.org/drawingml/2006/main">
              <a:ext uri="{FF2B5EF4-FFF2-40B4-BE49-F238E27FC236}">
                <a16:creationId xmlns:a16="http://schemas.microsoft.com/office/drawing/2014/main" id="{7182FED9-E65C-4B2F-B250-8ED0F742E336}"/>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33" name="figure-731">
            <a:extLst xmlns:a="http://schemas.openxmlformats.org/drawingml/2006/main">
              <a:ext uri="{FF2B5EF4-FFF2-40B4-BE49-F238E27FC236}">
                <a16:creationId xmlns:a16="http://schemas.microsoft.com/office/drawing/2014/main" id="{84ED13AD-E43A-4C95-B267-D150F358D281}"/>
              </a:ext>
            </a:extLst>
          </p:cNvPr>
          <p:cNvSpPr>
            <a:spLocks xmlns:a="http://schemas.openxmlformats.org/drawingml/2006/main" noGrp="1"/>
          </p:cNvSpPr>
          <p:nvPr/>
        </p:nvSpPr>
        <p:spPr>
          <a:xfrm xmlns:a="http://schemas.openxmlformats.org/drawingml/2006/main">
            <a:off x="36480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34" name="figure-732">
            <a:extLst xmlns:a="http://schemas.openxmlformats.org/drawingml/2006/main">
              <a:ext uri="{FF2B5EF4-FFF2-40B4-BE49-F238E27FC236}">
                <a16:creationId xmlns:a16="http://schemas.microsoft.com/office/drawing/2014/main" id="{2D56436E-5EB8-4286-B7F3-B74A68B129E0}"/>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35" name="figure-733">
            <a:extLst xmlns:a="http://schemas.openxmlformats.org/drawingml/2006/main">
              <a:ext uri="{FF2B5EF4-FFF2-40B4-BE49-F238E27FC236}">
                <a16:creationId xmlns:a16="http://schemas.microsoft.com/office/drawing/2014/main" id="{12A8C007-A6A7-4C73-9025-8F2F3DCCA23E}"/>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4F4F4"/>
          </a:solidFill>
          <a:ln xmlns:a="http://schemas.openxmlformats.org/drawingml/2006/main" w="14288">
            <a:solidFill>
              <a:srgbClr val="151515"/>
            </a:solidFill>
          </a:ln>
        </p:spPr>
      </p:sp>
      <p:sp>
        <p:nvSpPr>
          <p:cNvPr id="36" name="figure-734">
            <a:extLst xmlns:a="http://schemas.openxmlformats.org/drawingml/2006/main">
              <a:ext uri="{FF2B5EF4-FFF2-40B4-BE49-F238E27FC236}">
                <a16:creationId xmlns:a16="http://schemas.microsoft.com/office/drawing/2014/main" id="{680AA5EB-6EEB-4E8B-AD51-FA218B41C3ED}"/>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7" name="figure-735">
            <a:extLst xmlns:a="http://schemas.openxmlformats.org/drawingml/2006/main">
              <a:ext uri="{FF2B5EF4-FFF2-40B4-BE49-F238E27FC236}">
                <a16:creationId xmlns:a16="http://schemas.microsoft.com/office/drawing/2014/main" id="{744B5AED-52DD-4B42-A6EF-D1236B40A1AE}"/>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8" name="figure-736">
            <a:extLst xmlns:a="http://schemas.openxmlformats.org/drawingml/2006/main">
              <a:ext uri="{FF2B5EF4-FFF2-40B4-BE49-F238E27FC236}">
                <a16:creationId xmlns:a16="http://schemas.microsoft.com/office/drawing/2014/main" id="{FE0CD471-10C5-4092-B1FB-394A3D20630C}"/>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737">
            <a:extLst xmlns:a="http://schemas.openxmlformats.org/drawingml/2006/main">
              <a:ext uri="{FF2B5EF4-FFF2-40B4-BE49-F238E27FC236}">
                <a16:creationId xmlns:a16="http://schemas.microsoft.com/office/drawing/2014/main" id="{944BD1E6-3AA8-490E-BA61-CFB64723BCE6}"/>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738">
            <a:extLst xmlns:a="http://schemas.openxmlformats.org/drawingml/2006/main">
              <a:ext uri="{FF2B5EF4-FFF2-40B4-BE49-F238E27FC236}">
                <a16:creationId xmlns:a16="http://schemas.microsoft.com/office/drawing/2014/main" id="{97DEB193-4AD3-4985-9982-FC67141C63BB}"/>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1" name="figure-739">
            <a:extLst xmlns:a="http://schemas.openxmlformats.org/drawingml/2006/main">
              <a:ext uri="{FF2B5EF4-FFF2-40B4-BE49-F238E27FC236}">
                <a16:creationId xmlns:a16="http://schemas.microsoft.com/office/drawing/2014/main" id="{6EC7AF19-EEDB-4729-AB22-5D66CB137285}"/>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EAEAEA"/>
          </a:solidFill>
          <a:ln xmlns:a="http://schemas.openxmlformats.org/drawingml/2006/main" w="14288">
            <a:solidFill>
              <a:srgbClr val="151515"/>
            </a:solidFill>
          </a:ln>
        </p:spPr>
      </p:sp>
      <p:sp>
        <p:nvSpPr>
          <p:cNvPr id="42" name="figure-740">
            <a:extLst xmlns:a="http://schemas.openxmlformats.org/drawingml/2006/main">
              <a:ext uri="{FF2B5EF4-FFF2-40B4-BE49-F238E27FC236}">
                <a16:creationId xmlns:a16="http://schemas.microsoft.com/office/drawing/2014/main" id="{22434E8B-6224-44B2-A502-E9E69B39C42D}"/>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3" name="figure-741">
            <a:extLst xmlns:a="http://schemas.openxmlformats.org/drawingml/2006/main">
              <a:ext uri="{FF2B5EF4-FFF2-40B4-BE49-F238E27FC236}">
                <a16:creationId xmlns:a16="http://schemas.microsoft.com/office/drawing/2014/main" id="{F9816BA0-FC47-4414-81EF-B1D8AA47D7B2}"/>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4" name="figure-742">
            <a:extLst xmlns:a="http://schemas.openxmlformats.org/drawingml/2006/main">
              <a:ext uri="{FF2B5EF4-FFF2-40B4-BE49-F238E27FC236}">
                <a16:creationId xmlns:a16="http://schemas.microsoft.com/office/drawing/2014/main" id="{99BE7174-FF83-4EDF-BF94-6B33B52001FA}"/>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5" name="figure-743">
            <a:extLst xmlns:a="http://schemas.openxmlformats.org/drawingml/2006/main">
              <a:ext uri="{FF2B5EF4-FFF2-40B4-BE49-F238E27FC236}">
                <a16:creationId xmlns:a16="http://schemas.microsoft.com/office/drawing/2014/main" id="{251A83FE-21A3-4966-9188-6E3FF810D3D5}"/>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① (4,1) 주변을 살펴본다</a:t>
            </a:r>
          </a:p>
        </p:txBody>
      </p:sp>
      <p:sp>
        <p:nvSpPr>
          <p:cNvPr id="46" name="figure-744">
            <a:extLst xmlns:a="http://schemas.openxmlformats.org/drawingml/2006/main">
              <a:ext uri="{FF2B5EF4-FFF2-40B4-BE49-F238E27FC236}">
                <a16:creationId xmlns:a16="http://schemas.microsoft.com/office/drawing/2014/main" id="{69C6E79B-C9F9-4A10-AF9F-5F68CF8F3257}"/>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② 목표를 후보로 넣는다</a:t>
            </a:r>
          </a:p>
        </p:txBody>
      </p:sp>
      <p:sp>
        <p:nvSpPr>
          <p:cNvPr id="47" name="figure-745">
            <a:extLst xmlns:a="http://schemas.openxmlformats.org/drawingml/2006/main">
              <a:ext uri="{FF2B5EF4-FFF2-40B4-BE49-F238E27FC236}">
                <a16:creationId xmlns:a16="http://schemas.microsoft.com/office/drawing/2014/main" id="{ABA4F931-C366-4643-A7A7-5C3A7B992EF5}"/>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③ 다음 차례에 목표를 꺼낸다</a:t>
            </a:r>
          </a:p>
        </p:txBody>
      </p:sp>
      <p:sp>
        <p:nvSpPr>
          <p:cNvPr id="48" name="figure-746">
            <a:extLst xmlns:a="http://schemas.openxmlformats.org/drawingml/2006/main">
              <a:ext uri="{FF2B5EF4-FFF2-40B4-BE49-F238E27FC236}">
                <a16:creationId xmlns:a16="http://schemas.microsoft.com/office/drawing/2014/main" id="{FBE4E5CB-CFA5-4976-81B6-249B5224F3CB}"/>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목표의 점수는 8 + 0 = 8</a:t>
            </a:r>
          </a:p>
        </p:txBody>
      </p:sp>
      <p:sp>
        <p:nvSpPr>
          <p:cNvPr id="49" name="figure-747">
            <a:extLst xmlns:a="http://schemas.openxmlformats.org/drawingml/2006/main">
              <a:ext uri="{FF2B5EF4-FFF2-40B4-BE49-F238E27FC236}">
                <a16:creationId xmlns:a16="http://schemas.microsoft.com/office/drawing/2014/main" id="{F8015186-D4AC-453A-8E43-2BA8DB4E120A}"/>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목표를 처음 발견한 순간과 목표를 꺼낸 순간을 구분한다</a:t>
            </a:r>
          </a:p>
        </p:txBody>
      </p:sp>
    </p:spTree>
    <p:extLst>
      <p:ext uri="{BB962C8B-B14F-4D97-AF65-F5344CB8AC3E}">
        <p14:creationId xmlns:p14="http://schemas.microsoft.com/office/powerpoint/2010/main" val="100827822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figure-748">
            <a:extLst xmlns:a="http://schemas.openxmlformats.org/drawingml/2006/main">
              <a:ext uri="{FF2B5EF4-FFF2-40B4-BE49-F238E27FC236}">
                <a16:creationId xmlns:a16="http://schemas.microsoft.com/office/drawing/2014/main" id="{AEF4008F-6B88-4771-9BA5-722C49D9E24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어디서 왔는지 거꾸로 읽는다</a:t>
            </a:r>
          </a:p>
        </p:txBody>
      </p:sp>
      <p:sp>
        <p:nvSpPr>
          <p:cNvPr id="2" name="figure-749">
            <a:extLst xmlns:a="http://schemas.openxmlformats.org/drawingml/2006/main">
              <a:ext uri="{FF2B5EF4-FFF2-40B4-BE49-F238E27FC236}">
                <a16:creationId xmlns:a16="http://schemas.microsoft.com/office/drawing/2014/main" id="{1B86B6A4-B4C7-42DE-B9CB-6CD90EF1F637}"/>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목표에서 출발까지 이전 칸을 찾아가면 길이 나온다</a:t>
            </a:r>
          </a:p>
        </p:txBody>
      </p:sp>
      <p:sp>
        <p:nvSpPr>
          <p:cNvPr id="3" name="figure-750">
            <a:extLst xmlns:a="http://schemas.openxmlformats.org/drawingml/2006/main">
              <a:ext uri="{FF2B5EF4-FFF2-40B4-BE49-F238E27FC236}">
                <a16:creationId xmlns:a16="http://schemas.microsoft.com/office/drawing/2014/main" id="{321572C0-D35B-44C5-B136-6575A968307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24</a:t>
            </a:r>
          </a:p>
        </p:txBody>
      </p:sp>
      <p:sp>
        <p:nvSpPr>
          <p:cNvPr id="4" name="figure-751">
            <a:extLst xmlns:a="http://schemas.openxmlformats.org/drawingml/2006/main">
              <a:ext uri="{FF2B5EF4-FFF2-40B4-BE49-F238E27FC236}">
                <a16:creationId xmlns:a16="http://schemas.microsoft.com/office/drawing/2014/main" id="{8327B017-0219-489D-92E1-BB18B9B61DF2}"/>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752">
            <a:extLst xmlns:a="http://schemas.openxmlformats.org/drawingml/2006/main">
              <a:ext uri="{FF2B5EF4-FFF2-40B4-BE49-F238E27FC236}">
                <a16:creationId xmlns:a16="http://schemas.microsoft.com/office/drawing/2014/main" id="{AF15F5BC-292B-4C59-BFFB-B8D64814C8D8}"/>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753">
            <a:extLst xmlns:a="http://schemas.openxmlformats.org/drawingml/2006/main">
              <a:ext uri="{FF2B5EF4-FFF2-40B4-BE49-F238E27FC236}">
                <a16:creationId xmlns:a16="http://schemas.microsoft.com/office/drawing/2014/main" id="{F7A522EF-062D-4950-9859-46AD890E73C6}"/>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754">
            <a:extLst xmlns:a="http://schemas.openxmlformats.org/drawingml/2006/main">
              <a:ext uri="{FF2B5EF4-FFF2-40B4-BE49-F238E27FC236}">
                <a16:creationId xmlns:a16="http://schemas.microsoft.com/office/drawing/2014/main" id="{5C12A2FE-6766-4BD5-B534-C64976FE7933}"/>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755">
            <a:extLst xmlns:a="http://schemas.openxmlformats.org/drawingml/2006/main">
              <a:ext uri="{FF2B5EF4-FFF2-40B4-BE49-F238E27FC236}">
                <a16:creationId xmlns:a16="http://schemas.microsoft.com/office/drawing/2014/main" id="{A8C2E81C-BD8F-4871-B0BC-F7874BD2C3CF}"/>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756">
            <a:extLst xmlns:a="http://schemas.openxmlformats.org/drawingml/2006/main">
              <a:ext uri="{FF2B5EF4-FFF2-40B4-BE49-F238E27FC236}">
                <a16:creationId xmlns:a16="http://schemas.microsoft.com/office/drawing/2014/main" id="{20EF5326-C043-447F-A0B5-886F89DB77B5}"/>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757">
            <a:extLst xmlns:a="http://schemas.openxmlformats.org/drawingml/2006/main">
              <a:ext uri="{FF2B5EF4-FFF2-40B4-BE49-F238E27FC236}">
                <a16:creationId xmlns:a16="http://schemas.microsoft.com/office/drawing/2014/main" id="{F1657EC5-31DF-41C2-A088-776580B58EA3}"/>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758">
            <a:extLst xmlns:a="http://schemas.openxmlformats.org/drawingml/2006/main">
              <a:ext uri="{FF2B5EF4-FFF2-40B4-BE49-F238E27FC236}">
                <a16:creationId xmlns:a16="http://schemas.microsoft.com/office/drawing/2014/main" id="{74CF9DDB-AEA4-4A1B-91BD-904F8BF70B27}"/>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759">
            <a:extLst xmlns:a="http://schemas.openxmlformats.org/drawingml/2006/main">
              <a:ext uri="{FF2B5EF4-FFF2-40B4-BE49-F238E27FC236}">
                <a16:creationId xmlns:a16="http://schemas.microsoft.com/office/drawing/2014/main" id="{DDE20C49-D383-43E6-86D4-0339E294F143}"/>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760">
            <a:extLst xmlns:a="http://schemas.openxmlformats.org/drawingml/2006/main">
              <a:ext uri="{FF2B5EF4-FFF2-40B4-BE49-F238E27FC236}">
                <a16:creationId xmlns:a16="http://schemas.microsoft.com/office/drawing/2014/main" id="{14691D53-5186-4326-9132-13DB5BACD782}"/>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761">
            <a:extLst xmlns:a="http://schemas.openxmlformats.org/drawingml/2006/main">
              <a:ext uri="{FF2B5EF4-FFF2-40B4-BE49-F238E27FC236}">
                <a16:creationId xmlns:a16="http://schemas.microsoft.com/office/drawing/2014/main" id="{D18673B8-A325-43E7-AAAA-523E72009547}"/>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762">
            <a:extLst xmlns:a="http://schemas.openxmlformats.org/drawingml/2006/main">
              <a:ext uri="{FF2B5EF4-FFF2-40B4-BE49-F238E27FC236}">
                <a16:creationId xmlns:a16="http://schemas.microsoft.com/office/drawing/2014/main" id="{5EBA8B0B-1DCB-44F9-B7E9-B411D8344049}"/>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763">
            <a:extLst xmlns:a="http://schemas.openxmlformats.org/drawingml/2006/main">
              <a:ext uri="{FF2B5EF4-FFF2-40B4-BE49-F238E27FC236}">
                <a16:creationId xmlns:a16="http://schemas.microsoft.com/office/drawing/2014/main" id="{39ADBF37-44AC-4D87-9C6A-898A08289442}"/>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764">
            <a:extLst xmlns:a="http://schemas.openxmlformats.org/drawingml/2006/main">
              <a:ext uri="{FF2B5EF4-FFF2-40B4-BE49-F238E27FC236}">
                <a16:creationId xmlns:a16="http://schemas.microsoft.com/office/drawing/2014/main" id="{9AC8B966-7393-4B7D-BC28-DBE4033B7C85}"/>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765">
            <a:extLst xmlns:a="http://schemas.openxmlformats.org/drawingml/2006/main">
              <a:ext uri="{FF2B5EF4-FFF2-40B4-BE49-F238E27FC236}">
                <a16:creationId xmlns:a16="http://schemas.microsoft.com/office/drawing/2014/main" id="{9700DE67-9870-48F1-BAB5-DC77722C9D46}"/>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766">
            <a:extLst xmlns:a="http://schemas.openxmlformats.org/drawingml/2006/main">
              <a:ext uri="{FF2B5EF4-FFF2-40B4-BE49-F238E27FC236}">
                <a16:creationId xmlns:a16="http://schemas.microsoft.com/office/drawing/2014/main" id="{6495127B-381F-4856-9626-D7C4C3B8F935}"/>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767">
            <a:extLst xmlns:a="http://schemas.openxmlformats.org/drawingml/2006/main">
              <a:ext uri="{FF2B5EF4-FFF2-40B4-BE49-F238E27FC236}">
                <a16:creationId xmlns:a16="http://schemas.microsoft.com/office/drawing/2014/main" id="{C6E4D0D8-E673-4F3D-8358-1395D6E2A6D2}"/>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768">
            <a:extLst xmlns:a="http://schemas.openxmlformats.org/drawingml/2006/main">
              <a:ext uri="{FF2B5EF4-FFF2-40B4-BE49-F238E27FC236}">
                <a16:creationId xmlns:a16="http://schemas.microsoft.com/office/drawing/2014/main" id="{A526E7C5-AAD9-4BA2-910C-CCD76794AD28}"/>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769">
            <a:extLst xmlns:a="http://schemas.openxmlformats.org/drawingml/2006/main">
              <a:ext uri="{FF2B5EF4-FFF2-40B4-BE49-F238E27FC236}">
                <a16:creationId xmlns:a16="http://schemas.microsoft.com/office/drawing/2014/main" id="{47B243AA-CF75-4EBD-9810-3A863BEA7691}"/>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770">
            <a:extLst xmlns:a="http://schemas.openxmlformats.org/drawingml/2006/main">
              <a:ext uri="{FF2B5EF4-FFF2-40B4-BE49-F238E27FC236}">
                <a16:creationId xmlns:a16="http://schemas.microsoft.com/office/drawing/2014/main" id="{D0D743C6-A887-44EB-B5A7-09AC7A0B42E3}"/>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771">
            <a:extLst xmlns:a="http://schemas.openxmlformats.org/drawingml/2006/main">
              <a:ext uri="{FF2B5EF4-FFF2-40B4-BE49-F238E27FC236}">
                <a16:creationId xmlns:a16="http://schemas.microsoft.com/office/drawing/2014/main" id="{BE896D55-ABAD-4E6C-ABDA-38AD51745892}"/>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772">
            <a:extLst xmlns:a="http://schemas.openxmlformats.org/drawingml/2006/main">
              <a:ext uri="{FF2B5EF4-FFF2-40B4-BE49-F238E27FC236}">
                <a16:creationId xmlns:a16="http://schemas.microsoft.com/office/drawing/2014/main" id="{4F80E238-C7B9-446B-84BE-694E832DCA61}"/>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773">
            <a:extLst xmlns:a="http://schemas.openxmlformats.org/drawingml/2006/main">
              <a:ext uri="{FF2B5EF4-FFF2-40B4-BE49-F238E27FC236}">
                <a16:creationId xmlns:a16="http://schemas.microsoft.com/office/drawing/2014/main" id="{1E262F12-4F98-4882-9D4E-7141CE7A187E}"/>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774">
            <a:extLst xmlns:a="http://schemas.openxmlformats.org/drawingml/2006/main">
              <a:ext uri="{FF2B5EF4-FFF2-40B4-BE49-F238E27FC236}">
                <a16:creationId xmlns:a16="http://schemas.microsoft.com/office/drawing/2014/main" id="{8CA5211A-2DBF-4FF2-B19A-481772E54A9F}"/>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8" name="figure-775">
            <a:extLst xmlns:a="http://schemas.openxmlformats.org/drawingml/2006/main">
              <a:ext uri="{FF2B5EF4-FFF2-40B4-BE49-F238E27FC236}">
                <a16:creationId xmlns:a16="http://schemas.microsoft.com/office/drawing/2014/main" id="{658AC86D-60F8-49A5-ADB4-7868CFC25D82}"/>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9" name="figure-776">
            <a:extLst xmlns:a="http://schemas.openxmlformats.org/drawingml/2006/main">
              <a:ext uri="{FF2B5EF4-FFF2-40B4-BE49-F238E27FC236}">
                <a16:creationId xmlns:a16="http://schemas.microsoft.com/office/drawing/2014/main" id="{4DA95E5C-64AB-4FA4-9411-2D31F14C4230}"/>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777">
            <a:extLst xmlns:a="http://schemas.openxmlformats.org/drawingml/2006/main">
              <a:ext uri="{FF2B5EF4-FFF2-40B4-BE49-F238E27FC236}">
                <a16:creationId xmlns:a16="http://schemas.microsoft.com/office/drawing/2014/main" id="{2AAABFF0-83C9-49A4-B1C5-966C4C219B4D}"/>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778">
            <a:extLst xmlns:a="http://schemas.openxmlformats.org/drawingml/2006/main">
              <a:ext uri="{FF2B5EF4-FFF2-40B4-BE49-F238E27FC236}">
                <a16:creationId xmlns:a16="http://schemas.microsoft.com/office/drawing/2014/main" id="{74310675-2012-4CD3-A778-7500A26801E3}"/>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779">
            <a:extLst xmlns:a="http://schemas.openxmlformats.org/drawingml/2006/main">
              <a:ext uri="{FF2B5EF4-FFF2-40B4-BE49-F238E27FC236}">
                <a16:creationId xmlns:a16="http://schemas.microsoft.com/office/drawing/2014/main" id="{4E56964A-BDE0-4DBA-AA63-E902AA6F8FE3}"/>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780">
            <a:extLst xmlns:a="http://schemas.openxmlformats.org/drawingml/2006/main">
              <a:ext uri="{FF2B5EF4-FFF2-40B4-BE49-F238E27FC236}">
                <a16:creationId xmlns:a16="http://schemas.microsoft.com/office/drawing/2014/main" id="{FF7164B9-1991-4EEA-9846-05A15EB94853}"/>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4" name="figure-781">
            <a:extLst xmlns:a="http://schemas.openxmlformats.org/drawingml/2006/main">
              <a:ext uri="{FF2B5EF4-FFF2-40B4-BE49-F238E27FC236}">
                <a16:creationId xmlns:a16="http://schemas.microsoft.com/office/drawing/2014/main" id="{130596A3-7E6B-4CA3-B134-B40596DE9454}"/>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5" name="figure-782">
            <a:extLst xmlns:a="http://schemas.openxmlformats.org/drawingml/2006/main">
              <a:ext uri="{FF2B5EF4-FFF2-40B4-BE49-F238E27FC236}">
                <a16:creationId xmlns:a16="http://schemas.microsoft.com/office/drawing/2014/main" id="{47456066-AC4A-4077-8B9D-7376AF641FA2}"/>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6" name="figure-783">
            <a:extLst xmlns:a="http://schemas.openxmlformats.org/drawingml/2006/main">
              <a:ext uri="{FF2B5EF4-FFF2-40B4-BE49-F238E27FC236}">
                <a16:creationId xmlns:a16="http://schemas.microsoft.com/office/drawing/2014/main" id="{1D0A861B-DB83-4657-9D64-6B586FFBB646}"/>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7" name="figure-784">
            <a:extLst xmlns:a="http://schemas.openxmlformats.org/drawingml/2006/main">
              <a:ext uri="{FF2B5EF4-FFF2-40B4-BE49-F238E27FC236}">
                <a16:creationId xmlns:a16="http://schemas.microsoft.com/office/drawing/2014/main" id="{E596E2EE-032F-4BE5-9121-05C03D8BD74F}"/>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785">
            <a:extLst xmlns:a="http://schemas.openxmlformats.org/drawingml/2006/main">
              <a:ext uri="{FF2B5EF4-FFF2-40B4-BE49-F238E27FC236}">
                <a16:creationId xmlns:a16="http://schemas.microsoft.com/office/drawing/2014/main" id="{76F4CCBD-6C8B-4284-8806-8EE1BBD3A2CF}"/>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786">
            <a:extLst xmlns:a="http://schemas.openxmlformats.org/drawingml/2006/main">
              <a:ext uri="{FF2B5EF4-FFF2-40B4-BE49-F238E27FC236}">
                <a16:creationId xmlns:a16="http://schemas.microsoft.com/office/drawing/2014/main" id="{AB5DEA8A-AC17-4FFC-9EC0-E1462260D48B}"/>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787">
            <a:extLst xmlns:a="http://schemas.openxmlformats.org/drawingml/2006/main">
              <a:ext uri="{FF2B5EF4-FFF2-40B4-BE49-F238E27FC236}">
                <a16:creationId xmlns:a16="http://schemas.microsoft.com/office/drawing/2014/main" id="{86C761A9-0282-417B-B880-9E9BBE5DFE6A}"/>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788">
            <a:extLst xmlns:a="http://schemas.openxmlformats.org/drawingml/2006/main">
              <a:ext uri="{FF2B5EF4-FFF2-40B4-BE49-F238E27FC236}">
                <a16:creationId xmlns:a16="http://schemas.microsoft.com/office/drawing/2014/main" id="{EF4CC0DF-492F-4D3A-B54C-EEBFE3632703}"/>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line-789">
            <a:extLst xmlns:a="http://schemas.openxmlformats.org/drawingml/2006/main">
              <a:ext uri="{FF2B5EF4-FFF2-40B4-BE49-F238E27FC236}">
                <a16:creationId xmlns:a16="http://schemas.microsoft.com/office/drawing/2014/main" id="{A8A2E9CC-B11E-47CA-B54F-DFA4999FDD2D}"/>
              </a:ext>
            </a:extLst>
          </p:cNvPr>
          <p:cNvSpPr>
            <a:spLocks xmlns:a="http://schemas.openxmlformats.org/drawingml/2006/main" noGrp="1"/>
          </p:cNvSpPr>
          <p:nvPr/>
        </p:nvSpPr>
        <p:spPr>
          <a:xfrm xmlns:a="http://schemas.openxmlformats.org/drawingml/2006/main">
            <a:off x="1219200" y="38290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3" name="line-790">
            <a:extLst xmlns:a="http://schemas.openxmlformats.org/drawingml/2006/main">
              <a:ext uri="{FF2B5EF4-FFF2-40B4-BE49-F238E27FC236}">
                <a16:creationId xmlns:a16="http://schemas.microsoft.com/office/drawing/2014/main" id="{34732BFF-3409-442B-AB90-08AAD1DA199F}"/>
              </a:ext>
            </a:extLst>
          </p:cNvPr>
          <p:cNvSpPr>
            <a:spLocks xmlns:a="http://schemas.openxmlformats.org/drawingml/2006/main" noGrp="1"/>
          </p:cNvSpPr>
          <p:nvPr/>
        </p:nvSpPr>
        <p:spPr>
          <a:xfrm xmlns:a="http://schemas.openxmlformats.org/drawingml/2006/main">
            <a:off x="1905000" y="31432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4" name="line-791">
            <a:extLst xmlns:a="http://schemas.openxmlformats.org/drawingml/2006/main">
              <a:ext uri="{FF2B5EF4-FFF2-40B4-BE49-F238E27FC236}">
                <a16:creationId xmlns:a16="http://schemas.microsoft.com/office/drawing/2014/main" id="{5880AF10-9102-404B-AD66-BE51A5A19B43}"/>
              </a:ext>
            </a:extLst>
          </p:cNvPr>
          <p:cNvSpPr>
            <a:spLocks xmlns:a="http://schemas.openxmlformats.org/drawingml/2006/main" noGrp="1"/>
          </p:cNvSpPr>
          <p:nvPr/>
        </p:nvSpPr>
        <p:spPr>
          <a:xfrm xmlns:a="http://schemas.openxmlformats.org/drawingml/2006/main">
            <a:off x="1905000" y="24574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5" name="line-792">
            <a:extLst xmlns:a="http://schemas.openxmlformats.org/drawingml/2006/main">
              <a:ext uri="{FF2B5EF4-FFF2-40B4-BE49-F238E27FC236}">
                <a16:creationId xmlns:a16="http://schemas.microsoft.com/office/drawing/2014/main" id="{F4649A45-1210-45D3-832F-68DA43CA57DB}"/>
              </a:ext>
            </a:extLst>
          </p:cNvPr>
          <p:cNvSpPr>
            <a:spLocks xmlns:a="http://schemas.openxmlformats.org/drawingml/2006/main" noGrp="1"/>
          </p:cNvSpPr>
          <p:nvPr/>
        </p:nvSpPr>
        <p:spPr>
          <a:xfrm xmlns:a="http://schemas.openxmlformats.org/drawingml/2006/main">
            <a:off x="19050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6" name="line-793">
            <a:extLst xmlns:a="http://schemas.openxmlformats.org/drawingml/2006/main">
              <a:ext uri="{FF2B5EF4-FFF2-40B4-BE49-F238E27FC236}">
                <a16:creationId xmlns:a16="http://schemas.microsoft.com/office/drawing/2014/main" id="{CCC11647-AFB1-4588-8EAA-B1CD5232FA87}"/>
              </a:ext>
            </a:extLst>
          </p:cNvPr>
          <p:cNvSpPr>
            <a:spLocks xmlns:a="http://schemas.openxmlformats.org/drawingml/2006/main" noGrp="1"/>
          </p:cNvSpPr>
          <p:nvPr/>
        </p:nvSpPr>
        <p:spPr>
          <a:xfrm xmlns:a="http://schemas.openxmlformats.org/drawingml/2006/main">
            <a:off x="25908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7" name="line-794">
            <a:extLst xmlns:a="http://schemas.openxmlformats.org/drawingml/2006/main">
              <a:ext uri="{FF2B5EF4-FFF2-40B4-BE49-F238E27FC236}">
                <a16:creationId xmlns:a16="http://schemas.microsoft.com/office/drawing/2014/main" id="{647DF242-A417-42A9-9109-7D8D0A2C80DF}"/>
              </a:ext>
            </a:extLst>
          </p:cNvPr>
          <p:cNvSpPr>
            <a:spLocks xmlns:a="http://schemas.openxmlformats.org/drawingml/2006/main" noGrp="1"/>
          </p:cNvSpPr>
          <p:nvPr/>
        </p:nvSpPr>
        <p:spPr>
          <a:xfrm xmlns:a="http://schemas.openxmlformats.org/drawingml/2006/main">
            <a:off x="32766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8" name="line-795">
            <a:extLst xmlns:a="http://schemas.openxmlformats.org/drawingml/2006/main">
              <a:ext uri="{FF2B5EF4-FFF2-40B4-BE49-F238E27FC236}">
                <a16:creationId xmlns:a16="http://schemas.microsoft.com/office/drawing/2014/main" id="{E279A0DA-2C19-4C63-BD90-5340E0E929E5}"/>
              </a:ext>
            </a:extLst>
          </p:cNvPr>
          <p:cNvSpPr>
            <a:spLocks xmlns:a="http://schemas.openxmlformats.org/drawingml/2006/main" noGrp="1"/>
          </p:cNvSpPr>
          <p:nvPr/>
        </p:nvSpPr>
        <p:spPr>
          <a:xfrm xmlns:a="http://schemas.openxmlformats.org/drawingml/2006/main">
            <a:off x="3962400" y="24574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49" name="line-796">
            <a:extLst xmlns:a="http://schemas.openxmlformats.org/drawingml/2006/main">
              <a:ext uri="{FF2B5EF4-FFF2-40B4-BE49-F238E27FC236}">
                <a16:creationId xmlns:a16="http://schemas.microsoft.com/office/drawing/2014/main" id="{263A0CD1-4ABC-4164-BAB2-95A43D1D1E75}"/>
              </a:ext>
            </a:extLst>
          </p:cNvPr>
          <p:cNvSpPr>
            <a:spLocks xmlns:a="http://schemas.openxmlformats.org/drawingml/2006/main" noGrp="1"/>
          </p:cNvSpPr>
          <p:nvPr/>
        </p:nvSpPr>
        <p:spPr>
          <a:xfrm xmlns:a="http://schemas.openxmlformats.org/drawingml/2006/main">
            <a:off x="3962400" y="31432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50" name="figure-797">
            <a:extLst xmlns:a="http://schemas.openxmlformats.org/drawingml/2006/main">
              <a:ext uri="{FF2B5EF4-FFF2-40B4-BE49-F238E27FC236}">
                <a16:creationId xmlns:a16="http://schemas.microsoft.com/office/drawing/2014/main" id="{FF7901D4-3780-4AA1-9B17-A7E7B816529C}"/>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1" name="figure-798">
            <a:extLst xmlns:a="http://schemas.openxmlformats.org/drawingml/2006/main">
              <a:ext uri="{FF2B5EF4-FFF2-40B4-BE49-F238E27FC236}">
                <a16:creationId xmlns:a16="http://schemas.microsoft.com/office/drawing/2014/main" id="{505B7E67-BE79-463C-BF1F-55F68163CEA3}"/>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0</a:t>
            </a:r>
          </a:p>
        </p:txBody>
      </p:sp>
      <p:sp>
        <p:nvSpPr>
          <p:cNvPr id="52" name="figure-799">
            <a:extLst xmlns:a="http://schemas.openxmlformats.org/drawingml/2006/main">
              <a:ext uri="{FF2B5EF4-FFF2-40B4-BE49-F238E27FC236}">
                <a16:creationId xmlns:a16="http://schemas.microsoft.com/office/drawing/2014/main" id="{A1A2CF12-3AC5-44D6-893C-0DC29900790E}"/>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3" name="figure-800">
            <a:extLst xmlns:a="http://schemas.openxmlformats.org/drawingml/2006/main">
              <a:ext uri="{FF2B5EF4-FFF2-40B4-BE49-F238E27FC236}">
                <a16:creationId xmlns:a16="http://schemas.microsoft.com/office/drawing/2014/main" id="{761DCD72-0DCA-4456-A137-18D9C27C96D9}"/>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1</a:t>
            </a:r>
          </a:p>
        </p:txBody>
      </p:sp>
      <p:sp>
        <p:nvSpPr>
          <p:cNvPr id="54" name="figure-801">
            <a:extLst xmlns:a="http://schemas.openxmlformats.org/drawingml/2006/main">
              <a:ext uri="{FF2B5EF4-FFF2-40B4-BE49-F238E27FC236}">
                <a16:creationId xmlns:a16="http://schemas.microsoft.com/office/drawing/2014/main" id="{41DB9689-CA62-46E9-83BB-8261DACCEB30}"/>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5" name="figure-802">
            <a:extLst xmlns:a="http://schemas.openxmlformats.org/drawingml/2006/main">
              <a:ext uri="{FF2B5EF4-FFF2-40B4-BE49-F238E27FC236}">
                <a16:creationId xmlns:a16="http://schemas.microsoft.com/office/drawing/2014/main" id="{5947E8AD-AE50-49AE-B987-56334848F891}"/>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2</a:t>
            </a:r>
          </a:p>
        </p:txBody>
      </p:sp>
      <p:sp>
        <p:nvSpPr>
          <p:cNvPr id="56" name="figure-803">
            <a:extLst xmlns:a="http://schemas.openxmlformats.org/drawingml/2006/main">
              <a:ext uri="{FF2B5EF4-FFF2-40B4-BE49-F238E27FC236}">
                <a16:creationId xmlns:a16="http://schemas.microsoft.com/office/drawing/2014/main" id="{F8092C5C-A189-4B28-A416-EB8D1BD532D0}"/>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7" name="figure-804">
            <a:extLst xmlns:a="http://schemas.openxmlformats.org/drawingml/2006/main">
              <a:ext uri="{FF2B5EF4-FFF2-40B4-BE49-F238E27FC236}">
                <a16:creationId xmlns:a16="http://schemas.microsoft.com/office/drawing/2014/main" id="{0D67F40D-5E49-41C3-B3C8-05CBCBF7A7EE}"/>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3</a:t>
            </a:r>
          </a:p>
        </p:txBody>
      </p:sp>
      <p:sp>
        <p:nvSpPr>
          <p:cNvPr id="58" name="figure-805">
            <a:extLst xmlns:a="http://schemas.openxmlformats.org/drawingml/2006/main">
              <a:ext uri="{FF2B5EF4-FFF2-40B4-BE49-F238E27FC236}">
                <a16:creationId xmlns:a16="http://schemas.microsoft.com/office/drawing/2014/main" id="{DA2C7951-277B-4968-A97E-DB0D7BEBC31A}"/>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9" name="figure-806">
            <a:extLst xmlns:a="http://schemas.openxmlformats.org/drawingml/2006/main">
              <a:ext uri="{FF2B5EF4-FFF2-40B4-BE49-F238E27FC236}">
                <a16:creationId xmlns:a16="http://schemas.microsoft.com/office/drawing/2014/main" id="{905BF2D7-C284-4E72-81BD-DD6B44C0037D}"/>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4</a:t>
            </a:r>
          </a:p>
        </p:txBody>
      </p:sp>
      <p:sp>
        <p:nvSpPr>
          <p:cNvPr id="60" name="figure-807">
            <a:extLst xmlns:a="http://schemas.openxmlformats.org/drawingml/2006/main">
              <a:ext uri="{FF2B5EF4-FFF2-40B4-BE49-F238E27FC236}">
                <a16:creationId xmlns:a16="http://schemas.microsoft.com/office/drawing/2014/main" id="{2F90B117-E99F-461E-9728-25379D2A1FF5}"/>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1" name="figure-808">
            <a:extLst xmlns:a="http://schemas.openxmlformats.org/drawingml/2006/main">
              <a:ext uri="{FF2B5EF4-FFF2-40B4-BE49-F238E27FC236}">
                <a16:creationId xmlns:a16="http://schemas.microsoft.com/office/drawing/2014/main" id="{92934789-EA66-49BA-BC8A-DE97942E36EF}"/>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5</a:t>
            </a:r>
          </a:p>
        </p:txBody>
      </p:sp>
      <p:sp>
        <p:nvSpPr>
          <p:cNvPr id="62" name="figure-809">
            <a:extLst xmlns:a="http://schemas.openxmlformats.org/drawingml/2006/main">
              <a:ext uri="{FF2B5EF4-FFF2-40B4-BE49-F238E27FC236}">
                <a16:creationId xmlns:a16="http://schemas.microsoft.com/office/drawing/2014/main" id="{0BBCE8E9-BCB2-4763-8387-F6727733C246}"/>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3" name="figure-810">
            <a:extLst xmlns:a="http://schemas.openxmlformats.org/drawingml/2006/main">
              <a:ext uri="{FF2B5EF4-FFF2-40B4-BE49-F238E27FC236}">
                <a16:creationId xmlns:a16="http://schemas.microsoft.com/office/drawing/2014/main" id="{24F7E8F0-4523-47E3-9CC2-785BCC33D255}"/>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6</a:t>
            </a:r>
          </a:p>
        </p:txBody>
      </p:sp>
      <p:sp>
        <p:nvSpPr>
          <p:cNvPr id="64" name="figure-811">
            <a:extLst xmlns:a="http://schemas.openxmlformats.org/drawingml/2006/main">
              <a:ext uri="{FF2B5EF4-FFF2-40B4-BE49-F238E27FC236}">
                <a16:creationId xmlns:a16="http://schemas.microsoft.com/office/drawing/2014/main" id="{689468FE-B934-42E3-8A34-FEE856AA98B8}"/>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5" name="figure-812">
            <a:extLst xmlns:a="http://schemas.openxmlformats.org/drawingml/2006/main">
              <a:ext uri="{FF2B5EF4-FFF2-40B4-BE49-F238E27FC236}">
                <a16:creationId xmlns:a16="http://schemas.microsoft.com/office/drawing/2014/main" id="{1A9C899A-2B09-4DCF-A5D6-74A0F585A520}"/>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7</a:t>
            </a:r>
          </a:p>
        </p:txBody>
      </p:sp>
      <p:sp>
        <p:nvSpPr>
          <p:cNvPr id="66" name="figure-813">
            <a:extLst xmlns:a="http://schemas.openxmlformats.org/drawingml/2006/main">
              <a:ext uri="{FF2B5EF4-FFF2-40B4-BE49-F238E27FC236}">
                <a16:creationId xmlns:a16="http://schemas.microsoft.com/office/drawing/2014/main" id="{E5C6520D-B9EF-4EE3-9341-84408DC42D0C}"/>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7" name="figure-814">
            <a:extLst xmlns:a="http://schemas.openxmlformats.org/drawingml/2006/main">
              <a:ext uri="{FF2B5EF4-FFF2-40B4-BE49-F238E27FC236}">
                <a16:creationId xmlns:a16="http://schemas.microsoft.com/office/drawing/2014/main" id="{D9E7EB79-FA20-40A1-BCAB-2D32237D5197}"/>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8</a:t>
            </a:r>
          </a:p>
        </p:txBody>
      </p:sp>
      <p:sp>
        <p:nvSpPr>
          <p:cNvPr id="68" name="figure-815">
            <a:extLst xmlns:a="http://schemas.openxmlformats.org/drawingml/2006/main">
              <a:ext uri="{FF2B5EF4-FFF2-40B4-BE49-F238E27FC236}">
                <a16:creationId xmlns:a16="http://schemas.microsoft.com/office/drawing/2014/main" id="{0835E8CD-2689-4974-B026-D466543CD309}"/>
              </a:ext>
            </a:extLst>
          </p:cNvPr>
          <p:cNvSpPr>
            <a:spLocks xmlns:a="http://schemas.openxmlformats.org/drawingml/2006/main" noGrp="1"/>
          </p:cNvSpPr>
          <p:nvPr/>
        </p:nvSpPr>
        <p:spPr>
          <a:xfrm xmlns:a="http://schemas.openxmlformats.org/drawingml/2006/main">
            <a:off x="5048250" y="224790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목표 8은 7에서 왔다</a:t>
            </a:r>
          </a:p>
        </p:txBody>
      </p:sp>
      <p:sp>
        <p:nvSpPr>
          <p:cNvPr id="69" name="figure-816">
            <a:extLst xmlns:a="http://schemas.openxmlformats.org/drawingml/2006/main">
              <a:ext uri="{FF2B5EF4-FFF2-40B4-BE49-F238E27FC236}">
                <a16:creationId xmlns:a16="http://schemas.microsoft.com/office/drawing/2014/main" id="{A4D2F60A-707A-415D-89AA-0B3139841A17}"/>
              </a:ext>
            </a:extLst>
          </p:cNvPr>
          <p:cNvSpPr>
            <a:spLocks xmlns:a="http://schemas.openxmlformats.org/drawingml/2006/main" noGrp="1"/>
          </p:cNvSpPr>
          <p:nvPr/>
        </p:nvSpPr>
        <p:spPr>
          <a:xfrm xmlns:a="http://schemas.openxmlformats.org/drawingml/2006/main">
            <a:off x="5048250" y="296227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7은 6에서 왔다</a:t>
            </a:r>
          </a:p>
        </p:txBody>
      </p:sp>
      <p:sp>
        <p:nvSpPr>
          <p:cNvPr id="70" name="figure-817">
            <a:extLst xmlns:a="http://schemas.openxmlformats.org/drawingml/2006/main">
              <a:ext uri="{FF2B5EF4-FFF2-40B4-BE49-F238E27FC236}">
                <a16:creationId xmlns:a16="http://schemas.microsoft.com/office/drawing/2014/main" id="{3DBD10A7-9F96-4949-A7FE-CF09DDFDA3AA}"/>
              </a:ext>
            </a:extLst>
          </p:cNvPr>
          <p:cNvSpPr>
            <a:spLocks xmlns:a="http://schemas.openxmlformats.org/drawingml/2006/main" noGrp="1"/>
          </p:cNvSpPr>
          <p:nvPr/>
        </p:nvSpPr>
        <p:spPr>
          <a:xfrm xmlns:a="http://schemas.openxmlformats.org/drawingml/2006/main">
            <a:off x="5048250" y="3676650"/>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이렇게 0까지 거꾸로 읽는다</a:t>
            </a:r>
          </a:p>
        </p:txBody>
      </p:sp>
      <p:sp>
        <p:nvSpPr>
          <p:cNvPr id="71" name="figure-818">
            <a:extLst xmlns:a="http://schemas.openxmlformats.org/drawingml/2006/main">
              <a:ext uri="{FF2B5EF4-FFF2-40B4-BE49-F238E27FC236}">
                <a16:creationId xmlns:a16="http://schemas.microsoft.com/office/drawing/2014/main" id="{4222169D-03E2-4D3F-951B-71F232DFAF7B}"/>
              </a:ext>
            </a:extLst>
          </p:cNvPr>
          <p:cNvSpPr>
            <a:spLocks xmlns:a="http://schemas.openxmlformats.org/drawingml/2006/main" noGrp="1"/>
          </p:cNvSpPr>
          <p:nvPr/>
        </p:nvSpPr>
        <p:spPr>
          <a:xfrm xmlns:a="http://schemas.openxmlformats.org/drawingml/2006/main">
            <a:off x="5048250" y="4391025"/>
            <a:ext cx="6534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마지막에 순서를 뒤집는다</a:t>
            </a:r>
          </a:p>
        </p:txBody>
      </p:sp>
      <p:sp>
        <p:nvSpPr>
          <p:cNvPr id="72" name="figure-819">
            <a:extLst xmlns:a="http://schemas.openxmlformats.org/drawingml/2006/main">
              <a:ext uri="{FF2B5EF4-FFF2-40B4-BE49-F238E27FC236}">
                <a16:creationId xmlns:a16="http://schemas.microsoft.com/office/drawing/2014/main" id="{33E75EC0-258C-4650-B672-4F8567EF4BD3}"/>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이전 칸 메모가 Parent다. 살펴본 모든 칸을 이어 붙이지 않는다</a:t>
            </a:r>
          </a:p>
        </p:txBody>
      </p:sp>
    </p:spTree>
    <p:extLst>
      <p:ext uri="{BB962C8B-B14F-4D97-AF65-F5344CB8AC3E}">
        <p14:creationId xmlns:p14="http://schemas.microsoft.com/office/powerpoint/2010/main" val="8761455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figure-820">
            <a:extLst xmlns:a="http://schemas.openxmlformats.org/drawingml/2006/main">
              <a:ext uri="{FF2B5EF4-FFF2-40B4-BE49-F238E27FC236}">
                <a16:creationId xmlns:a16="http://schemas.microsoft.com/office/drawing/2014/main" id="{DBC89838-EC4A-4E47-B6FE-7DD6984E859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완성된 길은 여덟 번 이동한다</a:t>
            </a:r>
          </a:p>
        </p:txBody>
      </p:sp>
      <p:sp>
        <p:nvSpPr>
          <p:cNvPr id="2" name="figure-821">
            <a:extLst xmlns:a="http://schemas.openxmlformats.org/drawingml/2006/main">
              <a:ext uri="{FF2B5EF4-FFF2-40B4-BE49-F238E27FC236}">
                <a16:creationId xmlns:a16="http://schemas.microsoft.com/office/drawing/2014/main" id="{873712E0-BC2D-4679-8361-50EF17FFBC99}"/>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아홉 칸을 지나지만, 칸 사이의 이동은 여덟 번이다</a:t>
            </a:r>
          </a:p>
        </p:txBody>
      </p:sp>
      <p:sp>
        <p:nvSpPr>
          <p:cNvPr id="3" name="figure-822">
            <a:extLst xmlns:a="http://schemas.openxmlformats.org/drawingml/2006/main">
              <a:ext uri="{FF2B5EF4-FFF2-40B4-BE49-F238E27FC236}">
                <a16:creationId xmlns:a16="http://schemas.microsoft.com/office/drawing/2014/main" id="{97CD4DC5-D4D0-4DB3-8C0B-EA1E0A09DCE2}"/>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25</a:t>
            </a:r>
          </a:p>
        </p:txBody>
      </p:sp>
      <p:sp>
        <p:nvSpPr>
          <p:cNvPr id="4" name="figure-823">
            <a:extLst xmlns:a="http://schemas.openxmlformats.org/drawingml/2006/main">
              <a:ext uri="{FF2B5EF4-FFF2-40B4-BE49-F238E27FC236}">
                <a16:creationId xmlns:a16="http://schemas.microsoft.com/office/drawing/2014/main" id="{60EE87CA-BCC9-43F2-8D54-EA873F24A3F8}"/>
              </a:ext>
            </a:extLst>
          </p:cNvPr>
          <p:cNvSpPr>
            <a:spLocks xmlns:a="http://schemas.openxmlformats.org/drawingml/2006/main" noGrp="1"/>
          </p:cNvSpPr>
          <p:nvPr/>
        </p:nvSpPr>
        <p:spPr>
          <a:xfrm xmlns:a="http://schemas.openxmlformats.org/drawingml/2006/main">
            <a:off x="8763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5" name="figure-824">
            <a:extLst xmlns:a="http://schemas.openxmlformats.org/drawingml/2006/main">
              <a:ext uri="{FF2B5EF4-FFF2-40B4-BE49-F238E27FC236}">
                <a16:creationId xmlns:a16="http://schemas.microsoft.com/office/drawing/2014/main" id="{41F6559E-AA89-4A5A-815E-252A5FF9952C}"/>
              </a:ext>
            </a:extLst>
          </p:cNvPr>
          <p:cNvSpPr>
            <a:spLocks xmlns:a="http://schemas.openxmlformats.org/drawingml/2006/main" noGrp="1"/>
          </p:cNvSpPr>
          <p:nvPr/>
        </p:nvSpPr>
        <p:spPr>
          <a:xfrm xmlns:a="http://schemas.openxmlformats.org/drawingml/2006/main">
            <a:off x="523875" y="21145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0</a:t>
            </a:r>
          </a:p>
        </p:txBody>
      </p:sp>
      <p:sp>
        <p:nvSpPr>
          <p:cNvPr id="6" name="figure-825">
            <a:extLst xmlns:a="http://schemas.openxmlformats.org/drawingml/2006/main">
              <a:ext uri="{FF2B5EF4-FFF2-40B4-BE49-F238E27FC236}">
                <a16:creationId xmlns:a16="http://schemas.microsoft.com/office/drawing/2014/main" id="{88B29EED-233D-4B33-B965-E726233898A0}"/>
              </a:ext>
            </a:extLst>
          </p:cNvPr>
          <p:cNvSpPr>
            <a:spLocks xmlns:a="http://schemas.openxmlformats.org/drawingml/2006/main" noGrp="1"/>
          </p:cNvSpPr>
          <p:nvPr/>
        </p:nvSpPr>
        <p:spPr>
          <a:xfrm xmlns:a="http://schemas.openxmlformats.org/drawingml/2006/main">
            <a:off x="15621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7" name="figure-826">
            <a:extLst xmlns:a="http://schemas.openxmlformats.org/drawingml/2006/main">
              <a:ext uri="{FF2B5EF4-FFF2-40B4-BE49-F238E27FC236}">
                <a16:creationId xmlns:a16="http://schemas.microsoft.com/office/drawing/2014/main" id="{06E40CA4-9629-421B-90E4-60ECD2ECBBA3}"/>
              </a:ext>
            </a:extLst>
          </p:cNvPr>
          <p:cNvSpPr>
            <a:spLocks xmlns:a="http://schemas.openxmlformats.org/drawingml/2006/main" noGrp="1"/>
          </p:cNvSpPr>
          <p:nvPr/>
        </p:nvSpPr>
        <p:spPr>
          <a:xfrm xmlns:a="http://schemas.openxmlformats.org/drawingml/2006/main">
            <a:off x="523875" y="28003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1</a:t>
            </a:r>
          </a:p>
        </p:txBody>
      </p:sp>
      <p:sp>
        <p:nvSpPr>
          <p:cNvPr id="8" name="figure-827">
            <a:extLst xmlns:a="http://schemas.openxmlformats.org/drawingml/2006/main">
              <a:ext uri="{FF2B5EF4-FFF2-40B4-BE49-F238E27FC236}">
                <a16:creationId xmlns:a16="http://schemas.microsoft.com/office/drawing/2014/main" id="{A2002CA4-8EBB-4FAE-86C3-26AF79AC2CB2}"/>
              </a:ext>
            </a:extLst>
          </p:cNvPr>
          <p:cNvSpPr>
            <a:spLocks xmlns:a="http://schemas.openxmlformats.org/drawingml/2006/main" noGrp="1"/>
          </p:cNvSpPr>
          <p:nvPr/>
        </p:nvSpPr>
        <p:spPr>
          <a:xfrm xmlns:a="http://schemas.openxmlformats.org/drawingml/2006/main">
            <a:off x="22479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9" name="figure-828">
            <a:extLst xmlns:a="http://schemas.openxmlformats.org/drawingml/2006/main">
              <a:ext uri="{FF2B5EF4-FFF2-40B4-BE49-F238E27FC236}">
                <a16:creationId xmlns:a16="http://schemas.microsoft.com/office/drawing/2014/main" id="{F3C09725-840A-4B0D-A94B-19D611712D4E}"/>
              </a:ext>
            </a:extLst>
          </p:cNvPr>
          <p:cNvSpPr>
            <a:spLocks xmlns:a="http://schemas.openxmlformats.org/drawingml/2006/main" noGrp="1"/>
          </p:cNvSpPr>
          <p:nvPr/>
        </p:nvSpPr>
        <p:spPr>
          <a:xfrm xmlns:a="http://schemas.openxmlformats.org/drawingml/2006/main">
            <a:off x="523875" y="34861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2</a:t>
            </a:r>
          </a:p>
        </p:txBody>
      </p:sp>
      <p:sp>
        <p:nvSpPr>
          <p:cNvPr id="10" name="figure-829">
            <a:extLst xmlns:a="http://schemas.openxmlformats.org/drawingml/2006/main">
              <a:ext uri="{FF2B5EF4-FFF2-40B4-BE49-F238E27FC236}">
                <a16:creationId xmlns:a16="http://schemas.microsoft.com/office/drawing/2014/main" id="{EB5AF790-9276-41F8-807E-11A992DEF83B}"/>
              </a:ext>
            </a:extLst>
          </p:cNvPr>
          <p:cNvSpPr>
            <a:spLocks xmlns:a="http://schemas.openxmlformats.org/drawingml/2006/main" noGrp="1"/>
          </p:cNvSpPr>
          <p:nvPr/>
        </p:nvSpPr>
        <p:spPr>
          <a:xfrm xmlns:a="http://schemas.openxmlformats.org/drawingml/2006/main">
            <a:off x="29337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1" name="figure-830">
            <a:extLst xmlns:a="http://schemas.openxmlformats.org/drawingml/2006/main">
              <a:ext uri="{FF2B5EF4-FFF2-40B4-BE49-F238E27FC236}">
                <a16:creationId xmlns:a16="http://schemas.microsoft.com/office/drawing/2014/main" id="{7FA850B1-B86C-4224-A47B-C7798FDC562A}"/>
              </a:ext>
            </a:extLst>
          </p:cNvPr>
          <p:cNvSpPr>
            <a:spLocks xmlns:a="http://schemas.openxmlformats.org/drawingml/2006/main" noGrp="1"/>
          </p:cNvSpPr>
          <p:nvPr/>
        </p:nvSpPr>
        <p:spPr>
          <a:xfrm xmlns:a="http://schemas.openxmlformats.org/drawingml/2006/main">
            <a:off x="523875" y="41719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3</a:t>
            </a:r>
          </a:p>
        </p:txBody>
      </p:sp>
      <p:sp>
        <p:nvSpPr>
          <p:cNvPr id="12" name="figure-831">
            <a:extLst xmlns:a="http://schemas.openxmlformats.org/drawingml/2006/main">
              <a:ext uri="{FF2B5EF4-FFF2-40B4-BE49-F238E27FC236}">
                <a16:creationId xmlns:a16="http://schemas.microsoft.com/office/drawing/2014/main" id="{330472EB-55C5-459F-A37A-A1DA69D7C048}"/>
              </a:ext>
            </a:extLst>
          </p:cNvPr>
          <p:cNvSpPr>
            <a:spLocks xmlns:a="http://schemas.openxmlformats.org/drawingml/2006/main" noGrp="1"/>
          </p:cNvSpPr>
          <p:nvPr/>
        </p:nvSpPr>
        <p:spPr>
          <a:xfrm xmlns:a="http://schemas.openxmlformats.org/drawingml/2006/main">
            <a:off x="3619500" y="1752600"/>
            <a:ext cx="685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3" name="figure-832">
            <a:extLst xmlns:a="http://schemas.openxmlformats.org/drawingml/2006/main">
              <a:ext uri="{FF2B5EF4-FFF2-40B4-BE49-F238E27FC236}">
                <a16:creationId xmlns:a16="http://schemas.microsoft.com/office/drawing/2014/main" id="{E277EDFB-23C9-4F73-8908-45B0D8F68E0B}"/>
              </a:ext>
            </a:extLst>
          </p:cNvPr>
          <p:cNvSpPr>
            <a:spLocks xmlns:a="http://schemas.openxmlformats.org/drawingml/2006/main" noGrp="1"/>
          </p:cNvSpPr>
          <p:nvPr/>
        </p:nvSpPr>
        <p:spPr>
          <a:xfrm xmlns:a="http://schemas.openxmlformats.org/drawingml/2006/main">
            <a:off x="523875" y="4857750"/>
            <a:ext cx="276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666666"/>
                </a:solidFill>
                <a:latin typeface="Malgun Gothic"/>
                <a:ea typeface="Malgun Gothic"/>
                <a:cs typeface="Malgun Gothic"/>
              </a:defRPr>
            </a:pPr>
            <a:r>
              <a:rPr sz="1575" b="0">
                <a:solidFill>
                  <a:srgbClr val="666666"/>
                </a:solidFill>
                <a:latin typeface="Malgun Gothic"/>
                <a:ea typeface="Malgun Gothic"/>
                <a:cs typeface="Malgun Gothic"/>
              </a:rPr>
              <a:t>4</a:t>
            </a:r>
          </a:p>
        </p:txBody>
      </p:sp>
      <p:sp>
        <p:nvSpPr>
          <p:cNvPr id="14" name="figure-833">
            <a:extLst xmlns:a="http://schemas.openxmlformats.org/drawingml/2006/main">
              <a:ext uri="{FF2B5EF4-FFF2-40B4-BE49-F238E27FC236}">
                <a16:creationId xmlns:a16="http://schemas.microsoft.com/office/drawing/2014/main" id="{34598994-61DA-4596-8EAA-DE335EFF6DA9}"/>
              </a:ext>
            </a:extLst>
          </p:cNvPr>
          <p:cNvSpPr>
            <a:spLocks xmlns:a="http://schemas.openxmlformats.org/drawingml/2006/main" noGrp="1"/>
          </p:cNvSpPr>
          <p:nvPr/>
        </p:nvSpPr>
        <p:spPr>
          <a:xfrm xmlns:a="http://schemas.openxmlformats.org/drawingml/2006/main">
            <a:off x="8763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5" name="figure-834">
            <a:extLst xmlns:a="http://schemas.openxmlformats.org/drawingml/2006/main">
              <a:ext uri="{FF2B5EF4-FFF2-40B4-BE49-F238E27FC236}">
                <a16:creationId xmlns:a16="http://schemas.microsoft.com/office/drawing/2014/main" id="{03D2E834-A8DD-467B-8100-8F4CD324BCAD}"/>
              </a:ext>
            </a:extLst>
          </p:cNvPr>
          <p:cNvSpPr>
            <a:spLocks xmlns:a="http://schemas.openxmlformats.org/drawingml/2006/main" noGrp="1"/>
          </p:cNvSpPr>
          <p:nvPr/>
        </p:nvSpPr>
        <p:spPr>
          <a:xfrm xmlns:a="http://schemas.openxmlformats.org/drawingml/2006/main">
            <a:off x="15621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6" name="figure-835">
            <a:extLst xmlns:a="http://schemas.openxmlformats.org/drawingml/2006/main">
              <a:ext uri="{FF2B5EF4-FFF2-40B4-BE49-F238E27FC236}">
                <a16:creationId xmlns:a16="http://schemas.microsoft.com/office/drawing/2014/main" id="{1895574A-2655-4FF8-8DD6-3E5E7FA164C2}"/>
              </a:ext>
            </a:extLst>
          </p:cNvPr>
          <p:cNvSpPr>
            <a:spLocks xmlns:a="http://schemas.openxmlformats.org/drawingml/2006/main" noGrp="1"/>
          </p:cNvSpPr>
          <p:nvPr/>
        </p:nvSpPr>
        <p:spPr>
          <a:xfrm xmlns:a="http://schemas.openxmlformats.org/drawingml/2006/main">
            <a:off x="22479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7" name="figure-836">
            <a:extLst xmlns:a="http://schemas.openxmlformats.org/drawingml/2006/main">
              <a:ext uri="{FF2B5EF4-FFF2-40B4-BE49-F238E27FC236}">
                <a16:creationId xmlns:a16="http://schemas.microsoft.com/office/drawing/2014/main" id="{3244E305-7683-44EF-BF9F-3B6475D7A1A0}"/>
              </a:ext>
            </a:extLst>
          </p:cNvPr>
          <p:cNvSpPr>
            <a:spLocks xmlns:a="http://schemas.openxmlformats.org/drawingml/2006/main" noGrp="1"/>
          </p:cNvSpPr>
          <p:nvPr/>
        </p:nvSpPr>
        <p:spPr>
          <a:xfrm xmlns:a="http://schemas.openxmlformats.org/drawingml/2006/main">
            <a:off x="29337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8" name="figure-837">
            <a:extLst xmlns:a="http://schemas.openxmlformats.org/drawingml/2006/main">
              <a:ext uri="{FF2B5EF4-FFF2-40B4-BE49-F238E27FC236}">
                <a16:creationId xmlns:a16="http://schemas.microsoft.com/office/drawing/2014/main" id="{B0E22C02-CC3E-4475-AFBA-A3E5243ED59E}"/>
              </a:ext>
            </a:extLst>
          </p:cNvPr>
          <p:cNvSpPr>
            <a:spLocks xmlns:a="http://schemas.openxmlformats.org/drawingml/2006/main" noGrp="1"/>
          </p:cNvSpPr>
          <p:nvPr/>
        </p:nvSpPr>
        <p:spPr>
          <a:xfrm xmlns:a="http://schemas.openxmlformats.org/drawingml/2006/main">
            <a:off x="3619500" y="21145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19" name="figure-838">
            <a:extLst xmlns:a="http://schemas.openxmlformats.org/drawingml/2006/main">
              <a:ext uri="{FF2B5EF4-FFF2-40B4-BE49-F238E27FC236}">
                <a16:creationId xmlns:a16="http://schemas.microsoft.com/office/drawing/2014/main" id="{E23F32A4-CFBE-470B-ABA3-85F10220870C}"/>
              </a:ext>
            </a:extLst>
          </p:cNvPr>
          <p:cNvSpPr>
            <a:spLocks xmlns:a="http://schemas.openxmlformats.org/drawingml/2006/main" noGrp="1"/>
          </p:cNvSpPr>
          <p:nvPr/>
        </p:nvSpPr>
        <p:spPr>
          <a:xfrm xmlns:a="http://schemas.openxmlformats.org/drawingml/2006/main">
            <a:off x="8763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0" name="figure-839">
            <a:extLst xmlns:a="http://schemas.openxmlformats.org/drawingml/2006/main">
              <a:ext uri="{FF2B5EF4-FFF2-40B4-BE49-F238E27FC236}">
                <a16:creationId xmlns:a16="http://schemas.microsoft.com/office/drawing/2014/main" id="{ED9C567B-A816-45AA-96D4-84B527D84DF5}"/>
              </a:ext>
            </a:extLst>
          </p:cNvPr>
          <p:cNvSpPr>
            <a:spLocks xmlns:a="http://schemas.openxmlformats.org/drawingml/2006/main" noGrp="1"/>
          </p:cNvSpPr>
          <p:nvPr/>
        </p:nvSpPr>
        <p:spPr>
          <a:xfrm xmlns:a="http://schemas.openxmlformats.org/drawingml/2006/main">
            <a:off x="15621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1" name="figure-840">
            <a:extLst xmlns:a="http://schemas.openxmlformats.org/drawingml/2006/main">
              <a:ext uri="{FF2B5EF4-FFF2-40B4-BE49-F238E27FC236}">
                <a16:creationId xmlns:a16="http://schemas.microsoft.com/office/drawing/2014/main" id="{52DFDD51-E589-4FB7-B3DF-FEA77E6FE7AA}"/>
              </a:ext>
            </a:extLst>
          </p:cNvPr>
          <p:cNvSpPr>
            <a:spLocks xmlns:a="http://schemas.openxmlformats.org/drawingml/2006/main" noGrp="1"/>
          </p:cNvSpPr>
          <p:nvPr/>
        </p:nvSpPr>
        <p:spPr>
          <a:xfrm xmlns:a="http://schemas.openxmlformats.org/drawingml/2006/main">
            <a:off x="2247900" y="28003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2" name="figure-841">
            <a:extLst xmlns:a="http://schemas.openxmlformats.org/drawingml/2006/main">
              <a:ext uri="{FF2B5EF4-FFF2-40B4-BE49-F238E27FC236}">
                <a16:creationId xmlns:a16="http://schemas.microsoft.com/office/drawing/2014/main" id="{D8F129B8-C9DC-4FC3-A6AF-440DD714D4D3}"/>
              </a:ext>
            </a:extLst>
          </p:cNvPr>
          <p:cNvSpPr>
            <a:spLocks xmlns:a="http://schemas.openxmlformats.org/drawingml/2006/main" noGrp="1"/>
          </p:cNvSpPr>
          <p:nvPr/>
        </p:nvSpPr>
        <p:spPr>
          <a:xfrm xmlns:a="http://schemas.openxmlformats.org/drawingml/2006/main">
            <a:off x="2276475" y="28289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3" name="figure-842">
            <a:extLst xmlns:a="http://schemas.openxmlformats.org/drawingml/2006/main">
              <a:ext uri="{FF2B5EF4-FFF2-40B4-BE49-F238E27FC236}">
                <a16:creationId xmlns:a16="http://schemas.microsoft.com/office/drawing/2014/main" id="{C9F5782F-FEE5-40BA-8DFB-6DFA6D93F083}"/>
              </a:ext>
            </a:extLst>
          </p:cNvPr>
          <p:cNvSpPr>
            <a:spLocks xmlns:a="http://schemas.openxmlformats.org/drawingml/2006/main" noGrp="1"/>
          </p:cNvSpPr>
          <p:nvPr/>
        </p:nvSpPr>
        <p:spPr>
          <a:xfrm xmlns:a="http://schemas.openxmlformats.org/drawingml/2006/main">
            <a:off x="29337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4" name="figure-843">
            <a:extLst xmlns:a="http://schemas.openxmlformats.org/drawingml/2006/main">
              <a:ext uri="{FF2B5EF4-FFF2-40B4-BE49-F238E27FC236}">
                <a16:creationId xmlns:a16="http://schemas.microsoft.com/office/drawing/2014/main" id="{B5809CBF-AAEE-4E2A-81A7-800456A41024}"/>
              </a:ext>
            </a:extLst>
          </p:cNvPr>
          <p:cNvSpPr>
            <a:spLocks xmlns:a="http://schemas.openxmlformats.org/drawingml/2006/main" noGrp="1"/>
          </p:cNvSpPr>
          <p:nvPr/>
        </p:nvSpPr>
        <p:spPr>
          <a:xfrm xmlns:a="http://schemas.openxmlformats.org/drawingml/2006/main">
            <a:off x="3619500" y="28003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5" name="figure-844">
            <a:extLst xmlns:a="http://schemas.openxmlformats.org/drawingml/2006/main">
              <a:ext uri="{FF2B5EF4-FFF2-40B4-BE49-F238E27FC236}">
                <a16:creationId xmlns:a16="http://schemas.microsoft.com/office/drawing/2014/main" id="{D306B857-7B85-4414-9C67-BD2731226FD8}"/>
              </a:ext>
            </a:extLst>
          </p:cNvPr>
          <p:cNvSpPr>
            <a:spLocks xmlns:a="http://schemas.openxmlformats.org/drawingml/2006/main" noGrp="1"/>
          </p:cNvSpPr>
          <p:nvPr/>
        </p:nvSpPr>
        <p:spPr>
          <a:xfrm xmlns:a="http://schemas.openxmlformats.org/drawingml/2006/main">
            <a:off x="8763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6" name="figure-845">
            <a:extLst xmlns:a="http://schemas.openxmlformats.org/drawingml/2006/main">
              <a:ext uri="{FF2B5EF4-FFF2-40B4-BE49-F238E27FC236}">
                <a16:creationId xmlns:a16="http://schemas.microsoft.com/office/drawing/2014/main" id="{E9599551-C0B7-4C0D-8702-7823DCBCFF09}"/>
              </a:ext>
            </a:extLst>
          </p:cNvPr>
          <p:cNvSpPr>
            <a:spLocks xmlns:a="http://schemas.openxmlformats.org/drawingml/2006/main" noGrp="1"/>
          </p:cNvSpPr>
          <p:nvPr/>
        </p:nvSpPr>
        <p:spPr>
          <a:xfrm xmlns:a="http://schemas.openxmlformats.org/drawingml/2006/main">
            <a:off x="15621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27" name="figure-846">
            <a:extLst xmlns:a="http://schemas.openxmlformats.org/drawingml/2006/main">
              <a:ext uri="{FF2B5EF4-FFF2-40B4-BE49-F238E27FC236}">
                <a16:creationId xmlns:a16="http://schemas.microsoft.com/office/drawing/2014/main" id="{650D17D8-D693-40E1-83D6-CA04C5F29080}"/>
              </a:ext>
            </a:extLst>
          </p:cNvPr>
          <p:cNvSpPr>
            <a:spLocks xmlns:a="http://schemas.openxmlformats.org/drawingml/2006/main" noGrp="1"/>
          </p:cNvSpPr>
          <p:nvPr/>
        </p:nvSpPr>
        <p:spPr>
          <a:xfrm xmlns:a="http://schemas.openxmlformats.org/drawingml/2006/main">
            <a:off x="2247900" y="34861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28" name="figure-847">
            <a:extLst xmlns:a="http://schemas.openxmlformats.org/drawingml/2006/main">
              <a:ext uri="{FF2B5EF4-FFF2-40B4-BE49-F238E27FC236}">
                <a16:creationId xmlns:a16="http://schemas.microsoft.com/office/drawing/2014/main" id="{D20E59DF-46D0-47D6-850A-68C009FFE9AE}"/>
              </a:ext>
            </a:extLst>
          </p:cNvPr>
          <p:cNvSpPr>
            <a:spLocks xmlns:a="http://schemas.openxmlformats.org/drawingml/2006/main" noGrp="1"/>
          </p:cNvSpPr>
          <p:nvPr/>
        </p:nvSpPr>
        <p:spPr>
          <a:xfrm xmlns:a="http://schemas.openxmlformats.org/drawingml/2006/main">
            <a:off x="2276475" y="35147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29" name="figure-848">
            <a:extLst xmlns:a="http://schemas.openxmlformats.org/drawingml/2006/main">
              <a:ext uri="{FF2B5EF4-FFF2-40B4-BE49-F238E27FC236}">
                <a16:creationId xmlns:a16="http://schemas.microsoft.com/office/drawing/2014/main" id="{9569E4A9-4813-4175-A583-A4AE66517865}"/>
              </a:ext>
            </a:extLst>
          </p:cNvPr>
          <p:cNvSpPr>
            <a:spLocks xmlns:a="http://schemas.openxmlformats.org/drawingml/2006/main" noGrp="1"/>
          </p:cNvSpPr>
          <p:nvPr/>
        </p:nvSpPr>
        <p:spPr>
          <a:xfrm xmlns:a="http://schemas.openxmlformats.org/drawingml/2006/main">
            <a:off x="29337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0" name="figure-849">
            <a:extLst xmlns:a="http://schemas.openxmlformats.org/drawingml/2006/main">
              <a:ext uri="{FF2B5EF4-FFF2-40B4-BE49-F238E27FC236}">
                <a16:creationId xmlns:a16="http://schemas.microsoft.com/office/drawing/2014/main" id="{3230A5AC-D115-48CB-83B4-EE7A925D177F}"/>
              </a:ext>
            </a:extLst>
          </p:cNvPr>
          <p:cNvSpPr>
            <a:spLocks xmlns:a="http://schemas.openxmlformats.org/drawingml/2006/main" noGrp="1"/>
          </p:cNvSpPr>
          <p:nvPr/>
        </p:nvSpPr>
        <p:spPr>
          <a:xfrm xmlns:a="http://schemas.openxmlformats.org/drawingml/2006/main">
            <a:off x="3619500" y="34861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1" name="figure-850">
            <a:extLst xmlns:a="http://schemas.openxmlformats.org/drawingml/2006/main">
              <a:ext uri="{FF2B5EF4-FFF2-40B4-BE49-F238E27FC236}">
                <a16:creationId xmlns:a16="http://schemas.microsoft.com/office/drawing/2014/main" id="{C73DD3C0-4207-4933-9B6F-612778EC2518}"/>
              </a:ext>
            </a:extLst>
          </p:cNvPr>
          <p:cNvSpPr>
            <a:spLocks xmlns:a="http://schemas.openxmlformats.org/drawingml/2006/main" noGrp="1"/>
          </p:cNvSpPr>
          <p:nvPr/>
        </p:nvSpPr>
        <p:spPr>
          <a:xfrm xmlns:a="http://schemas.openxmlformats.org/drawingml/2006/main">
            <a:off x="8763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2" name="figure-851">
            <a:extLst xmlns:a="http://schemas.openxmlformats.org/drawingml/2006/main">
              <a:ext uri="{FF2B5EF4-FFF2-40B4-BE49-F238E27FC236}">
                <a16:creationId xmlns:a16="http://schemas.microsoft.com/office/drawing/2014/main" id="{96122774-976F-4753-A860-6CB7555689A2}"/>
              </a:ext>
            </a:extLst>
          </p:cNvPr>
          <p:cNvSpPr>
            <a:spLocks xmlns:a="http://schemas.openxmlformats.org/drawingml/2006/main" noGrp="1"/>
          </p:cNvSpPr>
          <p:nvPr/>
        </p:nvSpPr>
        <p:spPr>
          <a:xfrm xmlns:a="http://schemas.openxmlformats.org/drawingml/2006/main">
            <a:off x="15621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3" name="figure-852">
            <a:extLst xmlns:a="http://schemas.openxmlformats.org/drawingml/2006/main">
              <a:ext uri="{FF2B5EF4-FFF2-40B4-BE49-F238E27FC236}">
                <a16:creationId xmlns:a16="http://schemas.microsoft.com/office/drawing/2014/main" id="{6D1F28C3-464F-4950-8297-425DCF3D3076}"/>
              </a:ext>
            </a:extLst>
          </p:cNvPr>
          <p:cNvSpPr>
            <a:spLocks xmlns:a="http://schemas.openxmlformats.org/drawingml/2006/main" noGrp="1"/>
          </p:cNvSpPr>
          <p:nvPr/>
        </p:nvSpPr>
        <p:spPr>
          <a:xfrm xmlns:a="http://schemas.openxmlformats.org/drawingml/2006/main">
            <a:off x="2247900" y="4171950"/>
            <a:ext cx="685800" cy="685800"/>
          </a:xfrm>
          <a:prstGeom xmlns:a="http://schemas.openxmlformats.org/drawingml/2006/main" prst="rect">
            <a:avLst/>
          </a:prstGeom>
          <a:solidFill xmlns:a="http://schemas.openxmlformats.org/drawingml/2006/main">
            <a:srgbClr val="151515"/>
          </a:solidFill>
          <a:ln xmlns:a="http://schemas.openxmlformats.org/drawingml/2006/main" w="14288">
            <a:solidFill>
              <a:srgbClr val="151515"/>
            </a:solidFill>
          </a:ln>
        </p:spPr>
      </p:sp>
      <p:sp>
        <p:nvSpPr>
          <p:cNvPr id="34" name="figure-853">
            <a:extLst xmlns:a="http://schemas.openxmlformats.org/drawingml/2006/main">
              <a:ext uri="{FF2B5EF4-FFF2-40B4-BE49-F238E27FC236}">
                <a16:creationId xmlns:a16="http://schemas.microsoft.com/office/drawing/2014/main" id="{6F8CC48B-1395-4994-A3D7-3C0C9BAD745C}"/>
              </a:ext>
            </a:extLst>
          </p:cNvPr>
          <p:cNvSpPr>
            <a:spLocks xmlns:a="http://schemas.openxmlformats.org/drawingml/2006/main" noGrp="1"/>
          </p:cNvSpPr>
          <p:nvPr/>
        </p:nvSpPr>
        <p:spPr>
          <a:xfrm xmlns:a="http://schemas.openxmlformats.org/drawingml/2006/main">
            <a:off x="2276475" y="4200525"/>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벽</a:t>
            </a:r>
          </a:p>
        </p:txBody>
      </p:sp>
      <p:sp>
        <p:nvSpPr>
          <p:cNvPr id="35" name="figure-854">
            <a:extLst xmlns:a="http://schemas.openxmlformats.org/drawingml/2006/main">
              <a:ext uri="{FF2B5EF4-FFF2-40B4-BE49-F238E27FC236}">
                <a16:creationId xmlns:a16="http://schemas.microsoft.com/office/drawing/2014/main" id="{921F4855-AD82-47F6-9862-37FED1FC432B}"/>
              </a:ext>
            </a:extLst>
          </p:cNvPr>
          <p:cNvSpPr>
            <a:spLocks xmlns:a="http://schemas.openxmlformats.org/drawingml/2006/main" noGrp="1"/>
          </p:cNvSpPr>
          <p:nvPr/>
        </p:nvSpPr>
        <p:spPr>
          <a:xfrm xmlns:a="http://schemas.openxmlformats.org/drawingml/2006/main">
            <a:off x="29337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6" name="figure-855">
            <a:extLst xmlns:a="http://schemas.openxmlformats.org/drawingml/2006/main">
              <a:ext uri="{FF2B5EF4-FFF2-40B4-BE49-F238E27FC236}">
                <a16:creationId xmlns:a16="http://schemas.microsoft.com/office/drawing/2014/main" id="{5F552CE2-A949-4451-861F-9B8A10CBBEB5}"/>
              </a:ext>
            </a:extLst>
          </p:cNvPr>
          <p:cNvSpPr>
            <a:spLocks xmlns:a="http://schemas.openxmlformats.org/drawingml/2006/main" noGrp="1"/>
          </p:cNvSpPr>
          <p:nvPr/>
        </p:nvSpPr>
        <p:spPr>
          <a:xfrm xmlns:a="http://schemas.openxmlformats.org/drawingml/2006/main">
            <a:off x="3619500" y="41719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7" name="figure-856">
            <a:extLst xmlns:a="http://schemas.openxmlformats.org/drawingml/2006/main">
              <a:ext uri="{FF2B5EF4-FFF2-40B4-BE49-F238E27FC236}">
                <a16:creationId xmlns:a16="http://schemas.microsoft.com/office/drawing/2014/main" id="{860B81AD-5644-4860-A8B4-B72BD9799D28}"/>
              </a:ext>
            </a:extLst>
          </p:cNvPr>
          <p:cNvSpPr>
            <a:spLocks xmlns:a="http://schemas.openxmlformats.org/drawingml/2006/main" noGrp="1"/>
          </p:cNvSpPr>
          <p:nvPr/>
        </p:nvSpPr>
        <p:spPr>
          <a:xfrm xmlns:a="http://schemas.openxmlformats.org/drawingml/2006/main">
            <a:off x="8763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8" name="figure-857">
            <a:extLst xmlns:a="http://schemas.openxmlformats.org/drawingml/2006/main">
              <a:ext uri="{FF2B5EF4-FFF2-40B4-BE49-F238E27FC236}">
                <a16:creationId xmlns:a16="http://schemas.microsoft.com/office/drawing/2014/main" id="{85239797-5A4F-4015-BBB3-E45F3F6B6560}"/>
              </a:ext>
            </a:extLst>
          </p:cNvPr>
          <p:cNvSpPr>
            <a:spLocks xmlns:a="http://schemas.openxmlformats.org/drawingml/2006/main" noGrp="1"/>
          </p:cNvSpPr>
          <p:nvPr/>
        </p:nvSpPr>
        <p:spPr>
          <a:xfrm xmlns:a="http://schemas.openxmlformats.org/drawingml/2006/main">
            <a:off x="15621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39" name="figure-858">
            <a:extLst xmlns:a="http://schemas.openxmlformats.org/drawingml/2006/main">
              <a:ext uri="{FF2B5EF4-FFF2-40B4-BE49-F238E27FC236}">
                <a16:creationId xmlns:a16="http://schemas.microsoft.com/office/drawing/2014/main" id="{FE0757DD-53F4-4507-9A03-8A96A4465397}"/>
              </a:ext>
            </a:extLst>
          </p:cNvPr>
          <p:cNvSpPr>
            <a:spLocks xmlns:a="http://schemas.openxmlformats.org/drawingml/2006/main" noGrp="1"/>
          </p:cNvSpPr>
          <p:nvPr/>
        </p:nvSpPr>
        <p:spPr>
          <a:xfrm xmlns:a="http://schemas.openxmlformats.org/drawingml/2006/main">
            <a:off x="22479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0" name="figure-859">
            <a:extLst xmlns:a="http://schemas.openxmlformats.org/drawingml/2006/main">
              <a:ext uri="{FF2B5EF4-FFF2-40B4-BE49-F238E27FC236}">
                <a16:creationId xmlns:a16="http://schemas.microsoft.com/office/drawing/2014/main" id="{FE1A94F8-1958-4BDF-AB9A-B98AB7A5EF26}"/>
              </a:ext>
            </a:extLst>
          </p:cNvPr>
          <p:cNvSpPr>
            <a:spLocks xmlns:a="http://schemas.openxmlformats.org/drawingml/2006/main" noGrp="1"/>
          </p:cNvSpPr>
          <p:nvPr/>
        </p:nvSpPr>
        <p:spPr>
          <a:xfrm xmlns:a="http://schemas.openxmlformats.org/drawingml/2006/main">
            <a:off x="29337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1" name="figure-860">
            <a:extLst xmlns:a="http://schemas.openxmlformats.org/drawingml/2006/main">
              <a:ext uri="{FF2B5EF4-FFF2-40B4-BE49-F238E27FC236}">
                <a16:creationId xmlns:a16="http://schemas.microsoft.com/office/drawing/2014/main" id="{CE3486FE-F797-41B6-8766-F3A99F55AA69}"/>
              </a:ext>
            </a:extLst>
          </p:cNvPr>
          <p:cNvSpPr>
            <a:spLocks xmlns:a="http://schemas.openxmlformats.org/drawingml/2006/main" noGrp="1"/>
          </p:cNvSpPr>
          <p:nvPr/>
        </p:nvSpPr>
        <p:spPr>
          <a:xfrm xmlns:a="http://schemas.openxmlformats.org/drawingml/2006/main">
            <a:off x="3619500" y="4857750"/>
            <a:ext cx="68580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151515"/>
            </a:solidFill>
          </a:ln>
        </p:spPr>
      </p:sp>
      <p:sp>
        <p:nvSpPr>
          <p:cNvPr id="42" name="line-861">
            <a:extLst xmlns:a="http://schemas.openxmlformats.org/drawingml/2006/main">
              <a:ext uri="{FF2B5EF4-FFF2-40B4-BE49-F238E27FC236}">
                <a16:creationId xmlns:a16="http://schemas.microsoft.com/office/drawing/2014/main" id="{C936A381-3BAA-4FD9-A8A3-5FD2D92B7C33}"/>
              </a:ext>
            </a:extLst>
          </p:cNvPr>
          <p:cNvSpPr>
            <a:spLocks xmlns:a="http://schemas.openxmlformats.org/drawingml/2006/main" noGrp="1"/>
          </p:cNvSpPr>
          <p:nvPr/>
        </p:nvSpPr>
        <p:spPr>
          <a:xfrm xmlns:a="http://schemas.openxmlformats.org/drawingml/2006/main">
            <a:off x="1219200" y="38290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3" name="line-862">
            <a:extLst xmlns:a="http://schemas.openxmlformats.org/drawingml/2006/main">
              <a:ext uri="{FF2B5EF4-FFF2-40B4-BE49-F238E27FC236}">
                <a16:creationId xmlns:a16="http://schemas.microsoft.com/office/drawing/2014/main" id="{0E894BDC-171E-4154-B715-810727C46990}"/>
              </a:ext>
            </a:extLst>
          </p:cNvPr>
          <p:cNvSpPr>
            <a:spLocks xmlns:a="http://schemas.openxmlformats.org/drawingml/2006/main" noGrp="1"/>
          </p:cNvSpPr>
          <p:nvPr/>
        </p:nvSpPr>
        <p:spPr>
          <a:xfrm xmlns:a="http://schemas.openxmlformats.org/drawingml/2006/main">
            <a:off x="1905000" y="31432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4" name="line-863">
            <a:extLst xmlns:a="http://schemas.openxmlformats.org/drawingml/2006/main">
              <a:ext uri="{FF2B5EF4-FFF2-40B4-BE49-F238E27FC236}">
                <a16:creationId xmlns:a16="http://schemas.microsoft.com/office/drawing/2014/main" id="{66EC216B-06B1-4486-9735-D38215AC4F50}"/>
              </a:ext>
            </a:extLst>
          </p:cNvPr>
          <p:cNvSpPr>
            <a:spLocks xmlns:a="http://schemas.openxmlformats.org/drawingml/2006/main" noGrp="1"/>
          </p:cNvSpPr>
          <p:nvPr/>
        </p:nvSpPr>
        <p:spPr>
          <a:xfrm xmlns:a="http://schemas.openxmlformats.org/drawingml/2006/main">
            <a:off x="1905000" y="2457450"/>
            <a:ext cx="9525" cy="685800"/>
          </a:xfrm>
          <a:custGeom xmlns:a="http://schemas.openxmlformats.org/drawingml/2006/main">
            <a:pathLst>
              <a:path w="9525" h="685800">
                <a:moveTo>
                  <a:pt x="0" y="685800"/>
                </a:moveTo>
                <a:lnTo>
                  <a:pt x="0" y="0"/>
                </a:lnTo>
              </a:path>
            </a:pathLst>
          </a:custGeom>
          <a:noFill xmlns:a="http://schemas.openxmlformats.org/drawingml/2006/main"/>
          <a:ln xmlns:a="http://schemas.openxmlformats.org/drawingml/2006/main" w="47625">
            <a:solidFill>
              <a:srgbClr val="151515"/>
            </a:solidFill>
            <a:prstDash val="solid"/>
          </a:ln>
        </p:spPr>
      </p:sp>
      <p:sp>
        <p:nvSpPr>
          <p:cNvPr id="45" name="line-864">
            <a:extLst xmlns:a="http://schemas.openxmlformats.org/drawingml/2006/main">
              <a:ext uri="{FF2B5EF4-FFF2-40B4-BE49-F238E27FC236}">
                <a16:creationId xmlns:a16="http://schemas.microsoft.com/office/drawing/2014/main" id="{582914A2-1783-4DD8-B112-C5D821A35489}"/>
              </a:ext>
            </a:extLst>
          </p:cNvPr>
          <p:cNvSpPr>
            <a:spLocks xmlns:a="http://schemas.openxmlformats.org/drawingml/2006/main" noGrp="1"/>
          </p:cNvSpPr>
          <p:nvPr/>
        </p:nvSpPr>
        <p:spPr>
          <a:xfrm xmlns:a="http://schemas.openxmlformats.org/drawingml/2006/main">
            <a:off x="19050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6" name="line-865">
            <a:extLst xmlns:a="http://schemas.openxmlformats.org/drawingml/2006/main">
              <a:ext uri="{FF2B5EF4-FFF2-40B4-BE49-F238E27FC236}">
                <a16:creationId xmlns:a16="http://schemas.microsoft.com/office/drawing/2014/main" id="{54D51CC5-1A67-4D26-84AC-29AECEF36EC1}"/>
              </a:ext>
            </a:extLst>
          </p:cNvPr>
          <p:cNvSpPr>
            <a:spLocks xmlns:a="http://schemas.openxmlformats.org/drawingml/2006/main" noGrp="1"/>
          </p:cNvSpPr>
          <p:nvPr/>
        </p:nvSpPr>
        <p:spPr>
          <a:xfrm xmlns:a="http://schemas.openxmlformats.org/drawingml/2006/main">
            <a:off x="25908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7" name="line-866">
            <a:extLst xmlns:a="http://schemas.openxmlformats.org/drawingml/2006/main">
              <a:ext uri="{FF2B5EF4-FFF2-40B4-BE49-F238E27FC236}">
                <a16:creationId xmlns:a16="http://schemas.microsoft.com/office/drawing/2014/main" id="{71A0AFD3-CDDD-46C3-AC9E-009340919B6B}"/>
              </a:ext>
            </a:extLst>
          </p:cNvPr>
          <p:cNvSpPr>
            <a:spLocks xmlns:a="http://schemas.openxmlformats.org/drawingml/2006/main" noGrp="1"/>
          </p:cNvSpPr>
          <p:nvPr/>
        </p:nvSpPr>
        <p:spPr>
          <a:xfrm xmlns:a="http://schemas.openxmlformats.org/drawingml/2006/main">
            <a:off x="3276600" y="2457450"/>
            <a:ext cx="685800" cy="9525"/>
          </a:xfrm>
          <a:custGeom xmlns:a="http://schemas.openxmlformats.org/drawingml/2006/main">
            <a:pathLst>
              <a:path w="685800" h="9525">
                <a:moveTo>
                  <a:pt x="0" y="0"/>
                </a:moveTo>
                <a:lnTo>
                  <a:pt x="685800" y="0"/>
                </a:lnTo>
              </a:path>
            </a:pathLst>
          </a:custGeom>
          <a:noFill xmlns:a="http://schemas.openxmlformats.org/drawingml/2006/main"/>
          <a:ln xmlns:a="http://schemas.openxmlformats.org/drawingml/2006/main" w="47625">
            <a:solidFill>
              <a:srgbClr val="151515"/>
            </a:solidFill>
            <a:prstDash val="solid"/>
          </a:ln>
        </p:spPr>
      </p:sp>
      <p:sp>
        <p:nvSpPr>
          <p:cNvPr id="48" name="line-867">
            <a:extLst xmlns:a="http://schemas.openxmlformats.org/drawingml/2006/main">
              <a:ext uri="{FF2B5EF4-FFF2-40B4-BE49-F238E27FC236}">
                <a16:creationId xmlns:a16="http://schemas.microsoft.com/office/drawing/2014/main" id="{130FBF66-5C81-4F08-9F12-9B10875F3DC8}"/>
              </a:ext>
            </a:extLst>
          </p:cNvPr>
          <p:cNvSpPr>
            <a:spLocks xmlns:a="http://schemas.openxmlformats.org/drawingml/2006/main" noGrp="1"/>
          </p:cNvSpPr>
          <p:nvPr/>
        </p:nvSpPr>
        <p:spPr>
          <a:xfrm xmlns:a="http://schemas.openxmlformats.org/drawingml/2006/main">
            <a:off x="3962400" y="24574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49" name="line-868">
            <a:extLst xmlns:a="http://schemas.openxmlformats.org/drawingml/2006/main">
              <a:ext uri="{FF2B5EF4-FFF2-40B4-BE49-F238E27FC236}">
                <a16:creationId xmlns:a16="http://schemas.microsoft.com/office/drawing/2014/main" id="{11DA3F97-9C13-4157-B945-4FFB265B0608}"/>
              </a:ext>
            </a:extLst>
          </p:cNvPr>
          <p:cNvSpPr>
            <a:spLocks xmlns:a="http://schemas.openxmlformats.org/drawingml/2006/main" noGrp="1"/>
          </p:cNvSpPr>
          <p:nvPr/>
        </p:nvSpPr>
        <p:spPr>
          <a:xfrm xmlns:a="http://schemas.openxmlformats.org/drawingml/2006/main">
            <a:off x="3962400" y="3143250"/>
            <a:ext cx="9525" cy="685800"/>
          </a:xfrm>
          <a:custGeom xmlns:a="http://schemas.openxmlformats.org/drawingml/2006/main">
            <a:pathLst>
              <a:path w="9525" h="685800">
                <a:moveTo>
                  <a:pt x="0" y="0"/>
                </a:moveTo>
                <a:lnTo>
                  <a:pt x="0" y="685800"/>
                </a:lnTo>
              </a:path>
            </a:pathLst>
          </a:custGeom>
          <a:noFill xmlns:a="http://schemas.openxmlformats.org/drawingml/2006/main"/>
          <a:ln xmlns:a="http://schemas.openxmlformats.org/drawingml/2006/main" w="47625">
            <a:solidFill>
              <a:srgbClr val="151515"/>
            </a:solidFill>
            <a:prstDash val="solid"/>
          </a:ln>
        </p:spPr>
      </p:sp>
      <p:sp>
        <p:nvSpPr>
          <p:cNvPr id="50" name="figure-869">
            <a:extLst xmlns:a="http://schemas.openxmlformats.org/drawingml/2006/main">
              <a:ext uri="{FF2B5EF4-FFF2-40B4-BE49-F238E27FC236}">
                <a16:creationId xmlns:a16="http://schemas.microsoft.com/office/drawing/2014/main" id="{5AF9FE26-D04C-4A4C-9A83-F7F2ED27FFFE}"/>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1" name="figure-870">
            <a:extLst xmlns:a="http://schemas.openxmlformats.org/drawingml/2006/main">
              <a:ext uri="{FF2B5EF4-FFF2-40B4-BE49-F238E27FC236}">
                <a16:creationId xmlns:a16="http://schemas.microsoft.com/office/drawing/2014/main" id="{87BA3485-1F07-47E9-987A-D777C82C591F}"/>
              </a:ext>
            </a:extLst>
          </p:cNvPr>
          <p:cNvSpPr>
            <a:spLocks xmlns:a="http://schemas.openxmlformats.org/drawingml/2006/main" noGrp="1"/>
          </p:cNvSpPr>
          <p:nvPr/>
        </p:nvSpPr>
        <p:spPr>
          <a:xfrm xmlns:a="http://schemas.openxmlformats.org/drawingml/2006/main">
            <a:off x="10858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0</a:t>
            </a:r>
          </a:p>
        </p:txBody>
      </p:sp>
      <p:sp>
        <p:nvSpPr>
          <p:cNvPr id="52" name="figure-871">
            <a:extLst xmlns:a="http://schemas.openxmlformats.org/drawingml/2006/main">
              <a:ext uri="{FF2B5EF4-FFF2-40B4-BE49-F238E27FC236}">
                <a16:creationId xmlns:a16="http://schemas.microsoft.com/office/drawing/2014/main" id="{7EA7E1E1-6CFB-42E8-B0E6-BE6ACDF44C01}"/>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3" name="figure-872">
            <a:extLst xmlns:a="http://schemas.openxmlformats.org/drawingml/2006/main">
              <a:ext uri="{FF2B5EF4-FFF2-40B4-BE49-F238E27FC236}">
                <a16:creationId xmlns:a16="http://schemas.microsoft.com/office/drawing/2014/main" id="{BA0A3600-4ABF-4D9D-A857-0615E30558CE}"/>
              </a:ext>
            </a:extLst>
          </p:cNvPr>
          <p:cNvSpPr>
            <a:spLocks xmlns:a="http://schemas.openxmlformats.org/drawingml/2006/main" noGrp="1"/>
          </p:cNvSpPr>
          <p:nvPr/>
        </p:nvSpPr>
        <p:spPr>
          <a:xfrm xmlns:a="http://schemas.openxmlformats.org/drawingml/2006/main">
            <a:off x="17716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1</a:t>
            </a:r>
          </a:p>
        </p:txBody>
      </p:sp>
      <p:sp>
        <p:nvSpPr>
          <p:cNvPr id="54" name="figure-873">
            <a:extLst xmlns:a="http://schemas.openxmlformats.org/drawingml/2006/main">
              <a:ext uri="{FF2B5EF4-FFF2-40B4-BE49-F238E27FC236}">
                <a16:creationId xmlns:a16="http://schemas.microsoft.com/office/drawing/2014/main" id="{C34F79E4-7510-4AE1-97A7-F51433685679}"/>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5" name="figure-874">
            <a:extLst xmlns:a="http://schemas.openxmlformats.org/drawingml/2006/main">
              <a:ext uri="{FF2B5EF4-FFF2-40B4-BE49-F238E27FC236}">
                <a16:creationId xmlns:a16="http://schemas.microsoft.com/office/drawing/2014/main" id="{20AB9B4E-CE1C-4A55-BD6E-B457928D6D97}"/>
              </a:ext>
            </a:extLst>
          </p:cNvPr>
          <p:cNvSpPr>
            <a:spLocks xmlns:a="http://schemas.openxmlformats.org/drawingml/2006/main" noGrp="1"/>
          </p:cNvSpPr>
          <p:nvPr/>
        </p:nvSpPr>
        <p:spPr>
          <a:xfrm xmlns:a="http://schemas.openxmlformats.org/drawingml/2006/main">
            <a:off x="17716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2</a:t>
            </a:r>
          </a:p>
        </p:txBody>
      </p:sp>
      <p:sp>
        <p:nvSpPr>
          <p:cNvPr id="56" name="figure-875">
            <a:extLst xmlns:a="http://schemas.openxmlformats.org/drawingml/2006/main">
              <a:ext uri="{FF2B5EF4-FFF2-40B4-BE49-F238E27FC236}">
                <a16:creationId xmlns:a16="http://schemas.microsoft.com/office/drawing/2014/main" id="{A483DB78-7BCA-4C2D-97F8-F9E22E4A85C8}"/>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7" name="figure-876">
            <a:extLst xmlns:a="http://schemas.openxmlformats.org/drawingml/2006/main">
              <a:ext uri="{FF2B5EF4-FFF2-40B4-BE49-F238E27FC236}">
                <a16:creationId xmlns:a16="http://schemas.microsoft.com/office/drawing/2014/main" id="{A27A6B93-E31C-44C7-8345-26E9CF88F127}"/>
              </a:ext>
            </a:extLst>
          </p:cNvPr>
          <p:cNvSpPr>
            <a:spLocks xmlns:a="http://schemas.openxmlformats.org/drawingml/2006/main" noGrp="1"/>
          </p:cNvSpPr>
          <p:nvPr/>
        </p:nvSpPr>
        <p:spPr>
          <a:xfrm xmlns:a="http://schemas.openxmlformats.org/drawingml/2006/main">
            <a:off x="17716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3</a:t>
            </a:r>
          </a:p>
        </p:txBody>
      </p:sp>
      <p:sp>
        <p:nvSpPr>
          <p:cNvPr id="58" name="figure-877">
            <a:extLst xmlns:a="http://schemas.openxmlformats.org/drawingml/2006/main">
              <a:ext uri="{FF2B5EF4-FFF2-40B4-BE49-F238E27FC236}">
                <a16:creationId xmlns:a16="http://schemas.microsoft.com/office/drawing/2014/main" id="{758391AB-60B6-40AD-8B05-0580B0928171}"/>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59" name="figure-878">
            <a:extLst xmlns:a="http://schemas.openxmlformats.org/drawingml/2006/main">
              <a:ext uri="{FF2B5EF4-FFF2-40B4-BE49-F238E27FC236}">
                <a16:creationId xmlns:a16="http://schemas.microsoft.com/office/drawing/2014/main" id="{64510717-831B-405F-B721-7928C3F2CF39}"/>
              </a:ext>
            </a:extLst>
          </p:cNvPr>
          <p:cNvSpPr>
            <a:spLocks xmlns:a="http://schemas.openxmlformats.org/drawingml/2006/main" noGrp="1"/>
          </p:cNvSpPr>
          <p:nvPr/>
        </p:nvSpPr>
        <p:spPr>
          <a:xfrm xmlns:a="http://schemas.openxmlformats.org/drawingml/2006/main">
            <a:off x="24574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4</a:t>
            </a:r>
          </a:p>
        </p:txBody>
      </p:sp>
      <p:sp>
        <p:nvSpPr>
          <p:cNvPr id="60" name="figure-879">
            <a:extLst xmlns:a="http://schemas.openxmlformats.org/drawingml/2006/main">
              <a:ext uri="{FF2B5EF4-FFF2-40B4-BE49-F238E27FC236}">
                <a16:creationId xmlns:a16="http://schemas.microsoft.com/office/drawing/2014/main" id="{C7BF0407-EEA6-48EA-AC5C-369FE0501C81}"/>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1" name="figure-880">
            <a:extLst xmlns:a="http://schemas.openxmlformats.org/drawingml/2006/main">
              <a:ext uri="{FF2B5EF4-FFF2-40B4-BE49-F238E27FC236}">
                <a16:creationId xmlns:a16="http://schemas.microsoft.com/office/drawing/2014/main" id="{F6795692-7591-4CFD-B597-F4C152097C3A}"/>
              </a:ext>
            </a:extLst>
          </p:cNvPr>
          <p:cNvSpPr>
            <a:spLocks xmlns:a="http://schemas.openxmlformats.org/drawingml/2006/main" noGrp="1"/>
          </p:cNvSpPr>
          <p:nvPr/>
        </p:nvSpPr>
        <p:spPr>
          <a:xfrm xmlns:a="http://schemas.openxmlformats.org/drawingml/2006/main">
            <a:off x="31432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5</a:t>
            </a:r>
          </a:p>
        </p:txBody>
      </p:sp>
      <p:sp>
        <p:nvSpPr>
          <p:cNvPr id="62" name="figure-881">
            <a:extLst xmlns:a="http://schemas.openxmlformats.org/drawingml/2006/main">
              <a:ext uri="{FF2B5EF4-FFF2-40B4-BE49-F238E27FC236}">
                <a16:creationId xmlns:a16="http://schemas.microsoft.com/office/drawing/2014/main" id="{B975386E-9FD9-4768-BA64-C6E794784605}"/>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3" name="figure-882">
            <a:extLst xmlns:a="http://schemas.openxmlformats.org/drawingml/2006/main">
              <a:ext uri="{FF2B5EF4-FFF2-40B4-BE49-F238E27FC236}">
                <a16:creationId xmlns:a16="http://schemas.microsoft.com/office/drawing/2014/main" id="{776B4779-E587-4FDF-9646-189F8C7C1EAC}"/>
              </a:ext>
            </a:extLst>
          </p:cNvPr>
          <p:cNvSpPr>
            <a:spLocks xmlns:a="http://schemas.openxmlformats.org/drawingml/2006/main" noGrp="1"/>
          </p:cNvSpPr>
          <p:nvPr/>
        </p:nvSpPr>
        <p:spPr>
          <a:xfrm xmlns:a="http://schemas.openxmlformats.org/drawingml/2006/main">
            <a:off x="3829050" y="23241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6</a:t>
            </a:r>
          </a:p>
        </p:txBody>
      </p:sp>
      <p:sp>
        <p:nvSpPr>
          <p:cNvPr id="64" name="figure-883">
            <a:extLst xmlns:a="http://schemas.openxmlformats.org/drawingml/2006/main">
              <a:ext uri="{FF2B5EF4-FFF2-40B4-BE49-F238E27FC236}">
                <a16:creationId xmlns:a16="http://schemas.microsoft.com/office/drawing/2014/main" id="{FB9B6F18-2918-4529-8394-7EE4E9FBFD54}"/>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5" name="figure-884">
            <a:extLst xmlns:a="http://schemas.openxmlformats.org/drawingml/2006/main">
              <a:ext uri="{FF2B5EF4-FFF2-40B4-BE49-F238E27FC236}">
                <a16:creationId xmlns:a16="http://schemas.microsoft.com/office/drawing/2014/main" id="{EB4E6A6F-38FE-4398-8CA2-81119B7658FB}"/>
              </a:ext>
            </a:extLst>
          </p:cNvPr>
          <p:cNvSpPr>
            <a:spLocks xmlns:a="http://schemas.openxmlformats.org/drawingml/2006/main" noGrp="1"/>
          </p:cNvSpPr>
          <p:nvPr/>
        </p:nvSpPr>
        <p:spPr>
          <a:xfrm xmlns:a="http://schemas.openxmlformats.org/drawingml/2006/main">
            <a:off x="3829050" y="30099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7</a:t>
            </a:r>
          </a:p>
        </p:txBody>
      </p:sp>
      <p:sp>
        <p:nvSpPr>
          <p:cNvPr id="66" name="figure-885">
            <a:extLst xmlns:a="http://schemas.openxmlformats.org/drawingml/2006/main">
              <a:ext uri="{FF2B5EF4-FFF2-40B4-BE49-F238E27FC236}">
                <a16:creationId xmlns:a16="http://schemas.microsoft.com/office/drawing/2014/main" id="{C67AC2D2-300B-4BBC-B7C5-48C280BA4320}"/>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1515"/>
            </a:solidFill>
          </a:ln>
        </p:spPr>
      </p:sp>
      <p:sp>
        <p:nvSpPr>
          <p:cNvPr id="67" name="figure-886">
            <a:extLst xmlns:a="http://schemas.openxmlformats.org/drawingml/2006/main">
              <a:ext uri="{FF2B5EF4-FFF2-40B4-BE49-F238E27FC236}">
                <a16:creationId xmlns:a16="http://schemas.microsoft.com/office/drawing/2014/main" id="{8BC9F572-2770-42B2-8C91-D0CDD5366073}"/>
              </a:ext>
            </a:extLst>
          </p:cNvPr>
          <p:cNvSpPr>
            <a:spLocks xmlns:a="http://schemas.openxmlformats.org/drawingml/2006/main" noGrp="1"/>
          </p:cNvSpPr>
          <p:nvPr/>
        </p:nvSpPr>
        <p:spPr>
          <a:xfrm xmlns:a="http://schemas.openxmlformats.org/drawingml/2006/main">
            <a:off x="3829050" y="3695700"/>
            <a:ext cx="26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a:solidFill>
                  <a:srgbClr val="151515"/>
                </a:solidFill>
                <a:latin typeface="Malgun Gothic"/>
                <a:ea typeface="Malgun Gothic"/>
                <a:cs typeface="Malgun Gothic"/>
              </a:defRPr>
            </a:pPr>
            <a:r>
              <a:rPr sz="1425" b="1">
                <a:solidFill>
                  <a:srgbClr val="151515"/>
                </a:solidFill>
                <a:latin typeface="Malgun Gothic"/>
                <a:ea typeface="Malgun Gothic"/>
                <a:cs typeface="Malgun Gothic"/>
              </a:rPr>
              <a:t>8</a:t>
            </a:r>
          </a:p>
        </p:txBody>
      </p:sp>
      <p:sp>
        <p:nvSpPr>
          <p:cNvPr id="68" name="figure-887">
            <a:extLst xmlns:a="http://schemas.openxmlformats.org/drawingml/2006/main">
              <a:ext uri="{FF2B5EF4-FFF2-40B4-BE49-F238E27FC236}">
                <a16:creationId xmlns:a16="http://schemas.microsoft.com/office/drawing/2014/main" id="{550DA178-4BFB-4F44-80DF-D55C7CA2DFB3}"/>
              </a:ext>
            </a:extLst>
          </p:cNvPr>
          <p:cNvSpPr>
            <a:spLocks xmlns:a="http://schemas.openxmlformats.org/drawingml/2006/main" noGrp="1"/>
          </p:cNvSpPr>
          <p:nvPr/>
        </p:nvSpPr>
        <p:spPr>
          <a:xfrm xmlns:a="http://schemas.openxmlformats.org/drawingml/2006/main">
            <a:off x="5048250" y="2200275"/>
            <a:ext cx="6534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51515"/>
                </a:solidFill>
                <a:latin typeface="Malgun Gothic"/>
                <a:ea typeface="Malgun Gothic"/>
                <a:cs typeface="Malgun Gothic"/>
              </a:defRPr>
            </a:pPr>
            <a:r>
              <a:rPr sz="2625" b="1">
                <a:solidFill>
                  <a:srgbClr val="151515"/>
                </a:solidFill>
                <a:latin typeface="Malgun Gothic"/>
                <a:ea typeface="Malgun Gothic"/>
                <a:cs typeface="Malgun Gothic"/>
              </a:rPr>
              <a:t>출발 0에서 목표 8까지</a:t>
            </a:r>
          </a:p>
        </p:txBody>
      </p:sp>
      <p:sp>
        <p:nvSpPr>
          <p:cNvPr id="69" name="figure-888">
            <a:extLst xmlns:a="http://schemas.openxmlformats.org/drawingml/2006/main">
              <a:ext uri="{FF2B5EF4-FFF2-40B4-BE49-F238E27FC236}">
                <a16:creationId xmlns:a16="http://schemas.microsoft.com/office/drawing/2014/main" id="{14B2695B-897E-4CA4-A22A-3A513BB4E646}"/>
              </a:ext>
            </a:extLst>
          </p:cNvPr>
          <p:cNvSpPr>
            <a:spLocks xmlns:a="http://schemas.openxmlformats.org/drawingml/2006/main" noGrp="1"/>
          </p:cNvSpPr>
          <p:nvPr/>
        </p:nvSpPr>
        <p:spPr>
          <a:xfrm xmlns:a="http://schemas.openxmlformats.org/drawingml/2006/main">
            <a:off x="5048250" y="2933700"/>
            <a:ext cx="65341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출발 → 오른쪽 → 위 → 위</a:t>
            </a:r>
          </a:p>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 오른쪽 → 오른쪽 → 오른쪽</a:t>
            </a:r>
          </a:p>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 아래 → 아래 → 목표</a:t>
            </a:r>
          </a:p>
        </p:txBody>
      </p:sp>
      <p:sp>
        <p:nvSpPr>
          <p:cNvPr id="70" name="figure-889">
            <a:extLst xmlns:a="http://schemas.openxmlformats.org/drawingml/2006/main">
              <a:ext uri="{FF2B5EF4-FFF2-40B4-BE49-F238E27FC236}">
                <a16:creationId xmlns:a16="http://schemas.microsoft.com/office/drawing/2014/main" id="{665D2441-A64D-4A30-976F-7DE6DF777679}"/>
              </a:ext>
            </a:extLst>
          </p:cNvPr>
          <p:cNvSpPr>
            <a:spLocks xmlns:a="http://schemas.openxmlformats.org/drawingml/2006/main" noGrp="1"/>
          </p:cNvSpPr>
          <p:nvPr/>
        </p:nvSpPr>
        <p:spPr>
          <a:xfrm xmlns:a="http://schemas.openxmlformats.org/drawingml/2006/main">
            <a:off x="5048250" y="4914900"/>
            <a:ext cx="6534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51515"/>
                </a:solidFill>
                <a:latin typeface="Malgun Gothic"/>
                <a:ea typeface="Malgun Gothic"/>
                <a:cs typeface="Malgun Gothic"/>
              </a:defRPr>
            </a:pPr>
            <a:r>
              <a:rPr sz="2475" b="1">
                <a:solidFill>
                  <a:srgbClr val="151515"/>
                </a:solidFill>
                <a:latin typeface="Malgun Gothic"/>
                <a:ea typeface="Malgun Gothic"/>
                <a:cs typeface="Malgun Gothic"/>
              </a:rPr>
              <a:t>최종 길의 값 g(목표) = 8</a:t>
            </a:r>
          </a:p>
        </p:txBody>
      </p:sp>
      <p:sp>
        <p:nvSpPr>
          <p:cNvPr id="71" name="figure-890">
            <a:extLst xmlns:a="http://schemas.openxmlformats.org/drawingml/2006/main">
              <a:ext uri="{FF2B5EF4-FFF2-40B4-BE49-F238E27FC236}">
                <a16:creationId xmlns:a16="http://schemas.microsoft.com/office/drawing/2014/main" id="{FA63F85D-A882-4228-B0D1-96A3F969D915}"/>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아래쪽으로 돌아가는 길도 값 8이다. 답의 모양은 하나만 있지 않다</a:t>
            </a:r>
          </a:p>
        </p:txBody>
      </p:sp>
    </p:spTree>
    <p:extLst>
      <p:ext uri="{BB962C8B-B14F-4D97-AF65-F5344CB8AC3E}">
        <p14:creationId xmlns:p14="http://schemas.microsoft.com/office/powerpoint/2010/main" val="11436517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gure-891">
            <a:extLst xmlns:a="http://schemas.openxmlformats.org/drawingml/2006/main">
              <a:ext uri="{FF2B5EF4-FFF2-40B4-BE49-F238E27FC236}">
                <a16:creationId xmlns:a16="http://schemas.microsoft.com/office/drawing/2014/main" id="{1C356CF3-F90C-4A15-B87E-0D4776F650E0}"/>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더 싼 길을 찾으면 메모를 고친다</a:t>
            </a:r>
          </a:p>
        </p:txBody>
      </p:sp>
      <p:sp>
        <p:nvSpPr>
          <p:cNvPr id="2" name="figure-892">
            <a:extLst xmlns:a="http://schemas.openxmlformats.org/drawingml/2006/main">
              <a:ext uri="{FF2B5EF4-FFF2-40B4-BE49-F238E27FC236}">
                <a16:creationId xmlns:a16="http://schemas.microsoft.com/office/drawing/2014/main" id="{B688B66D-BEB8-4D83-AEB8-CDAD99AEBA6C}"/>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한 번 적은 값이라고 끝까지 고정하지 않는다</a:t>
            </a:r>
          </a:p>
        </p:txBody>
      </p:sp>
      <p:sp>
        <p:nvSpPr>
          <p:cNvPr id="3" name="figure-893">
            <a:extLst xmlns:a="http://schemas.openxmlformats.org/drawingml/2006/main">
              <a:ext uri="{FF2B5EF4-FFF2-40B4-BE49-F238E27FC236}">
                <a16:creationId xmlns:a16="http://schemas.microsoft.com/office/drawing/2014/main" id="{9DA55049-372F-4DB3-961F-9F4BCA04C56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26</a:t>
            </a:r>
          </a:p>
        </p:txBody>
      </p:sp>
      <p:sp>
        <p:nvSpPr>
          <p:cNvPr id="4" name="figure-894">
            <a:extLst xmlns:a="http://schemas.openxmlformats.org/drawingml/2006/main">
              <a:ext uri="{FF2B5EF4-FFF2-40B4-BE49-F238E27FC236}">
                <a16:creationId xmlns:a16="http://schemas.microsoft.com/office/drawing/2014/main" id="{F3EABF5B-4FA5-458F-B66B-79BFE271E3B6}"/>
              </a:ext>
            </a:extLst>
          </p:cNvPr>
          <p:cNvSpPr>
            <a:spLocks xmlns:a="http://schemas.openxmlformats.org/drawingml/2006/main" noGrp="1"/>
          </p:cNvSpPr>
          <p:nvPr/>
        </p:nvSpPr>
        <p:spPr>
          <a:xfrm xmlns:a="http://schemas.openxmlformats.org/drawingml/2006/main">
            <a:off x="857250" y="2562225"/>
            <a:ext cx="2000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895">
            <a:extLst xmlns:a="http://schemas.openxmlformats.org/drawingml/2006/main">
              <a:ext uri="{FF2B5EF4-FFF2-40B4-BE49-F238E27FC236}">
                <a16:creationId xmlns:a16="http://schemas.microsoft.com/office/drawing/2014/main" id="{B41A2222-C32B-4B56-AA61-4DB41CC6D4BD}"/>
              </a:ext>
            </a:extLst>
          </p:cNvPr>
          <p:cNvSpPr>
            <a:spLocks xmlns:a="http://schemas.openxmlformats.org/drawingml/2006/main" noGrp="1"/>
          </p:cNvSpPr>
          <p:nvPr/>
        </p:nvSpPr>
        <p:spPr>
          <a:xfrm xmlns:a="http://schemas.openxmlformats.org/drawingml/2006/main">
            <a:off x="933450" y="26003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 S</a:t>
            </a:r>
          </a:p>
        </p:txBody>
      </p:sp>
      <p:sp>
        <p:nvSpPr>
          <p:cNvPr id="6" name="figure-896">
            <a:extLst xmlns:a="http://schemas.openxmlformats.org/drawingml/2006/main">
              <a:ext uri="{FF2B5EF4-FFF2-40B4-BE49-F238E27FC236}">
                <a16:creationId xmlns:a16="http://schemas.microsoft.com/office/drawing/2014/main" id="{FF7214D5-652D-4B21-A6A0-8BEE7AD723D3}"/>
              </a:ext>
            </a:extLst>
          </p:cNvPr>
          <p:cNvSpPr>
            <a:spLocks xmlns:a="http://schemas.openxmlformats.org/drawingml/2006/main" noGrp="1"/>
          </p:cNvSpPr>
          <p:nvPr/>
        </p:nvSpPr>
        <p:spPr>
          <a:xfrm xmlns:a="http://schemas.openxmlformats.org/drawingml/2006/main">
            <a:off x="8191500" y="2562225"/>
            <a:ext cx="2000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7" name="figure-897">
            <a:extLst xmlns:a="http://schemas.openxmlformats.org/drawingml/2006/main">
              <a:ext uri="{FF2B5EF4-FFF2-40B4-BE49-F238E27FC236}">
                <a16:creationId xmlns:a16="http://schemas.microsoft.com/office/drawing/2014/main" id="{5167DF6B-E89A-432A-8DD8-5F90770EE3AA}"/>
              </a:ext>
            </a:extLst>
          </p:cNvPr>
          <p:cNvSpPr>
            <a:spLocks xmlns:a="http://schemas.openxmlformats.org/drawingml/2006/main" noGrp="1"/>
          </p:cNvSpPr>
          <p:nvPr/>
        </p:nvSpPr>
        <p:spPr>
          <a:xfrm xmlns:a="http://schemas.openxmlformats.org/drawingml/2006/main">
            <a:off x="8267700" y="2600325"/>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A</a:t>
            </a:r>
          </a:p>
        </p:txBody>
      </p:sp>
      <p:sp>
        <p:nvSpPr>
          <p:cNvPr id="8" name="figure-898">
            <a:extLst xmlns:a="http://schemas.openxmlformats.org/drawingml/2006/main">
              <a:ext uri="{FF2B5EF4-FFF2-40B4-BE49-F238E27FC236}">
                <a16:creationId xmlns:a16="http://schemas.microsoft.com/office/drawing/2014/main" id="{EA5C586A-C2F6-4434-B364-7EE14A264C4D}"/>
              </a:ext>
            </a:extLst>
          </p:cNvPr>
          <p:cNvSpPr>
            <a:spLocks xmlns:a="http://schemas.openxmlformats.org/drawingml/2006/main" noGrp="1"/>
          </p:cNvSpPr>
          <p:nvPr/>
        </p:nvSpPr>
        <p:spPr>
          <a:xfrm xmlns:a="http://schemas.openxmlformats.org/drawingml/2006/main">
            <a:off x="4533900" y="4419600"/>
            <a:ext cx="2000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9" name="figure-899">
            <a:extLst xmlns:a="http://schemas.openxmlformats.org/drawingml/2006/main">
              <a:ext uri="{FF2B5EF4-FFF2-40B4-BE49-F238E27FC236}">
                <a16:creationId xmlns:a16="http://schemas.microsoft.com/office/drawing/2014/main" id="{9FA949D9-86C2-4A33-9780-5884AE5F25C6}"/>
              </a:ext>
            </a:extLst>
          </p:cNvPr>
          <p:cNvSpPr>
            <a:spLocks xmlns:a="http://schemas.openxmlformats.org/drawingml/2006/main" noGrp="1"/>
          </p:cNvSpPr>
          <p:nvPr/>
        </p:nvSpPr>
        <p:spPr>
          <a:xfrm xmlns:a="http://schemas.openxmlformats.org/drawingml/2006/main">
            <a:off x="4610100" y="4457700"/>
            <a:ext cx="1847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B</a:t>
            </a:r>
          </a:p>
        </p:txBody>
      </p:sp>
      <p:sp>
        <p:nvSpPr>
          <p:cNvPr id="10" name="line-900">
            <a:extLst xmlns:a="http://schemas.openxmlformats.org/drawingml/2006/main">
              <a:ext uri="{FF2B5EF4-FFF2-40B4-BE49-F238E27FC236}">
                <a16:creationId xmlns:a16="http://schemas.microsoft.com/office/drawing/2014/main" id="{F2815FCD-D1EF-44F3-961E-4367FD62C16D}"/>
              </a:ext>
            </a:extLst>
          </p:cNvPr>
          <p:cNvSpPr>
            <a:spLocks xmlns:a="http://schemas.openxmlformats.org/drawingml/2006/main" noGrp="1"/>
          </p:cNvSpPr>
          <p:nvPr/>
        </p:nvSpPr>
        <p:spPr>
          <a:xfrm xmlns:a="http://schemas.openxmlformats.org/drawingml/2006/main">
            <a:off x="2857500" y="2943225"/>
            <a:ext cx="5334000" cy="9525"/>
          </a:xfrm>
          <a:custGeom xmlns:a="http://schemas.openxmlformats.org/drawingml/2006/main">
            <a:pathLst>
              <a:path w="5334000" h="9525">
                <a:moveTo>
                  <a:pt x="0" y="0"/>
                </a:moveTo>
                <a:lnTo>
                  <a:pt x="5334000" y="0"/>
                </a:lnTo>
              </a:path>
            </a:pathLst>
          </a:custGeom>
          <a:noFill xmlns:a="http://schemas.openxmlformats.org/drawingml/2006/main"/>
          <a:ln xmlns:a="http://schemas.openxmlformats.org/drawingml/2006/main" w="28575">
            <a:solidFill>
              <a:srgbClr val="151515"/>
            </a:solidFill>
            <a:prstDash val="solid"/>
          </a:ln>
        </p:spPr>
      </p:sp>
      <p:sp>
        <p:nvSpPr>
          <p:cNvPr id="11" name="figure-901">
            <a:extLst xmlns:a="http://schemas.openxmlformats.org/drawingml/2006/main">
              <a:ext uri="{FF2B5EF4-FFF2-40B4-BE49-F238E27FC236}">
                <a16:creationId xmlns:a16="http://schemas.microsoft.com/office/drawing/2014/main" id="{52977930-E123-43B3-A8FA-56A128333FF0}"/>
              </a:ext>
            </a:extLst>
          </p:cNvPr>
          <p:cNvSpPr>
            <a:spLocks xmlns:a="http://schemas.openxmlformats.org/drawingml/2006/main" noGrp="1"/>
          </p:cNvSpPr>
          <p:nvPr/>
        </p:nvSpPr>
        <p:spPr>
          <a:xfrm xmlns:a="http://schemas.openxmlformats.org/drawingml/2006/main">
            <a:off x="3943350" y="222885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바로 가면 값 5</a:t>
            </a:r>
          </a:p>
        </p:txBody>
      </p:sp>
      <p:sp>
        <p:nvSpPr>
          <p:cNvPr id="12" name="line-902">
            <a:extLst xmlns:a="http://schemas.openxmlformats.org/drawingml/2006/main">
              <a:ext uri="{FF2B5EF4-FFF2-40B4-BE49-F238E27FC236}">
                <a16:creationId xmlns:a16="http://schemas.microsoft.com/office/drawing/2014/main" id="{A2C6BDBE-1817-4F26-9FE7-40F5259ABB89}"/>
              </a:ext>
            </a:extLst>
          </p:cNvPr>
          <p:cNvSpPr>
            <a:spLocks xmlns:a="http://schemas.openxmlformats.org/drawingml/2006/main" noGrp="1"/>
          </p:cNvSpPr>
          <p:nvPr/>
        </p:nvSpPr>
        <p:spPr>
          <a:xfrm xmlns:a="http://schemas.openxmlformats.org/drawingml/2006/main">
            <a:off x="1857375" y="3324225"/>
            <a:ext cx="3676650" cy="1095375"/>
          </a:xfrm>
          <a:custGeom xmlns:a="http://schemas.openxmlformats.org/drawingml/2006/main">
            <a:pathLst>
              <a:path w="3676650" h="1095375">
                <a:moveTo>
                  <a:pt x="0" y="0"/>
                </a:moveTo>
                <a:lnTo>
                  <a:pt x="3676650" y="1095375"/>
                </a:lnTo>
              </a:path>
            </a:pathLst>
          </a:custGeom>
          <a:noFill xmlns:a="http://schemas.openxmlformats.org/drawingml/2006/main"/>
          <a:ln xmlns:a="http://schemas.openxmlformats.org/drawingml/2006/main" w="28575">
            <a:solidFill>
              <a:srgbClr val="151515"/>
            </a:solidFill>
            <a:prstDash val="solid"/>
          </a:ln>
        </p:spPr>
      </p:sp>
      <p:sp>
        <p:nvSpPr>
          <p:cNvPr id="13" name="line-903">
            <a:extLst xmlns:a="http://schemas.openxmlformats.org/drawingml/2006/main">
              <a:ext uri="{FF2B5EF4-FFF2-40B4-BE49-F238E27FC236}">
                <a16:creationId xmlns:a16="http://schemas.microsoft.com/office/drawing/2014/main" id="{90FF9BB7-03A5-4AB3-864F-B89B58E2AF30}"/>
              </a:ext>
            </a:extLst>
          </p:cNvPr>
          <p:cNvSpPr>
            <a:spLocks xmlns:a="http://schemas.openxmlformats.org/drawingml/2006/main" noGrp="1"/>
          </p:cNvSpPr>
          <p:nvPr/>
        </p:nvSpPr>
        <p:spPr>
          <a:xfrm xmlns:a="http://schemas.openxmlformats.org/drawingml/2006/main">
            <a:off x="6534150" y="3324225"/>
            <a:ext cx="2657475" cy="1476375"/>
          </a:xfrm>
          <a:custGeom xmlns:a="http://schemas.openxmlformats.org/drawingml/2006/main">
            <a:pathLst>
              <a:path w="2657475" h="1476375">
                <a:moveTo>
                  <a:pt x="0" y="1476375"/>
                </a:moveTo>
                <a:lnTo>
                  <a:pt x="2657475" y="0"/>
                </a:lnTo>
              </a:path>
            </a:pathLst>
          </a:custGeom>
          <a:noFill xmlns:a="http://schemas.openxmlformats.org/drawingml/2006/main"/>
          <a:ln xmlns:a="http://schemas.openxmlformats.org/drawingml/2006/main" w="28575">
            <a:solidFill>
              <a:srgbClr val="151515"/>
            </a:solidFill>
            <a:prstDash val="solid"/>
          </a:ln>
        </p:spPr>
      </p:sp>
      <p:sp>
        <p:nvSpPr>
          <p:cNvPr id="14" name="figure-904">
            <a:extLst xmlns:a="http://schemas.openxmlformats.org/drawingml/2006/main">
              <a:ext uri="{FF2B5EF4-FFF2-40B4-BE49-F238E27FC236}">
                <a16:creationId xmlns:a16="http://schemas.microsoft.com/office/drawing/2014/main" id="{0A30F772-149F-493A-8453-F6AF5B64516C}"/>
              </a:ext>
            </a:extLst>
          </p:cNvPr>
          <p:cNvSpPr>
            <a:spLocks xmlns:a="http://schemas.openxmlformats.org/drawingml/2006/main" noGrp="1"/>
          </p:cNvSpPr>
          <p:nvPr/>
        </p:nvSpPr>
        <p:spPr>
          <a:xfrm xmlns:a="http://schemas.openxmlformats.org/drawingml/2006/main">
            <a:off x="2476500" y="4029075"/>
            <a:ext cx="1438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값 1</a:t>
            </a:r>
          </a:p>
        </p:txBody>
      </p:sp>
      <p:sp>
        <p:nvSpPr>
          <p:cNvPr id="15" name="figure-905">
            <a:extLst xmlns:a="http://schemas.openxmlformats.org/drawingml/2006/main">
              <a:ext uri="{FF2B5EF4-FFF2-40B4-BE49-F238E27FC236}">
                <a16:creationId xmlns:a16="http://schemas.microsoft.com/office/drawing/2014/main" id="{70F19992-FC7B-4E7E-A0E4-CE07CDF86F5B}"/>
              </a:ext>
            </a:extLst>
          </p:cNvPr>
          <p:cNvSpPr>
            <a:spLocks xmlns:a="http://schemas.openxmlformats.org/drawingml/2006/main" noGrp="1"/>
          </p:cNvSpPr>
          <p:nvPr/>
        </p:nvSpPr>
        <p:spPr>
          <a:xfrm xmlns:a="http://schemas.openxmlformats.org/drawingml/2006/main">
            <a:off x="8972550" y="4029075"/>
            <a:ext cx="1438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값 1</a:t>
            </a:r>
          </a:p>
        </p:txBody>
      </p:sp>
      <p:sp>
        <p:nvSpPr>
          <p:cNvPr id="16" name="figure-906">
            <a:extLst xmlns:a="http://schemas.openxmlformats.org/drawingml/2006/main">
              <a:ext uri="{FF2B5EF4-FFF2-40B4-BE49-F238E27FC236}">
                <a16:creationId xmlns:a16="http://schemas.microsoft.com/office/drawing/2014/main" id="{B854700F-ADB8-4D5B-8263-1729FE92776A}"/>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A의 온 값: 5에서 2로 수정. “출발에서 왔다”도 “B에서 왔다”로 수정</a:t>
            </a:r>
          </a:p>
        </p:txBody>
      </p:sp>
    </p:spTree>
    <p:extLst>
      <p:ext uri="{BB962C8B-B14F-4D97-AF65-F5344CB8AC3E}">
        <p14:creationId xmlns:p14="http://schemas.microsoft.com/office/powerpoint/2010/main" val="3333091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907">
            <a:extLst xmlns:a="http://schemas.openxmlformats.org/drawingml/2006/main">
              <a:ext uri="{FF2B5EF4-FFF2-40B4-BE49-F238E27FC236}">
                <a16:creationId xmlns:a16="http://schemas.microsoft.com/office/drawing/2014/main" id="{F85133FD-4AC5-4B6D-B353-932AC009F9F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남은 값은 너무 크게 짐작하지 않는다</a:t>
            </a:r>
          </a:p>
        </p:txBody>
      </p:sp>
      <p:sp>
        <p:nvSpPr>
          <p:cNvPr id="2" name="figure-908">
            <a:extLst xmlns:a="http://schemas.openxmlformats.org/drawingml/2006/main">
              <a:ext uri="{FF2B5EF4-FFF2-40B4-BE49-F238E27FC236}">
                <a16:creationId xmlns:a16="http://schemas.microsoft.com/office/drawing/2014/main" id="{ACF6B451-491D-4139-81F6-A0B6EF8F57E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가장 싼 길을 보장하려면 실제 최소 비용보다 크게 잡지 않는다</a:t>
            </a:r>
          </a:p>
        </p:txBody>
      </p:sp>
      <p:sp>
        <p:nvSpPr>
          <p:cNvPr id="3" name="figure-909">
            <a:extLst xmlns:a="http://schemas.openxmlformats.org/drawingml/2006/main">
              <a:ext uri="{FF2B5EF4-FFF2-40B4-BE49-F238E27FC236}">
                <a16:creationId xmlns:a16="http://schemas.microsoft.com/office/drawing/2014/main" id="{DC05DC62-5716-4284-9554-1FDAAC38B28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27</a:t>
            </a:r>
          </a:p>
        </p:txBody>
      </p:sp>
      <p:graphicFrame>
        <p:nvGraphicFramePr>
          <p:cNvPr id="9" name=""/>
          <p:cNvGraphicFramePr/>
          <p:nvPr/>
        </p:nvGraphicFramePr>
        <p:xfrm>
          <a:off xmlns:a="http://schemas.openxmlformats.org/drawingml/2006/main" x="609600" y="2133600"/>
          <a:ext xmlns:a="http://schemas.openxmlformats.org/drawingml/2006/main" cx="10972800" cy="3114675"/>
        </p:xfrm>
        <a:graphic xmlns:a="http://schemas.openxmlformats.org/drawingml/2006/main">
          <a:graphicData uri="http://schemas.openxmlformats.org/drawingml/2006/table">
            <a:tbl>
              <a:tblPr/>
              <a:tblGrid>
                <a:gridCol w="4305300"/>
                <a:gridCol w="6667500"/>
              </a:tblGrid>
              <a:tr h="778669">
                <a:tc>
                  <a:txBody>
                    <a:bodyPr lIns="152400" tIns="85725" rIns="114300" bIns="85725">
                      <a:noAutofit/>
                    </a:bodyPr>
                    <a:lstStyle/>
                    <a:p>
                      <a:r>
                        <a:rPr sz="2025" b="1">
                          <a:solidFill>
                            <a:srgbClr val="FFFFFF"/>
                          </a:solidFill>
                          <a:latin typeface="Malgun Gothic"/>
                          <a:ea typeface="Malgun Gothic"/>
                          <a:cs typeface="Malgun Gothic"/>
                        </a:rPr>
                        <a:t>실제 남은 최소 비용이 5라면</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예상의 뜻</a:t>
                      </a:r>
                    </a:p>
                  </a:txBody>
                  <a:tcPr marL="91440" marR="91440" marT="45720" marB="45720" anchor="ctr">
                    <a:solidFill>
                      <a:srgbClr val="151515"/>
                    </a:solidFill>
                  </a:tcPr>
                </a:tc>
              </a:tr>
              <a:tr h="778669">
                <a:tc>
                  <a:txBody>
                    <a:bodyPr lIns="152400" tIns="85725" rIns="114300" bIns="85725">
                      <a:noAutofit/>
                    </a:bodyPr>
                    <a:lstStyle/>
                    <a:p>
                      <a:r>
                        <a:rPr sz="2025" b="0">
                          <a:solidFill>
                            <a:srgbClr val="151515"/>
                          </a:solidFill>
                          <a:latin typeface="Malgun Gothic"/>
                          <a:ea typeface="Malgun Gothic"/>
                          <a:cs typeface="Malgun Gothic"/>
                        </a:rPr>
                        <a:t>3으로 예상</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가능하다. 다만 더 많은 후보를 볼 수 있다</a:t>
                      </a:r>
                    </a:p>
                  </a:txBody>
                  <a:tcPr marL="91440" marR="91440" marT="45720" marB="45720" anchor="ctr">
                    <a:solidFill>
                      <a:srgbClr val="FFFFFF"/>
                    </a:solidFill>
                  </a:tcPr>
                </a:tc>
              </a:tr>
              <a:tr h="778669">
                <a:tc>
                  <a:txBody>
                    <a:bodyPr lIns="152400" tIns="85725" rIns="114300" bIns="85725">
                      <a:noAutofit/>
                    </a:bodyPr>
                    <a:lstStyle/>
                    <a:p>
                      <a:r>
                        <a:rPr sz="2025" b="0">
                          <a:solidFill>
                            <a:srgbClr val="151515"/>
                          </a:solidFill>
                          <a:latin typeface="Malgun Gothic"/>
                          <a:ea typeface="Malgun Gothic"/>
                          <a:cs typeface="Malgun Gothic"/>
                        </a:rPr>
                        <a:t>5로 예상</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가능하다. 실제 값과 같다</a:t>
                      </a:r>
                    </a:p>
                  </a:txBody>
                  <a:tcPr marL="91440" marR="91440" marT="45720" marB="45720" anchor="ctr">
                    <a:solidFill>
                      <a:srgbClr val="F6F6F6"/>
                    </a:solidFill>
                  </a:tcPr>
                </a:tc>
              </a:tr>
              <a:tr h="778669">
                <a:tc>
                  <a:txBody>
                    <a:bodyPr lIns="152400" tIns="85725" rIns="114300" bIns="85725">
                      <a:noAutofit/>
                    </a:bodyPr>
                    <a:lstStyle/>
                    <a:p>
                      <a:r>
                        <a:rPr sz="2025" b="0">
                          <a:solidFill>
                            <a:srgbClr val="151515"/>
                          </a:solidFill>
                          <a:latin typeface="Malgun Gothic"/>
                          <a:ea typeface="Malgun Gothic"/>
                          <a:cs typeface="Malgun Gothic"/>
                        </a:rPr>
                        <a:t>9로 예상</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너무 크게 잡았다. 가장 싼 길 보장이 깨질 수 있다</a:t>
                      </a:r>
                    </a:p>
                  </a:txBody>
                  <a:tcPr marL="91440" marR="91440" marT="45720" marB="45720" anchor="ctr">
                    <a:solidFill>
                      <a:srgbClr val="FFFFFF"/>
                    </a:solidFill>
                  </a:tcPr>
                </a:tc>
              </a:tr>
            </a:tbl>
          </a:graphicData>
        </a:graphic>
      </p:graphicFrame>
      <p:sp>
        <p:nvSpPr>
          <p:cNvPr id="5" name="figure-910">
            <a:extLst xmlns:a="http://schemas.openxmlformats.org/drawingml/2006/main">
              <a:ext uri="{FF2B5EF4-FFF2-40B4-BE49-F238E27FC236}">
                <a16:creationId xmlns:a16="http://schemas.microsoft.com/office/drawing/2014/main" id="{37320FDF-9E12-4EBD-BD62-9D5BE7231917}"/>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우리 지도는 벽을 빼고 세어서 실제보다 크게 예상하지 않는다</a:t>
            </a:r>
          </a:p>
        </p:txBody>
      </p:sp>
    </p:spTree>
    <p:extLst>
      <p:ext uri="{BB962C8B-B14F-4D97-AF65-F5344CB8AC3E}">
        <p14:creationId xmlns:p14="http://schemas.microsoft.com/office/powerpoint/2010/main" val="163776493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911">
            <a:extLst xmlns:a="http://schemas.openxmlformats.org/drawingml/2006/main">
              <a:ext uri="{FF2B5EF4-FFF2-40B4-BE49-F238E27FC236}">
                <a16:creationId xmlns:a16="http://schemas.microsoft.com/office/drawing/2014/main" id="{6A0A912F-3CD6-4151-8CE8-581F1AD26FF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남은 예상 값을 0으로 두면 어떻게 될까?</a:t>
            </a:r>
          </a:p>
        </p:txBody>
      </p:sp>
      <p:sp>
        <p:nvSpPr>
          <p:cNvPr id="2" name="figure-912">
            <a:extLst xmlns:a="http://schemas.openxmlformats.org/drawingml/2006/main">
              <a:ext uri="{FF2B5EF4-FFF2-40B4-BE49-F238E27FC236}">
                <a16:creationId xmlns:a16="http://schemas.microsoft.com/office/drawing/2014/main" id="{848F9006-A5AF-4604-9F51-4254B63ECF9A}"/>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온 값만 비교하며 싼 곳부터 넓게 살펴본다</a:t>
            </a:r>
          </a:p>
        </p:txBody>
      </p:sp>
      <p:sp>
        <p:nvSpPr>
          <p:cNvPr id="3" name="figure-913">
            <a:extLst xmlns:a="http://schemas.openxmlformats.org/drawingml/2006/main">
              <a:ext uri="{FF2B5EF4-FFF2-40B4-BE49-F238E27FC236}">
                <a16:creationId xmlns:a16="http://schemas.microsoft.com/office/drawing/2014/main" id="{2119BA7C-8D97-467D-A2C5-2D7A7894C742}"/>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28</a:t>
            </a:r>
          </a:p>
        </p:txBody>
      </p:sp>
      <p:graphicFrame>
        <p:nvGraphicFramePr>
          <p:cNvPr id="9" name=""/>
          <p:cNvGraphicFramePr/>
          <p:nvPr/>
        </p:nvGraphicFramePr>
        <p:xfrm>
          <a:off xmlns:a="http://schemas.openxmlformats.org/drawingml/2006/main" x="609600" y="2209800"/>
          <a:ext xmlns:a="http://schemas.openxmlformats.org/drawingml/2006/main" cx="10972800" cy="3038475"/>
        </p:xfrm>
        <a:graphic xmlns:a="http://schemas.openxmlformats.org/drawingml/2006/main">
          <a:graphicData uri="http://schemas.openxmlformats.org/drawingml/2006/table">
            <a:tbl>
              <a:tblPr/>
              <a:tblGrid>
                <a:gridCol w="4191000"/>
                <a:gridCol w="6781800"/>
              </a:tblGrid>
              <a:tr h="759619">
                <a:tc>
                  <a:txBody>
                    <a:bodyPr lIns="152400" tIns="85725" rIns="114300" bIns="85725">
                      <a:noAutofit/>
                    </a:bodyPr>
                    <a:lstStyle/>
                    <a:p>
                      <a:r>
                        <a:rPr sz="2025" b="1">
                          <a:solidFill>
                            <a:srgbClr val="FFFFFF"/>
                          </a:solidFill>
                          <a:latin typeface="Malgun Gothic"/>
                          <a:ea typeface="Malgun Gothic"/>
                          <a:cs typeface="Malgun Gothic"/>
                        </a:rPr>
                        <a:t>방법</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먼저 보는 기준</a:t>
                      </a:r>
                    </a:p>
                  </a:txBody>
                  <a:tcPr marL="91440" marR="91440" marT="45720" marB="45720" anchor="ctr">
                    <a:solidFill>
                      <a:srgbClr val="151515"/>
                    </a:solidFill>
                  </a:tcPr>
                </a:tc>
              </a:tr>
              <a:tr h="759619">
                <a:tc>
                  <a:txBody>
                    <a:bodyPr lIns="152400" tIns="85725" rIns="114300" bIns="85725">
                      <a:noAutofit/>
                    </a:bodyPr>
                    <a:lstStyle/>
                    <a:p>
                      <a:r>
                        <a:rPr sz="2025" b="0">
                          <a:solidFill>
                            <a:srgbClr val="151515"/>
                          </a:solidFill>
                          <a:latin typeface="Malgun Gothic"/>
                          <a:ea typeface="Malgun Gothic"/>
                          <a:cs typeface="Malgun Gothic"/>
                        </a:rPr>
                        <a:t>BFS · 너비 우선 탐색</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출발에서 이동 횟수가 적은 곳부터</a:t>
                      </a:r>
                    </a:p>
                  </a:txBody>
                  <a:tcPr marL="91440" marR="91440" marT="45720" marB="45720" anchor="ctr">
                    <a:solidFill>
                      <a:srgbClr val="FFFFFF"/>
                    </a:solidFill>
                  </a:tcPr>
                </a:tc>
              </a:tr>
              <a:tr h="759619">
                <a:tc>
                  <a:txBody>
                    <a:bodyPr lIns="152400" tIns="85725" rIns="114300" bIns="85725">
                      <a:noAutofit/>
                    </a:bodyPr>
                    <a:lstStyle/>
                    <a:p>
                      <a:r>
                        <a:rPr sz="2025" b="0">
                          <a:solidFill>
                            <a:srgbClr val="151515"/>
                          </a:solidFill>
                          <a:latin typeface="Malgun Gothic"/>
                          <a:ea typeface="Malgun Gothic"/>
                          <a:cs typeface="Malgun Gothic"/>
                        </a:rPr>
                        <a:t>Dijkstra · 다익스트라</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지금까지 든 값이 작은 곳부터</a:t>
                      </a:r>
                    </a:p>
                  </a:txBody>
                  <a:tcPr marL="91440" marR="91440" marT="45720" marB="45720" anchor="ctr">
                    <a:solidFill>
                      <a:srgbClr val="F6F6F6"/>
                    </a:solidFill>
                  </a:tcPr>
                </a:tc>
              </a:tr>
              <a:tr h="759619">
                <a:tc>
                  <a:txBody>
                    <a:bodyPr lIns="152400" tIns="85725" rIns="114300" bIns="85725">
                      <a:noAutofit/>
                    </a:bodyPr>
                    <a:lstStyle/>
                    <a:p>
                      <a:r>
                        <a:rPr sz="2025" b="0">
                          <a:solidFill>
                            <a:srgbClr val="151515"/>
                          </a:solidFill>
                          <a:latin typeface="Malgun Gothic"/>
                          <a:ea typeface="Malgun Gothic"/>
                          <a:cs typeface="Malgun Gothic"/>
                        </a:rPr>
                        <a:t>A* · 에이 스타</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온 값 + 남을 값의 예상이 작은 곳부터</a:t>
                      </a:r>
                    </a:p>
                  </a:txBody>
                  <a:tcPr marL="91440" marR="91440" marT="45720" marB="45720" anchor="ctr">
                    <a:solidFill>
                      <a:srgbClr val="FFFFFF"/>
                    </a:solidFill>
                  </a:tcPr>
                </a:tc>
              </a:tr>
            </a:tbl>
          </a:graphicData>
        </a:graphic>
      </p:graphicFrame>
      <p:sp>
        <p:nvSpPr>
          <p:cNvPr id="5" name="figure-914">
            <a:extLst xmlns:a="http://schemas.openxmlformats.org/drawingml/2006/main">
              <a:ext uri="{FF2B5EF4-FFF2-40B4-BE49-F238E27FC236}">
                <a16:creationId xmlns:a16="http://schemas.microsoft.com/office/drawing/2014/main" id="{EEBD6430-51F3-48C0-82DC-CB3E19FE509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모든 이동 값이 같으면 BFS도 된다. 값이 다르면 이동 횟수만 세지 않는다</a:t>
            </a:r>
          </a:p>
        </p:txBody>
      </p:sp>
    </p:spTree>
    <p:extLst>
      <p:ext uri="{BB962C8B-B14F-4D97-AF65-F5344CB8AC3E}">
        <p14:creationId xmlns:p14="http://schemas.microsoft.com/office/powerpoint/2010/main" val="39891735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915">
            <a:extLst xmlns:a="http://schemas.openxmlformats.org/drawingml/2006/main">
              <a:ext uri="{FF2B5EF4-FFF2-40B4-BE49-F238E27FC236}">
                <a16:creationId xmlns:a16="http://schemas.microsoft.com/office/drawing/2014/main" id="{AC8EDDD7-ED1F-491A-8B29-390E59D71C9C}"/>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대각선도 허용하면 셈법이 달라진다</a:t>
            </a:r>
          </a:p>
        </p:txBody>
      </p:sp>
      <p:sp>
        <p:nvSpPr>
          <p:cNvPr id="2" name="figure-916">
            <a:extLst xmlns:a="http://schemas.openxmlformats.org/drawingml/2006/main">
              <a:ext uri="{FF2B5EF4-FFF2-40B4-BE49-F238E27FC236}">
                <a16:creationId xmlns:a16="http://schemas.microsoft.com/office/drawing/2014/main" id="{1F2D6C5F-F3E7-4C08-A06E-5F1C60362BB9}"/>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움직이는 규칙에 맞춰 남은 값을 예상한다</a:t>
            </a:r>
          </a:p>
        </p:txBody>
      </p:sp>
      <p:sp>
        <p:nvSpPr>
          <p:cNvPr id="3" name="figure-917">
            <a:extLst xmlns:a="http://schemas.openxmlformats.org/drawingml/2006/main">
              <a:ext uri="{FF2B5EF4-FFF2-40B4-BE49-F238E27FC236}">
                <a16:creationId xmlns:a16="http://schemas.microsoft.com/office/drawing/2014/main" id="{C51B8E3C-E85E-4A50-A967-097D811F3004}"/>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29</a:t>
            </a:r>
          </a:p>
        </p:txBody>
      </p:sp>
      <p:sp>
        <p:nvSpPr>
          <p:cNvPr id="4" name="figure-918">
            <a:extLst xmlns:a="http://schemas.openxmlformats.org/drawingml/2006/main">
              <a:ext uri="{FF2B5EF4-FFF2-40B4-BE49-F238E27FC236}">
                <a16:creationId xmlns:a16="http://schemas.microsoft.com/office/drawing/2014/main" id="{E390A21B-CA1F-4465-A6C2-7CC08E2E59CC}"/>
              </a:ext>
            </a:extLst>
          </p:cNvPr>
          <p:cNvSpPr>
            <a:spLocks xmlns:a="http://schemas.openxmlformats.org/drawingml/2006/main" noGrp="1"/>
          </p:cNvSpPr>
          <p:nvPr/>
        </p:nvSpPr>
        <p:spPr>
          <a:xfrm xmlns:a="http://schemas.openxmlformats.org/drawingml/2006/main">
            <a:off x="952500" y="3695700"/>
            <a:ext cx="17145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919">
            <a:extLst xmlns:a="http://schemas.openxmlformats.org/drawingml/2006/main">
              <a:ext uri="{FF2B5EF4-FFF2-40B4-BE49-F238E27FC236}">
                <a16:creationId xmlns:a16="http://schemas.microsoft.com/office/drawing/2014/main" id="{CFCDA2B4-1F11-4634-A2EB-4EE77F046CCF}"/>
              </a:ext>
            </a:extLst>
          </p:cNvPr>
          <p:cNvSpPr>
            <a:spLocks xmlns:a="http://schemas.openxmlformats.org/drawingml/2006/main" noGrp="1"/>
          </p:cNvSpPr>
          <p:nvPr/>
        </p:nvSpPr>
        <p:spPr>
          <a:xfrm xmlns:a="http://schemas.openxmlformats.org/drawingml/2006/main">
            <a:off x="1028700" y="3733800"/>
            <a:ext cx="1562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출발</a:t>
            </a:r>
          </a:p>
        </p:txBody>
      </p:sp>
      <p:sp>
        <p:nvSpPr>
          <p:cNvPr id="6" name="figure-920">
            <a:extLst xmlns:a="http://schemas.openxmlformats.org/drawingml/2006/main">
              <a:ext uri="{FF2B5EF4-FFF2-40B4-BE49-F238E27FC236}">
                <a16:creationId xmlns:a16="http://schemas.microsoft.com/office/drawing/2014/main" id="{A677BBE1-9A00-45C5-89F5-F1A1E566748E}"/>
              </a:ext>
            </a:extLst>
          </p:cNvPr>
          <p:cNvSpPr>
            <a:spLocks xmlns:a="http://schemas.openxmlformats.org/drawingml/2006/main" noGrp="1"/>
          </p:cNvSpPr>
          <p:nvPr/>
        </p:nvSpPr>
        <p:spPr>
          <a:xfrm xmlns:a="http://schemas.openxmlformats.org/drawingml/2006/main">
            <a:off x="4191000" y="2085975"/>
            <a:ext cx="17145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7" name="figure-921">
            <a:extLst xmlns:a="http://schemas.openxmlformats.org/drawingml/2006/main">
              <a:ext uri="{FF2B5EF4-FFF2-40B4-BE49-F238E27FC236}">
                <a16:creationId xmlns:a16="http://schemas.microsoft.com/office/drawing/2014/main" id="{B71C68F5-9B55-4F09-92CB-47D46D55AAB9}"/>
              </a:ext>
            </a:extLst>
          </p:cNvPr>
          <p:cNvSpPr>
            <a:spLocks xmlns:a="http://schemas.openxmlformats.org/drawingml/2006/main" noGrp="1"/>
          </p:cNvSpPr>
          <p:nvPr/>
        </p:nvSpPr>
        <p:spPr>
          <a:xfrm xmlns:a="http://schemas.openxmlformats.org/drawingml/2006/main">
            <a:off x="4267200" y="2124075"/>
            <a:ext cx="1562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목표</a:t>
            </a:r>
          </a:p>
        </p:txBody>
      </p:sp>
      <p:sp>
        <p:nvSpPr>
          <p:cNvPr id="8" name="line-922">
            <a:extLst xmlns:a="http://schemas.openxmlformats.org/drawingml/2006/main">
              <a:ext uri="{FF2B5EF4-FFF2-40B4-BE49-F238E27FC236}">
                <a16:creationId xmlns:a16="http://schemas.microsoft.com/office/drawing/2014/main" id="{F2DEB60F-68D6-49C8-B4FC-238B98300CB9}"/>
              </a:ext>
            </a:extLst>
          </p:cNvPr>
          <p:cNvSpPr>
            <a:spLocks xmlns:a="http://schemas.openxmlformats.org/drawingml/2006/main" noGrp="1"/>
          </p:cNvSpPr>
          <p:nvPr/>
        </p:nvSpPr>
        <p:spPr>
          <a:xfrm xmlns:a="http://schemas.openxmlformats.org/drawingml/2006/main">
            <a:off x="1809750" y="2924175"/>
            <a:ext cx="3238500" cy="771525"/>
          </a:xfrm>
          <a:custGeom xmlns:a="http://schemas.openxmlformats.org/drawingml/2006/main">
            <a:pathLst>
              <a:path w="3238500" h="771525">
                <a:moveTo>
                  <a:pt x="0" y="771525"/>
                </a:moveTo>
                <a:lnTo>
                  <a:pt x="3238500" y="0"/>
                </a:lnTo>
              </a:path>
            </a:pathLst>
          </a:custGeom>
          <a:noFill xmlns:a="http://schemas.openxmlformats.org/drawingml/2006/main"/>
          <a:ln xmlns:a="http://schemas.openxmlformats.org/drawingml/2006/main" w="28575">
            <a:solidFill>
              <a:srgbClr val="151515"/>
            </a:solidFill>
            <a:prstDash val="solid"/>
          </a:ln>
        </p:spPr>
      </p:sp>
      <p:sp>
        <p:nvSpPr>
          <p:cNvPr id="9" name="figure-923">
            <a:extLst xmlns:a="http://schemas.openxmlformats.org/drawingml/2006/main">
              <a:ext uri="{FF2B5EF4-FFF2-40B4-BE49-F238E27FC236}">
                <a16:creationId xmlns:a16="http://schemas.microsoft.com/office/drawing/2014/main" id="{61763C8F-B31B-4F59-BA49-0A4C1458222F}"/>
              </a:ext>
            </a:extLst>
          </p:cNvPr>
          <p:cNvSpPr>
            <a:spLocks xmlns:a="http://schemas.openxmlformats.org/drawingml/2006/main" noGrp="1"/>
          </p:cNvSpPr>
          <p:nvPr/>
        </p:nvSpPr>
        <p:spPr>
          <a:xfrm xmlns:a="http://schemas.openxmlformats.org/drawingml/2006/main">
            <a:off x="800100" y="4924425"/>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대각선으로 한 번</a:t>
            </a:r>
          </a:p>
        </p:txBody>
      </p:sp>
      <p:sp>
        <p:nvSpPr>
          <p:cNvPr id="10" name="figure-924">
            <a:extLst xmlns:a="http://schemas.openxmlformats.org/drawingml/2006/main">
              <a:ext uri="{FF2B5EF4-FFF2-40B4-BE49-F238E27FC236}">
                <a16:creationId xmlns:a16="http://schemas.microsoft.com/office/drawing/2014/main" id="{04BC6C2F-003E-40AB-88CE-5E3C11E1283E}"/>
              </a:ext>
            </a:extLst>
          </p:cNvPr>
          <p:cNvSpPr>
            <a:spLocks xmlns:a="http://schemas.openxmlformats.org/drawingml/2006/main" noGrp="1"/>
          </p:cNvSpPr>
          <p:nvPr/>
        </p:nvSpPr>
        <p:spPr>
          <a:xfrm xmlns:a="http://schemas.openxmlformats.org/drawingml/2006/main">
            <a:off x="6762750" y="2143125"/>
            <a:ext cx="4819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가로 1칸 + 세로 1칸 거리</a:t>
            </a:r>
          </a:p>
        </p:txBody>
      </p:sp>
      <p:sp>
        <p:nvSpPr>
          <p:cNvPr id="11" name="figure-925">
            <a:extLst xmlns:a="http://schemas.openxmlformats.org/drawingml/2006/main">
              <a:ext uri="{FF2B5EF4-FFF2-40B4-BE49-F238E27FC236}">
                <a16:creationId xmlns:a16="http://schemas.microsoft.com/office/drawing/2014/main" id="{0ABE3DBE-B48D-4EE7-A1A5-4999A5753B49}"/>
              </a:ext>
            </a:extLst>
          </p:cNvPr>
          <p:cNvSpPr>
            <a:spLocks xmlns:a="http://schemas.openxmlformats.org/drawingml/2006/main" noGrp="1"/>
          </p:cNvSpPr>
          <p:nvPr/>
        </p:nvSpPr>
        <p:spPr>
          <a:xfrm xmlns:a="http://schemas.openxmlformats.org/drawingml/2006/main">
            <a:off x="6762750" y="2857500"/>
            <a:ext cx="4819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네 방향이면 두 번 움직인다</a:t>
            </a:r>
          </a:p>
        </p:txBody>
      </p:sp>
      <p:sp>
        <p:nvSpPr>
          <p:cNvPr id="12" name="figure-926">
            <a:extLst xmlns:a="http://schemas.openxmlformats.org/drawingml/2006/main">
              <a:ext uri="{FF2B5EF4-FFF2-40B4-BE49-F238E27FC236}">
                <a16:creationId xmlns:a16="http://schemas.microsoft.com/office/drawing/2014/main" id="{07B926F3-7204-4D4E-B236-AFEAA52040A8}"/>
              </a:ext>
            </a:extLst>
          </p:cNvPr>
          <p:cNvSpPr>
            <a:spLocks xmlns:a="http://schemas.openxmlformats.org/drawingml/2006/main" noGrp="1"/>
          </p:cNvSpPr>
          <p:nvPr/>
        </p:nvSpPr>
        <p:spPr>
          <a:xfrm xmlns:a="http://schemas.openxmlformats.org/drawingml/2006/main">
            <a:off x="6762750" y="3571875"/>
            <a:ext cx="4819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대각선이면 한 번 갈 수 있다</a:t>
            </a:r>
          </a:p>
        </p:txBody>
      </p:sp>
      <p:sp>
        <p:nvSpPr>
          <p:cNvPr id="13" name="figure-927">
            <a:extLst xmlns:a="http://schemas.openxmlformats.org/drawingml/2006/main">
              <a:ext uri="{FF2B5EF4-FFF2-40B4-BE49-F238E27FC236}">
                <a16:creationId xmlns:a16="http://schemas.microsoft.com/office/drawing/2014/main" id="{F375BDC6-6268-4F29-AC07-EBBAA17984A8}"/>
              </a:ext>
            </a:extLst>
          </p:cNvPr>
          <p:cNvSpPr>
            <a:spLocks xmlns:a="http://schemas.openxmlformats.org/drawingml/2006/main" noGrp="1"/>
          </p:cNvSpPr>
          <p:nvPr/>
        </p:nvSpPr>
        <p:spPr>
          <a:xfrm xmlns:a="http://schemas.openxmlformats.org/drawingml/2006/main">
            <a:off x="6762750" y="4286250"/>
            <a:ext cx="4819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한 번의 값도 정해야 한다</a:t>
            </a:r>
          </a:p>
        </p:txBody>
      </p:sp>
      <p:sp>
        <p:nvSpPr>
          <p:cNvPr id="14" name="figure-928">
            <a:extLst xmlns:a="http://schemas.openxmlformats.org/drawingml/2006/main">
              <a:ext uri="{FF2B5EF4-FFF2-40B4-BE49-F238E27FC236}">
                <a16:creationId xmlns:a16="http://schemas.microsoft.com/office/drawing/2014/main" id="{091F5581-811D-4F39-8018-DEC749A850E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네 방향에서 쓰던 “가로 + 세로”를 그대로 쓰면 너무 크게 잡을 수 있다</a:t>
            </a:r>
          </a:p>
        </p:txBody>
      </p:sp>
    </p:spTree>
    <p:extLst>
      <p:ext uri="{BB962C8B-B14F-4D97-AF65-F5344CB8AC3E}">
        <p14:creationId xmlns:p14="http://schemas.microsoft.com/office/powerpoint/2010/main" val="12170218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igure-929">
            <a:extLst xmlns:a="http://schemas.openxmlformats.org/drawingml/2006/main">
              <a:ext uri="{FF2B5EF4-FFF2-40B4-BE49-F238E27FC236}">
                <a16:creationId xmlns:a16="http://schemas.microsoft.com/office/drawing/2014/main" id="{CC4FD72F-AD07-4FD0-BCBA-84235CCEDB44}"/>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가장 싼 길을 찾으려면 약속을 지킨다</a:t>
            </a:r>
          </a:p>
        </p:txBody>
      </p:sp>
      <p:sp>
        <p:nvSpPr>
          <p:cNvPr id="2" name="figure-930">
            <a:extLst xmlns:a="http://schemas.openxmlformats.org/drawingml/2006/main">
              <a:ext uri="{FF2B5EF4-FFF2-40B4-BE49-F238E27FC236}">
                <a16:creationId xmlns:a16="http://schemas.microsoft.com/office/drawing/2014/main" id="{DFD5B643-F39B-4E92-8014-185053EE525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A*라는 이름만 붙인다고 모든 구현이 같은 답을 주지는 않는다</a:t>
            </a:r>
          </a:p>
        </p:txBody>
      </p:sp>
      <p:sp>
        <p:nvSpPr>
          <p:cNvPr id="3" name="figure-931">
            <a:extLst xmlns:a="http://schemas.openxmlformats.org/drawingml/2006/main">
              <a:ext uri="{FF2B5EF4-FFF2-40B4-BE49-F238E27FC236}">
                <a16:creationId xmlns:a16="http://schemas.microsoft.com/office/drawing/2014/main" id="{DF4FC3D6-7B9F-4152-885C-45E481A3C8F4}"/>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30</a:t>
            </a:r>
          </a:p>
        </p:txBody>
      </p:sp>
      <p:sp>
        <p:nvSpPr>
          <p:cNvPr id="4" name="figure-932">
            <a:extLst xmlns:a="http://schemas.openxmlformats.org/drawingml/2006/main">
              <a:ext uri="{FF2B5EF4-FFF2-40B4-BE49-F238E27FC236}">
                <a16:creationId xmlns:a16="http://schemas.microsoft.com/office/drawing/2014/main" id="{B119BAA3-7C8C-4F31-9A42-D8CFBE18034C}"/>
              </a:ext>
            </a:extLst>
          </p:cNvPr>
          <p:cNvSpPr>
            <a:spLocks xmlns:a="http://schemas.openxmlformats.org/drawingml/2006/main" noGrp="1"/>
          </p:cNvSpPr>
          <p:nvPr/>
        </p:nvSpPr>
        <p:spPr>
          <a:xfrm xmlns:a="http://schemas.openxmlformats.org/drawingml/2006/main">
            <a:off x="609600" y="20383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① 이동 값은 0 이상이다</a:t>
            </a:r>
          </a:p>
        </p:txBody>
      </p:sp>
      <p:sp>
        <p:nvSpPr>
          <p:cNvPr id="5" name="figure-933">
            <a:extLst xmlns:a="http://schemas.openxmlformats.org/drawingml/2006/main">
              <a:ext uri="{FF2B5EF4-FFF2-40B4-BE49-F238E27FC236}">
                <a16:creationId xmlns:a16="http://schemas.microsoft.com/office/drawing/2014/main" id="{129565F1-B404-49AA-980B-88DE92FBFA21}"/>
              </a:ext>
            </a:extLst>
          </p:cNvPr>
          <p:cNvSpPr>
            <a:spLocks xmlns:a="http://schemas.openxmlformats.org/drawingml/2006/main" noGrp="1"/>
          </p:cNvSpPr>
          <p:nvPr/>
        </p:nvSpPr>
        <p:spPr>
          <a:xfrm xmlns:a="http://schemas.openxmlformats.org/drawingml/2006/main">
            <a:off x="609600" y="28384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② 남은 예상은 너무 크게 잡지 않는다</a:t>
            </a:r>
          </a:p>
        </p:txBody>
      </p:sp>
      <p:sp>
        <p:nvSpPr>
          <p:cNvPr id="6" name="figure-934">
            <a:extLst xmlns:a="http://schemas.openxmlformats.org/drawingml/2006/main">
              <a:ext uri="{FF2B5EF4-FFF2-40B4-BE49-F238E27FC236}">
                <a16:creationId xmlns:a16="http://schemas.microsoft.com/office/drawing/2014/main" id="{2CD21B38-394F-4D16-83FF-3CCE0571FC05}"/>
              </a:ext>
            </a:extLst>
          </p:cNvPr>
          <p:cNvSpPr>
            <a:spLocks xmlns:a="http://schemas.openxmlformats.org/drawingml/2006/main" noGrp="1"/>
          </p:cNvSpPr>
          <p:nvPr/>
        </p:nvSpPr>
        <p:spPr>
          <a:xfrm xmlns:a="http://schemas.openxmlformats.org/drawingml/2006/main">
            <a:off x="609600" y="36385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③ 더 싼 길이면 값과 이전 칸을 고친다</a:t>
            </a:r>
          </a:p>
        </p:txBody>
      </p:sp>
      <p:sp>
        <p:nvSpPr>
          <p:cNvPr id="7" name="figure-935">
            <a:extLst xmlns:a="http://schemas.openxmlformats.org/drawingml/2006/main">
              <a:ext uri="{FF2B5EF4-FFF2-40B4-BE49-F238E27FC236}">
                <a16:creationId xmlns:a16="http://schemas.microsoft.com/office/drawing/2014/main" id="{05CFC12E-ADA6-4139-939D-A718A87F8F4D}"/>
              </a:ext>
            </a:extLst>
          </p:cNvPr>
          <p:cNvSpPr>
            <a:spLocks xmlns:a="http://schemas.openxmlformats.org/drawingml/2006/main" noGrp="1"/>
          </p:cNvSpPr>
          <p:nvPr/>
        </p:nvSpPr>
        <p:spPr>
          <a:xfrm xmlns:a="http://schemas.openxmlformats.org/drawingml/2006/main">
            <a:off x="609600" y="44386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④ 목표를 후보에서 꺼낼 때 끝낸다</a:t>
            </a:r>
          </a:p>
        </p:txBody>
      </p:sp>
      <p:sp>
        <p:nvSpPr>
          <p:cNvPr id="8" name="figure-936">
            <a:extLst xmlns:a="http://schemas.openxmlformats.org/drawingml/2006/main">
              <a:ext uri="{FF2B5EF4-FFF2-40B4-BE49-F238E27FC236}">
                <a16:creationId xmlns:a16="http://schemas.microsoft.com/office/drawing/2014/main" id="{6FE1C1D8-73A6-4998-A516-EEB45E94CE6E}"/>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이미 살펴본 칸을 다시 볼 필요가 있는지는 예상 방식에 따라 달라진다</a:t>
            </a:r>
          </a:p>
        </p:txBody>
      </p:sp>
    </p:spTree>
    <p:extLst>
      <p:ext uri="{BB962C8B-B14F-4D97-AF65-F5344CB8AC3E}">
        <p14:creationId xmlns:p14="http://schemas.microsoft.com/office/powerpoint/2010/main" val="6080301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 name="figure-937">
            <a:extLst xmlns:a="http://schemas.openxmlformats.org/drawingml/2006/main">
              <a:ext uri="{FF2B5EF4-FFF2-40B4-BE49-F238E27FC236}">
                <a16:creationId xmlns:a16="http://schemas.microsoft.com/office/drawing/2014/main" id="{7C9E52F5-A57C-44FF-BD10-9900FA740DB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지도를 잘게 나누면 칸이 빠르게 늘어난다</a:t>
            </a:r>
          </a:p>
        </p:txBody>
      </p:sp>
      <p:sp>
        <p:nvSpPr>
          <p:cNvPr id="2" name="figure-938">
            <a:extLst xmlns:a="http://schemas.openxmlformats.org/drawingml/2006/main">
              <a:ext uri="{FF2B5EF4-FFF2-40B4-BE49-F238E27FC236}">
                <a16:creationId xmlns:a16="http://schemas.microsoft.com/office/drawing/2014/main" id="{9E37F435-FD98-4FCC-85F4-76C1B19148F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더 자세한 지도는 더 많은 기록과 비교가 필요하다</a:t>
            </a:r>
          </a:p>
        </p:txBody>
      </p:sp>
      <p:sp>
        <p:nvSpPr>
          <p:cNvPr id="3" name="figure-939">
            <a:extLst xmlns:a="http://schemas.openxmlformats.org/drawingml/2006/main">
              <a:ext uri="{FF2B5EF4-FFF2-40B4-BE49-F238E27FC236}">
                <a16:creationId xmlns:a16="http://schemas.microsoft.com/office/drawing/2014/main" id="{4B498EDC-C98D-4A8D-AD16-FEA0889056CA}"/>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31</a:t>
            </a:r>
          </a:p>
        </p:txBody>
      </p:sp>
      <p:sp>
        <p:nvSpPr>
          <p:cNvPr id="4" name="figure-940">
            <a:extLst xmlns:a="http://schemas.openxmlformats.org/drawingml/2006/main">
              <a:ext uri="{FF2B5EF4-FFF2-40B4-BE49-F238E27FC236}">
                <a16:creationId xmlns:a16="http://schemas.microsoft.com/office/drawing/2014/main" id="{23887853-A4EC-4332-911D-525B5DB563F4}"/>
              </a:ext>
            </a:extLst>
          </p:cNvPr>
          <p:cNvSpPr>
            <a:spLocks xmlns:a="http://schemas.openxmlformats.org/drawingml/2006/main" noGrp="1"/>
          </p:cNvSpPr>
          <p:nvPr/>
        </p:nvSpPr>
        <p:spPr>
          <a:xfrm xmlns:a="http://schemas.openxmlformats.org/drawingml/2006/main">
            <a:off x="1238250" y="23050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 name="figure-941">
            <a:extLst xmlns:a="http://schemas.openxmlformats.org/drawingml/2006/main">
              <a:ext uri="{FF2B5EF4-FFF2-40B4-BE49-F238E27FC236}">
                <a16:creationId xmlns:a16="http://schemas.microsoft.com/office/drawing/2014/main" id="{8D2ADAB3-964A-4B3F-93BC-5544CDA856DF}"/>
              </a:ext>
            </a:extLst>
          </p:cNvPr>
          <p:cNvSpPr>
            <a:spLocks xmlns:a="http://schemas.openxmlformats.org/drawingml/2006/main" noGrp="1"/>
          </p:cNvSpPr>
          <p:nvPr/>
        </p:nvSpPr>
        <p:spPr>
          <a:xfrm xmlns:a="http://schemas.openxmlformats.org/drawingml/2006/main">
            <a:off x="1695450" y="23050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 name="figure-942">
            <a:extLst xmlns:a="http://schemas.openxmlformats.org/drawingml/2006/main">
              <a:ext uri="{FF2B5EF4-FFF2-40B4-BE49-F238E27FC236}">
                <a16:creationId xmlns:a16="http://schemas.microsoft.com/office/drawing/2014/main" id="{08695185-A62B-4AD6-9BC2-A3A3FBD4FAD7}"/>
              </a:ext>
            </a:extLst>
          </p:cNvPr>
          <p:cNvSpPr>
            <a:spLocks xmlns:a="http://schemas.openxmlformats.org/drawingml/2006/main" noGrp="1"/>
          </p:cNvSpPr>
          <p:nvPr/>
        </p:nvSpPr>
        <p:spPr>
          <a:xfrm xmlns:a="http://schemas.openxmlformats.org/drawingml/2006/main">
            <a:off x="2152650" y="23050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 name="figure-943">
            <a:extLst xmlns:a="http://schemas.openxmlformats.org/drawingml/2006/main">
              <a:ext uri="{FF2B5EF4-FFF2-40B4-BE49-F238E27FC236}">
                <a16:creationId xmlns:a16="http://schemas.microsoft.com/office/drawing/2014/main" id="{FC5A2009-413B-4584-90FF-61D3FE5FC3AC}"/>
              </a:ext>
            </a:extLst>
          </p:cNvPr>
          <p:cNvSpPr>
            <a:spLocks xmlns:a="http://schemas.openxmlformats.org/drawingml/2006/main" noGrp="1"/>
          </p:cNvSpPr>
          <p:nvPr/>
        </p:nvSpPr>
        <p:spPr>
          <a:xfrm xmlns:a="http://schemas.openxmlformats.org/drawingml/2006/main">
            <a:off x="2609850" y="23050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 name="figure-944">
            <a:extLst xmlns:a="http://schemas.openxmlformats.org/drawingml/2006/main">
              <a:ext uri="{FF2B5EF4-FFF2-40B4-BE49-F238E27FC236}">
                <a16:creationId xmlns:a16="http://schemas.microsoft.com/office/drawing/2014/main" id="{2C89CE80-B1E9-4370-8C16-47E4F7005E68}"/>
              </a:ext>
            </a:extLst>
          </p:cNvPr>
          <p:cNvSpPr>
            <a:spLocks xmlns:a="http://schemas.openxmlformats.org/drawingml/2006/main" noGrp="1"/>
          </p:cNvSpPr>
          <p:nvPr/>
        </p:nvSpPr>
        <p:spPr>
          <a:xfrm xmlns:a="http://schemas.openxmlformats.org/drawingml/2006/main">
            <a:off x="3067050" y="23050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 name="figure-945">
            <a:extLst xmlns:a="http://schemas.openxmlformats.org/drawingml/2006/main">
              <a:ext uri="{FF2B5EF4-FFF2-40B4-BE49-F238E27FC236}">
                <a16:creationId xmlns:a16="http://schemas.microsoft.com/office/drawing/2014/main" id="{01B21593-C8EB-473E-A67C-B893DC6B8A95}"/>
              </a:ext>
            </a:extLst>
          </p:cNvPr>
          <p:cNvSpPr>
            <a:spLocks xmlns:a="http://schemas.openxmlformats.org/drawingml/2006/main" noGrp="1"/>
          </p:cNvSpPr>
          <p:nvPr/>
        </p:nvSpPr>
        <p:spPr>
          <a:xfrm xmlns:a="http://schemas.openxmlformats.org/drawingml/2006/main">
            <a:off x="1238250" y="27622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 name="figure-946">
            <a:extLst xmlns:a="http://schemas.openxmlformats.org/drawingml/2006/main">
              <a:ext uri="{FF2B5EF4-FFF2-40B4-BE49-F238E27FC236}">
                <a16:creationId xmlns:a16="http://schemas.microsoft.com/office/drawing/2014/main" id="{50356C2D-9B69-4F76-839B-73C858CFC5FF}"/>
              </a:ext>
            </a:extLst>
          </p:cNvPr>
          <p:cNvSpPr>
            <a:spLocks xmlns:a="http://schemas.openxmlformats.org/drawingml/2006/main" noGrp="1"/>
          </p:cNvSpPr>
          <p:nvPr/>
        </p:nvSpPr>
        <p:spPr>
          <a:xfrm xmlns:a="http://schemas.openxmlformats.org/drawingml/2006/main">
            <a:off x="1695450" y="27622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 name="figure-947">
            <a:extLst xmlns:a="http://schemas.openxmlformats.org/drawingml/2006/main">
              <a:ext uri="{FF2B5EF4-FFF2-40B4-BE49-F238E27FC236}">
                <a16:creationId xmlns:a16="http://schemas.microsoft.com/office/drawing/2014/main" id="{37660BD0-481C-4C8E-8DD2-6D4D18EF5600}"/>
              </a:ext>
            </a:extLst>
          </p:cNvPr>
          <p:cNvSpPr>
            <a:spLocks xmlns:a="http://schemas.openxmlformats.org/drawingml/2006/main" noGrp="1"/>
          </p:cNvSpPr>
          <p:nvPr/>
        </p:nvSpPr>
        <p:spPr>
          <a:xfrm xmlns:a="http://schemas.openxmlformats.org/drawingml/2006/main">
            <a:off x="2152650" y="27622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 name="figure-948">
            <a:extLst xmlns:a="http://schemas.openxmlformats.org/drawingml/2006/main">
              <a:ext uri="{FF2B5EF4-FFF2-40B4-BE49-F238E27FC236}">
                <a16:creationId xmlns:a16="http://schemas.microsoft.com/office/drawing/2014/main" id="{9DB256E6-831C-468C-B67C-4E998AA09036}"/>
              </a:ext>
            </a:extLst>
          </p:cNvPr>
          <p:cNvSpPr>
            <a:spLocks xmlns:a="http://schemas.openxmlformats.org/drawingml/2006/main" noGrp="1"/>
          </p:cNvSpPr>
          <p:nvPr/>
        </p:nvSpPr>
        <p:spPr>
          <a:xfrm xmlns:a="http://schemas.openxmlformats.org/drawingml/2006/main">
            <a:off x="2609850" y="27622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3" name="figure-949">
            <a:extLst xmlns:a="http://schemas.openxmlformats.org/drawingml/2006/main">
              <a:ext uri="{FF2B5EF4-FFF2-40B4-BE49-F238E27FC236}">
                <a16:creationId xmlns:a16="http://schemas.microsoft.com/office/drawing/2014/main" id="{1D17184C-272D-4070-8309-5F8C4EA64C34}"/>
              </a:ext>
            </a:extLst>
          </p:cNvPr>
          <p:cNvSpPr>
            <a:spLocks xmlns:a="http://schemas.openxmlformats.org/drawingml/2006/main" noGrp="1"/>
          </p:cNvSpPr>
          <p:nvPr/>
        </p:nvSpPr>
        <p:spPr>
          <a:xfrm xmlns:a="http://schemas.openxmlformats.org/drawingml/2006/main">
            <a:off x="3067050" y="27622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4" name="figure-950">
            <a:extLst xmlns:a="http://schemas.openxmlformats.org/drawingml/2006/main">
              <a:ext uri="{FF2B5EF4-FFF2-40B4-BE49-F238E27FC236}">
                <a16:creationId xmlns:a16="http://schemas.microsoft.com/office/drawing/2014/main" id="{59AE7F1F-42A7-4D3C-B42F-E3007D139BCF}"/>
              </a:ext>
            </a:extLst>
          </p:cNvPr>
          <p:cNvSpPr>
            <a:spLocks xmlns:a="http://schemas.openxmlformats.org/drawingml/2006/main" noGrp="1"/>
          </p:cNvSpPr>
          <p:nvPr/>
        </p:nvSpPr>
        <p:spPr>
          <a:xfrm xmlns:a="http://schemas.openxmlformats.org/drawingml/2006/main">
            <a:off x="1238250" y="32194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5" name="figure-951">
            <a:extLst xmlns:a="http://schemas.openxmlformats.org/drawingml/2006/main">
              <a:ext uri="{FF2B5EF4-FFF2-40B4-BE49-F238E27FC236}">
                <a16:creationId xmlns:a16="http://schemas.microsoft.com/office/drawing/2014/main" id="{65E49B3C-1375-47BA-88B4-B3DC02FB898F}"/>
              </a:ext>
            </a:extLst>
          </p:cNvPr>
          <p:cNvSpPr>
            <a:spLocks xmlns:a="http://schemas.openxmlformats.org/drawingml/2006/main" noGrp="1"/>
          </p:cNvSpPr>
          <p:nvPr/>
        </p:nvSpPr>
        <p:spPr>
          <a:xfrm xmlns:a="http://schemas.openxmlformats.org/drawingml/2006/main">
            <a:off x="1695450" y="32194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6" name="figure-952">
            <a:extLst xmlns:a="http://schemas.openxmlformats.org/drawingml/2006/main">
              <a:ext uri="{FF2B5EF4-FFF2-40B4-BE49-F238E27FC236}">
                <a16:creationId xmlns:a16="http://schemas.microsoft.com/office/drawing/2014/main" id="{FF4C1F5B-B4BB-4085-85BA-6200849D9581}"/>
              </a:ext>
            </a:extLst>
          </p:cNvPr>
          <p:cNvSpPr>
            <a:spLocks xmlns:a="http://schemas.openxmlformats.org/drawingml/2006/main" noGrp="1"/>
          </p:cNvSpPr>
          <p:nvPr/>
        </p:nvSpPr>
        <p:spPr>
          <a:xfrm xmlns:a="http://schemas.openxmlformats.org/drawingml/2006/main">
            <a:off x="2152650" y="32194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7" name="figure-953">
            <a:extLst xmlns:a="http://schemas.openxmlformats.org/drawingml/2006/main">
              <a:ext uri="{FF2B5EF4-FFF2-40B4-BE49-F238E27FC236}">
                <a16:creationId xmlns:a16="http://schemas.microsoft.com/office/drawing/2014/main" id="{8DD4A327-1F13-4CF2-B176-E74B992D4901}"/>
              </a:ext>
            </a:extLst>
          </p:cNvPr>
          <p:cNvSpPr>
            <a:spLocks xmlns:a="http://schemas.openxmlformats.org/drawingml/2006/main" noGrp="1"/>
          </p:cNvSpPr>
          <p:nvPr/>
        </p:nvSpPr>
        <p:spPr>
          <a:xfrm xmlns:a="http://schemas.openxmlformats.org/drawingml/2006/main">
            <a:off x="2609850" y="32194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8" name="figure-954">
            <a:extLst xmlns:a="http://schemas.openxmlformats.org/drawingml/2006/main">
              <a:ext uri="{FF2B5EF4-FFF2-40B4-BE49-F238E27FC236}">
                <a16:creationId xmlns:a16="http://schemas.microsoft.com/office/drawing/2014/main" id="{24747809-2749-4306-8F1F-94011682834A}"/>
              </a:ext>
            </a:extLst>
          </p:cNvPr>
          <p:cNvSpPr>
            <a:spLocks xmlns:a="http://schemas.openxmlformats.org/drawingml/2006/main" noGrp="1"/>
          </p:cNvSpPr>
          <p:nvPr/>
        </p:nvSpPr>
        <p:spPr>
          <a:xfrm xmlns:a="http://schemas.openxmlformats.org/drawingml/2006/main">
            <a:off x="3067050" y="32194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9" name="figure-955">
            <a:extLst xmlns:a="http://schemas.openxmlformats.org/drawingml/2006/main">
              <a:ext uri="{FF2B5EF4-FFF2-40B4-BE49-F238E27FC236}">
                <a16:creationId xmlns:a16="http://schemas.microsoft.com/office/drawing/2014/main" id="{8BFFBAC6-9578-43FB-A02A-B47C02BE6B7E}"/>
              </a:ext>
            </a:extLst>
          </p:cNvPr>
          <p:cNvSpPr>
            <a:spLocks xmlns:a="http://schemas.openxmlformats.org/drawingml/2006/main" noGrp="1"/>
          </p:cNvSpPr>
          <p:nvPr/>
        </p:nvSpPr>
        <p:spPr>
          <a:xfrm xmlns:a="http://schemas.openxmlformats.org/drawingml/2006/main">
            <a:off x="1238250" y="36766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0" name="figure-956">
            <a:extLst xmlns:a="http://schemas.openxmlformats.org/drawingml/2006/main">
              <a:ext uri="{FF2B5EF4-FFF2-40B4-BE49-F238E27FC236}">
                <a16:creationId xmlns:a16="http://schemas.microsoft.com/office/drawing/2014/main" id="{29780A25-71B3-4E81-9202-F3966BCAA9E9}"/>
              </a:ext>
            </a:extLst>
          </p:cNvPr>
          <p:cNvSpPr>
            <a:spLocks xmlns:a="http://schemas.openxmlformats.org/drawingml/2006/main" noGrp="1"/>
          </p:cNvSpPr>
          <p:nvPr/>
        </p:nvSpPr>
        <p:spPr>
          <a:xfrm xmlns:a="http://schemas.openxmlformats.org/drawingml/2006/main">
            <a:off x="1695450" y="36766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1" name="figure-957">
            <a:extLst xmlns:a="http://schemas.openxmlformats.org/drawingml/2006/main">
              <a:ext uri="{FF2B5EF4-FFF2-40B4-BE49-F238E27FC236}">
                <a16:creationId xmlns:a16="http://schemas.microsoft.com/office/drawing/2014/main" id="{6CBA5334-FBDC-471C-B657-34BD782FAFC4}"/>
              </a:ext>
            </a:extLst>
          </p:cNvPr>
          <p:cNvSpPr>
            <a:spLocks xmlns:a="http://schemas.openxmlformats.org/drawingml/2006/main" noGrp="1"/>
          </p:cNvSpPr>
          <p:nvPr/>
        </p:nvSpPr>
        <p:spPr>
          <a:xfrm xmlns:a="http://schemas.openxmlformats.org/drawingml/2006/main">
            <a:off x="2152650" y="36766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2" name="figure-958">
            <a:extLst xmlns:a="http://schemas.openxmlformats.org/drawingml/2006/main">
              <a:ext uri="{FF2B5EF4-FFF2-40B4-BE49-F238E27FC236}">
                <a16:creationId xmlns:a16="http://schemas.microsoft.com/office/drawing/2014/main" id="{4E3AB4DC-CF37-4195-B3CB-38D3D88B9FC3}"/>
              </a:ext>
            </a:extLst>
          </p:cNvPr>
          <p:cNvSpPr>
            <a:spLocks xmlns:a="http://schemas.openxmlformats.org/drawingml/2006/main" noGrp="1"/>
          </p:cNvSpPr>
          <p:nvPr/>
        </p:nvSpPr>
        <p:spPr>
          <a:xfrm xmlns:a="http://schemas.openxmlformats.org/drawingml/2006/main">
            <a:off x="2609850" y="36766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3" name="figure-959">
            <a:extLst xmlns:a="http://schemas.openxmlformats.org/drawingml/2006/main">
              <a:ext uri="{FF2B5EF4-FFF2-40B4-BE49-F238E27FC236}">
                <a16:creationId xmlns:a16="http://schemas.microsoft.com/office/drawing/2014/main" id="{AA4800A6-EAF8-4351-9EBD-7B5FA84EFE86}"/>
              </a:ext>
            </a:extLst>
          </p:cNvPr>
          <p:cNvSpPr>
            <a:spLocks xmlns:a="http://schemas.openxmlformats.org/drawingml/2006/main" noGrp="1"/>
          </p:cNvSpPr>
          <p:nvPr/>
        </p:nvSpPr>
        <p:spPr>
          <a:xfrm xmlns:a="http://schemas.openxmlformats.org/drawingml/2006/main">
            <a:off x="3067050" y="36766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4" name="figure-960">
            <a:extLst xmlns:a="http://schemas.openxmlformats.org/drawingml/2006/main">
              <a:ext uri="{FF2B5EF4-FFF2-40B4-BE49-F238E27FC236}">
                <a16:creationId xmlns:a16="http://schemas.microsoft.com/office/drawing/2014/main" id="{C86B83D5-4E3A-4DCF-ACA8-930EA135730A}"/>
              </a:ext>
            </a:extLst>
          </p:cNvPr>
          <p:cNvSpPr>
            <a:spLocks xmlns:a="http://schemas.openxmlformats.org/drawingml/2006/main" noGrp="1"/>
          </p:cNvSpPr>
          <p:nvPr/>
        </p:nvSpPr>
        <p:spPr>
          <a:xfrm xmlns:a="http://schemas.openxmlformats.org/drawingml/2006/main">
            <a:off x="1238250" y="41338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5" name="figure-961">
            <a:extLst xmlns:a="http://schemas.openxmlformats.org/drawingml/2006/main">
              <a:ext uri="{FF2B5EF4-FFF2-40B4-BE49-F238E27FC236}">
                <a16:creationId xmlns:a16="http://schemas.microsoft.com/office/drawing/2014/main" id="{F461F0CC-0AD9-4970-AC71-349F7CF28214}"/>
              </a:ext>
            </a:extLst>
          </p:cNvPr>
          <p:cNvSpPr>
            <a:spLocks xmlns:a="http://schemas.openxmlformats.org/drawingml/2006/main" noGrp="1"/>
          </p:cNvSpPr>
          <p:nvPr/>
        </p:nvSpPr>
        <p:spPr>
          <a:xfrm xmlns:a="http://schemas.openxmlformats.org/drawingml/2006/main">
            <a:off x="1695450" y="41338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6" name="figure-962">
            <a:extLst xmlns:a="http://schemas.openxmlformats.org/drawingml/2006/main">
              <a:ext uri="{FF2B5EF4-FFF2-40B4-BE49-F238E27FC236}">
                <a16:creationId xmlns:a16="http://schemas.microsoft.com/office/drawing/2014/main" id="{91486FD7-957E-4BDC-8A19-EA7C853DC55D}"/>
              </a:ext>
            </a:extLst>
          </p:cNvPr>
          <p:cNvSpPr>
            <a:spLocks xmlns:a="http://schemas.openxmlformats.org/drawingml/2006/main" noGrp="1"/>
          </p:cNvSpPr>
          <p:nvPr/>
        </p:nvSpPr>
        <p:spPr>
          <a:xfrm xmlns:a="http://schemas.openxmlformats.org/drawingml/2006/main">
            <a:off x="2152650" y="41338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7" name="figure-963">
            <a:extLst xmlns:a="http://schemas.openxmlformats.org/drawingml/2006/main">
              <a:ext uri="{FF2B5EF4-FFF2-40B4-BE49-F238E27FC236}">
                <a16:creationId xmlns:a16="http://schemas.microsoft.com/office/drawing/2014/main" id="{B87C86C4-88A1-4866-A77A-1BBC6AA4AAC5}"/>
              </a:ext>
            </a:extLst>
          </p:cNvPr>
          <p:cNvSpPr>
            <a:spLocks xmlns:a="http://schemas.openxmlformats.org/drawingml/2006/main" noGrp="1"/>
          </p:cNvSpPr>
          <p:nvPr/>
        </p:nvSpPr>
        <p:spPr>
          <a:xfrm xmlns:a="http://schemas.openxmlformats.org/drawingml/2006/main">
            <a:off x="2609850" y="41338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8" name="figure-964">
            <a:extLst xmlns:a="http://schemas.openxmlformats.org/drawingml/2006/main">
              <a:ext uri="{FF2B5EF4-FFF2-40B4-BE49-F238E27FC236}">
                <a16:creationId xmlns:a16="http://schemas.microsoft.com/office/drawing/2014/main" id="{24A26996-8A98-425C-A3A7-C38EE98B21F0}"/>
              </a:ext>
            </a:extLst>
          </p:cNvPr>
          <p:cNvSpPr>
            <a:spLocks xmlns:a="http://schemas.openxmlformats.org/drawingml/2006/main" noGrp="1"/>
          </p:cNvSpPr>
          <p:nvPr/>
        </p:nvSpPr>
        <p:spPr>
          <a:xfrm xmlns:a="http://schemas.openxmlformats.org/drawingml/2006/main">
            <a:off x="3067050" y="4133850"/>
            <a:ext cx="4572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29" name="figure-965">
            <a:extLst xmlns:a="http://schemas.openxmlformats.org/drawingml/2006/main">
              <a:ext uri="{FF2B5EF4-FFF2-40B4-BE49-F238E27FC236}">
                <a16:creationId xmlns:a16="http://schemas.microsoft.com/office/drawing/2014/main" id="{43CFA7EF-1DCE-4136-88EB-39A2701E99FA}"/>
              </a:ext>
            </a:extLst>
          </p:cNvPr>
          <p:cNvSpPr>
            <a:spLocks xmlns:a="http://schemas.openxmlformats.org/drawingml/2006/main" noGrp="1"/>
          </p:cNvSpPr>
          <p:nvPr/>
        </p:nvSpPr>
        <p:spPr>
          <a:xfrm xmlns:a="http://schemas.openxmlformats.org/drawingml/2006/main">
            <a:off x="66675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0" name="figure-966">
            <a:extLst xmlns:a="http://schemas.openxmlformats.org/drawingml/2006/main">
              <a:ext uri="{FF2B5EF4-FFF2-40B4-BE49-F238E27FC236}">
                <a16:creationId xmlns:a16="http://schemas.microsoft.com/office/drawing/2014/main" id="{0857705F-08B9-4B76-BD73-E4F7F3E4D6AD}"/>
              </a:ext>
            </a:extLst>
          </p:cNvPr>
          <p:cNvSpPr>
            <a:spLocks xmlns:a="http://schemas.openxmlformats.org/drawingml/2006/main" noGrp="1"/>
          </p:cNvSpPr>
          <p:nvPr/>
        </p:nvSpPr>
        <p:spPr>
          <a:xfrm xmlns:a="http://schemas.openxmlformats.org/drawingml/2006/main">
            <a:off x="68961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1" name="figure-967">
            <a:extLst xmlns:a="http://schemas.openxmlformats.org/drawingml/2006/main">
              <a:ext uri="{FF2B5EF4-FFF2-40B4-BE49-F238E27FC236}">
                <a16:creationId xmlns:a16="http://schemas.microsoft.com/office/drawing/2014/main" id="{BD377545-9C34-4795-A7CC-36EEAA15868C}"/>
              </a:ext>
            </a:extLst>
          </p:cNvPr>
          <p:cNvSpPr>
            <a:spLocks xmlns:a="http://schemas.openxmlformats.org/drawingml/2006/main" noGrp="1"/>
          </p:cNvSpPr>
          <p:nvPr/>
        </p:nvSpPr>
        <p:spPr>
          <a:xfrm xmlns:a="http://schemas.openxmlformats.org/drawingml/2006/main">
            <a:off x="71247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2" name="figure-968">
            <a:extLst xmlns:a="http://schemas.openxmlformats.org/drawingml/2006/main">
              <a:ext uri="{FF2B5EF4-FFF2-40B4-BE49-F238E27FC236}">
                <a16:creationId xmlns:a16="http://schemas.microsoft.com/office/drawing/2014/main" id="{A119A8FF-C581-4195-AD45-3E304A21FBB0}"/>
              </a:ext>
            </a:extLst>
          </p:cNvPr>
          <p:cNvSpPr>
            <a:spLocks xmlns:a="http://schemas.openxmlformats.org/drawingml/2006/main" noGrp="1"/>
          </p:cNvSpPr>
          <p:nvPr/>
        </p:nvSpPr>
        <p:spPr>
          <a:xfrm xmlns:a="http://schemas.openxmlformats.org/drawingml/2006/main">
            <a:off x="73533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3" name="figure-969">
            <a:extLst xmlns:a="http://schemas.openxmlformats.org/drawingml/2006/main">
              <a:ext uri="{FF2B5EF4-FFF2-40B4-BE49-F238E27FC236}">
                <a16:creationId xmlns:a16="http://schemas.microsoft.com/office/drawing/2014/main" id="{BA301E34-5D2D-4A0D-BFB5-922D71504AEE}"/>
              </a:ext>
            </a:extLst>
          </p:cNvPr>
          <p:cNvSpPr>
            <a:spLocks xmlns:a="http://schemas.openxmlformats.org/drawingml/2006/main" noGrp="1"/>
          </p:cNvSpPr>
          <p:nvPr/>
        </p:nvSpPr>
        <p:spPr>
          <a:xfrm xmlns:a="http://schemas.openxmlformats.org/drawingml/2006/main">
            <a:off x="75819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4" name="figure-970">
            <a:extLst xmlns:a="http://schemas.openxmlformats.org/drawingml/2006/main">
              <a:ext uri="{FF2B5EF4-FFF2-40B4-BE49-F238E27FC236}">
                <a16:creationId xmlns:a16="http://schemas.microsoft.com/office/drawing/2014/main" id="{55A61F1F-FC94-4AD5-A35D-4C2632DF66F0}"/>
              </a:ext>
            </a:extLst>
          </p:cNvPr>
          <p:cNvSpPr>
            <a:spLocks xmlns:a="http://schemas.openxmlformats.org/drawingml/2006/main" noGrp="1"/>
          </p:cNvSpPr>
          <p:nvPr/>
        </p:nvSpPr>
        <p:spPr>
          <a:xfrm xmlns:a="http://schemas.openxmlformats.org/drawingml/2006/main">
            <a:off x="78105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5" name="figure-971">
            <a:extLst xmlns:a="http://schemas.openxmlformats.org/drawingml/2006/main">
              <a:ext uri="{FF2B5EF4-FFF2-40B4-BE49-F238E27FC236}">
                <a16:creationId xmlns:a16="http://schemas.microsoft.com/office/drawing/2014/main" id="{E6A5C5A8-BF79-4C6C-BDB9-670088FDA382}"/>
              </a:ext>
            </a:extLst>
          </p:cNvPr>
          <p:cNvSpPr>
            <a:spLocks xmlns:a="http://schemas.openxmlformats.org/drawingml/2006/main" noGrp="1"/>
          </p:cNvSpPr>
          <p:nvPr/>
        </p:nvSpPr>
        <p:spPr>
          <a:xfrm xmlns:a="http://schemas.openxmlformats.org/drawingml/2006/main">
            <a:off x="80391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6" name="figure-972">
            <a:extLst xmlns:a="http://schemas.openxmlformats.org/drawingml/2006/main">
              <a:ext uri="{FF2B5EF4-FFF2-40B4-BE49-F238E27FC236}">
                <a16:creationId xmlns:a16="http://schemas.microsoft.com/office/drawing/2014/main" id="{81FA4C9C-64C6-47D0-AA0A-2E30CC6E2C08}"/>
              </a:ext>
            </a:extLst>
          </p:cNvPr>
          <p:cNvSpPr>
            <a:spLocks xmlns:a="http://schemas.openxmlformats.org/drawingml/2006/main" noGrp="1"/>
          </p:cNvSpPr>
          <p:nvPr/>
        </p:nvSpPr>
        <p:spPr>
          <a:xfrm xmlns:a="http://schemas.openxmlformats.org/drawingml/2006/main">
            <a:off x="82677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7" name="figure-973">
            <a:extLst xmlns:a="http://schemas.openxmlformats.org/drawingml/2006/main">
              <a:ext uri="{FF2B5EF4-FFF2-40B4-BE49-F238E27FC236}">
                <a16:creationId xmlns:a16="http://schemas.microsoft.com/office/drawing/2014/main" id="{A5146B6B-D7C1-4715-BABF-EC51FC4A0717}"/>
              </a:ext>
            </a:extLst>
          </p:cNvPr>
          <p:cNvSpPr>
            <a:spLocks xmlns:a="http://schemas.openxmlformats.org/drawingml/2006/main" noGrp="1"/>
          </p:cNvSpPr>
          <p:nvPr/>
        </p:nvSpPr>
        <p:spPr>
          <a:xfrm xmlns:a="http://schemas.openxmlformats.org/drawingml/2006/main">
            <a:off x="84963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8" name="figure-974">
            <a:extLst xmlns:a="http://schemas.openxmlformats.org/drawingml/2006/main">
              <a:ext uri="{FF2B5EF4-FFF2-40B4-BE49-F238E27FC236}">
                <a16:creationId xmlns:a16="http://schemas.microsoft.com/office/drawing/2014/main" id="{241B28AB-295F-457D-AA8D-5ABD8AC0C534}"/>
              </a:ext>
            </a:extLst>
          </p:cNvPr>
          <p:cNvSpPr>
            <a:spLocks xmlns:a="http://schemas.openxmlformats.org/drawingml/2006/main" noGrp="1"/>
          </p:cNvSpPr>
          <p:nvPr/>
        </p:nvSpPr>
        <p:spPr>
          <a:xfrm xmlns:a="http://schemas.openxmlformats.org/drawingml/2006/main">
            <a:off x="8724900" y="2305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39" name="figure-975">
            <a:extLst xmlns:a="http://schemas.openxmlformats.org/drawingml/2006/main">
              <a:ext uri="{FF2B5EF4-FFF2-40B4-BE49-F238E27FC236}">
                <a16:creationId xmlns:a16="http://schemas.microsoft.com/office/drawing/2014/main" id="{909735B2-720A-4D0C-B1E2-BC507E0FBB2A}"/>
              </a:ext>
            </a:extLst>
          </p:cNvPr>
          <p:cNvSpPr>
            <a:spLocks xmlns:a="http://schemas.openxmlformats.org/drawingml/2006/main" noGrp="1"/>
          </p:cNvSpPr>
          <p:nvPr/>
        </p:nvSpPr>
        <p:spPr>
          <a:xfrm xmlns:a="http://schemas.openxmlformats.org/drawingml/2006/main">
            <a:off x="66675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0" name="figure-976">
            <a:extLst xmlns:a="http://schemas.openxmlformats.org/drawingml/2006/main">
              <a:ext uri="{FF2B5EF4-FFF2-40B4-BE49-F238E27FC236}">
                <a16:creationId xmlns:a16="http://schemas.microsoft.com/office/drawing/2014/main" id="{4105EC12-CD95-4720-8983-46185046E11A}"/>
              </a:ext>
            </a:extLst>
          </p:cNvPr>
          <p:cNvSpPr>
            <a:spLocks xmlns:a="http://schemas.openxmlformats.org/drawingml/2006/main" noGrp="1"/>
          </p:cNvSpPr>
          <p:nvPr/>
        </p:nvSpPr>
        <p:spPr>
          <a:xfrm xmlns:a="http://schemas.openxmlformats.org/drawingml/2006/main">
            <a:off x="68961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1" name="figure-977">
            <a:extLst xmlns:a="http://schemas.openxmlformats.org/drawingml/2006/main">
              <a:ext uri="{FF2B5EF4-FFF2-40B4-BE49-F238E27FC236}">
                <a16:creationId xmlns:a16="http://schemas.microsoft.com/office/drawing/2014/main" id="{6264491F-E014-4269-9A66-283952C8B55C}"/>
              </a:ext>
            </a:extLst>
          </p:cNvPr>
          <p:cNvSpPr>
            <a:spLocks xmlns:a="http://schemas.openxmlformats.org/drawingml/2006/main" noGrp="1"/>
          </p:cNvSpPr>
          <p:nvPr/>
        </p:nvSpPr>
        <p:spPr>
          <a:xfrm xmlns:a="http://schemas.openxmlformats.org/drawingml/2006/main">
            <a:off x="71247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2" name="figure-978">
            <a:extLst xmlns:a="http://schemas.openxmlformats.org/drawingml/2006/main">
              <a:ext uri="{FF2B5EF4-FFF2-40B4-BE49-F238E27FC236}">
                <a16:creationId xmlns:a16="http://schemas.microsoft.com/office/drawing/2014/main" id="{5A7CA4FF-ACE1-4AAD-9E13-3B628CFE0868}"/>
              </a:ext>
            </a:extLst>
          </p:cNvPr>
          <p:cNvSpPr>
            <a:spLocks xmlns:a="http://schemas.openxmlformats.org/drawingml/2006/main" noGrp="1"/>
          </p:cNvSpPr>
          <p:nvPr/>
        </p:nvSpPr>
        <p:spPr>
          <a:xfrm xmlns:a="http://schemas.openxmlformats.org/drawingml/2006/main">
            <a:off x="73533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3" name="figure-979">
            <a:extLst xmlns:a="http://schemas.openxmlformats.org/drawingml/2006/main">
              <a:ext uri="{FF2B5EF4-FFF2-40B4-BE49-F238E27FC236}">
                <a16:creationId xmlns:a16="http://schemas.microsoft.com/office/drawing/2014/main" id="{6EAFD44F-6ECB-4E39-A92A-0291C64D0CC7}"/>
              </a:ext>
            </a:extLst>
          </p:cNvPr>
          <p:cNvSpPr>
            <a:spLocks xmlns:a="http://schemas.openxmlformats.org/drawingml/2006/main" noGrp="1"/>
          </p:cNvSpPr>
          <p:nvPr/>
        </p:nvSpPr>
        <p:spPr>
          <a:xfrm xmlns:a="http://schemas.openxmlformats.org/drawingml/2006/main">
            <a:off x="75819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4" name="figure-980">
            <a:extLst xmlns:a="http://schemas.openxmlformats.org/drawingml/2006/main">
              <a:ext uri="{FF2B5EF4-FFF2-40B4-BE49-F238E27FC236}">
                <a16:creationId xmlns:a16="http://schemas.microsoft.com/office/drawing/2014/main" id="{E1957477-B92C-4E22-BE72-169990591D70}"/>
              </a:ext>
            </a:extLst>
          </p:cNvPr>
          <p:cNvSpPr>
            <a:spLocks xmlns:a="http://schemas.openxmlformats.org/drawingml/2006/main" noGrp="1"/>
          </p:cNvSpPr>
          <p:nvPr/>
        </p:nvSpPr>
        <p:spPr>
          <a:xfrm xmlns:a="http://schemas.openxmlformats.org/drawingml/2006/main">
            <a:off x="78105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5" name="figure-981">
            <a:extLst xmlns:a="http://schemas.openxmlformats.org/drawingml/2006/main">
              <a:ext uri="{FF2B5EF4-FFF2-40B4-BE49-F238E27FC236}">
                <a16:creationId xmlns:a16="http://schemas.microsoft.com/office/drawing/2014/main" id="{3EE78A23-5E3A-4B59-8223-CEDA52E183F7}"/>
              </a:ext>
            </a:extLst>
          </p:cNvPr>
          <p:cNvSpPr>
            <a:spLocks xmlns:a="http://schemas.openxmlformats.org/drawingml/2006/main" noGrp="1"/>
          </p:cNvSpPr>
          <p:nvPr/>
        </p:nvSpPr>
        <p:spPr>
          <a:xfrm xmlns:a="http://schemas.openxmlformats.org/drawingml/2006/main">
            <a:off x="80391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6" name="figure-982">
            <a:extLst xmlns:a="http://schemas.openxmlformats.org/drawingml/2006/main">
              <a:ext uri="{FF2B5EF4-FFF2-40B4-BE49-F238E27FC236}">
                <a16:creationId xmlns:a16="http://schemas.microsoft.com/office/drawing/2014/main" id="{83C8BEE6-0D94-4A21-8A2F-68AE7A4D299F}"/>
              </a:ext>
            </a:extLst>
          </p:cNvPr>
          <p:cNvSpPr>
            <a:spLocks xmlns:a="http://schemas.openxmlformats.org/drawingml/2006/main" noGrp="1"/>
          </p:cNvSpPr>
          <p:nvPr/>
        </p:nvSpPr>
        <p:spPr>
          <a:xfrm xmlns:a="http://schemas.openxmlformats.org/drawingml/2006/main">
            <a:off x="82677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7" name="figure-983">
            <a:extLst xmlns:a="http://schemas.openxmlformats.org/drawingml/2006/main">
              <a:ext uri="{FF2B5EF4-FFF2-40B4-BE49-F238E27FC236}">
                <a16:creationId xmlns:a16="http://schemas.microsoft.com/office/drawing/2014/main" id="{E2029446-FAEF-42D0-AF26-C819A37DA351}"/>
              </a:ext>
            </a:extLst>
          </p:cNvPr>
          <p:cNvSpPr>
            <a:spLocks xmlns:a="http://schemas.openxmlformats.org/drawingml/2006/main" noGrp="1"/>
          </p:cNvSpPr>
          <p:nvPr/>
        </p:nvSpPr>
        <p:spPr>
          <a:xfrm xmlns:a="http://schemas.openxmlformats.org/drawingml/2006/main">
            <a:off x="84963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8" name="figure-984">
            <a:extLst xmlns:a="http://schemas.openxmlformats.org/drawingml/2006/main">
              <a:ext uri="{FF2B5EF4-FFF2-40B4-BE49-F238E27FC236}">
                <a16:creationId xmlns:a16="http://schemas.microsoft.com/office/drawing/2014/main" id="{DB6D75FE-F38B-41FD-A04D-3A0BE7559E36}"/>
              </a:ext>
            </a:extLst>
          </p:cNvPr>
          <p:cNvSpPr>
            <a:spLocks xmlns:a="http://schemas.openxmlformats.org/drawingml/2006/main" noGrp="1"/>
          </p:cNvSpPr>
          <p:nvPr/>
        </p:nvSpPr>
        <p:spPr>
          <a:xfrm xmlns:a="http://schemas.openxmlformats.org/drawingml/2006/main">
            <a:off x="8724900" y="2533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49" name="figure-985">
            <a:extLst xmlns:a="http://schemas.openxmlformats.org/drawingml/2006/main">
              <a:ext uri="{FF2B5EF4-FFF2-40B4-BE49-F238E27FC236}">
                <a16:creationId xmlns:a16="http://schemas.microsoft.com/office/drawing/2014/main" id="{6A4F6BFF-CB36-4305-B552-DE83574B88AF}"/>
              </a:ext>
            </a:extLst>
          </p:cNvPr>
          <p:cNvSpPr>
            <a:spLocks xmlns:a="http://schemas.openxmlformats.org/drawingml/2006/main" noGrp="1"/>
          </p:cNvSpPr>
          <p:nvPr/>
        </p:nvSpPr>
        <p:spPr>
          <a:xfrm xmlns:a="http://schemas.openxmlformats.org/drawingml/2006/main">
            <a:off x="66675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0" name="figure-986">
            <a:extLst xmlns:a="http://schemas.openxmlformats.org/drawingml/2006/main">
              <a:ext uri="{FF2B5EF4-FFF2-40B4-BE49-F238E27FC236}">
                <a16:creationId xmlns:a16="http://schemas.microsoft.com/office/drawing/2014/main" id="{2B9C4C9A-11D7-42C2-A89D-52950C632EB2}"/>
              </a:ext>
            </a:extLst>
          </p:cNvPr>
          <p:cNvSpPr>
            <a:spLocks xmlns:a="http://schemas.openxmlformats.org/drawingml/2006/main" noGrp="1"/>
          </p:cNvSpPr>
          <p:nvPr/>
        </p:nvSpPr>
        <p:spPr>
          <a:xfrm xmlns:a="http://schemas.openxmlformats.org/drawingml/2006/main">
            <a:off x="68961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1" name="figure-987">
            <a:extLst xmlns:a="http://schemas.openxmlformats.org/drawingml/2006/main">
              <a:ext uri="{FF2B5EF4-FFF2-40B4-BE49-F238E27FC236}">
                <a16:creationId xmlns:a16="http://schemas.microsoft.com/office/drawing/2014/main" id="{AFE4A7E5-F728-4BF5-80DC-C1D5A1979635}"/>
              </a:ext>
            </a:extLst>
          </p:cNvPr>
          <p:cNvSpPr>
            <a:spLocks xmlns:a="http://schemas.openxmlformats.org/drawingml/2006/main" noGrp="1"/>
          </p:cNvSpPr>
          <p:nvPr/>
        </p:nvSpPr>
        <p:spPr>
          <a:xfrm xmlns:a="http://schemas.openxmlformats.org/drawingml/2006/main">
            <a:off x="71247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2" name="figure-988">
            <a:extLst xmlns:a="http://schemas.openxmlformats.org/drawingml/2006/main">
              <a:ext uri="{FF2B5EF4-FFF2-40B4-BE49-F238E27FC236}">
                <a16:creationId xmlns:a16="http://schemas.microsoft.com/office/drawing/2014/main" id="{3BDCDAD3-DA87-429F-87B3-1C09B87C0B7F}"/>
              </a:ext>
            </a:extLst>
          </p:cNvPr>
          <p:cNvSpPr>
            <a:spLocks xmlns:a="http://schemas.openxmlformats.org/drawingml/2006/main" noGrp="1"/>
          </p:cNvSpPr>
          <p:nvPr/>
        </p:nvSpPr>
        <p:spPr>
          <a:xfrm xmlns:a="http://schemas.openxmlformats.org/drawingml/2006/main">
            <a:off x="73533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3" name="figure-989">
            <a:extLst xmlns:a="http://schemas.openxmlformats.org/drawingml/2006/main">
              <a:ext uri="{FF2B5EF4-FFF2-40B4-BE49-F238E27FC236}">
                <a16:creationId xmlns:a16="http://schemas.microsoft.com/office/drawing/2014/main" id="{C3F1676C-8639-4258-B16F-FFCF097D4225}"/>
              </a:ext>
            </a:extLst>
          </p:cNvPr>
          <p:cNvSpPr>
            <a:spLocks xmlns:a="http://schemas.openxmlformats.org/drawingml/2006/main" noGrp="1"/>
          </p:cNvSpPr>
          <p:nvPr/>
        </p:nvSpPr>
        <p:spPr>
          <a:xfrm xmlns:a="http://schemas.openxmlformats.org/drawingml/2006/main">
            <a:off x="75819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4" name="figure-990">
            <a:extLst xmlns:a="http://schemas.openxmlformats.org/drawingml/2006/main">
              <a:ext uri="{FF2B5EF4-FFF2-40B4-BE49-F238E27FC236}">
                <a16:creationId xmlns:a16="http://schemas.microsoft.com/office/drawing/2014/main" id="{66017A69-D99B-46F2-A035-C21C99F33D29}"/>
              </a:ext>
            </a:extLst>
          </p:cNvPr>
          <p:cNvSpPr>
            <a:spLocks xmlns:a="http://schemas.openxmlformats.org/drawingml/2006/main" noGrp="1"/>
          </p:cNvSpPr>
          <p:nvPr/>
        </p:nvSpPr>
        <p:spPr>
          <a:xfrm xmlns:a="http://schemas.openxmlformats.org/drawingml/2006/main">
            <a:off x="78105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5" name="figure-991">
            <a:extLst xmlns:a="http://schemas.openxmlformats.org/drawingml/2006/main">
              <a:ext uri="{FF2B5EF4-FFF2-40B4-BE49-F238E27FC236}">
                <a16:creationId xmlns:a16="http://schemas.microsoft.com/office/drawing/2014/main" id="{016E12D6-8201-4CAF-915C-4486745CB4CA}"/>
              </a:ext>
            </a:extLst>
          </p:cNvPr>
          <p:cNvSpPr>
            <a:spLocks xmlns:a="http://schemas.openxmlformats.org/drawingml/2006/main" noGrp="1"/>
          </p:cNvSpPr>
          <p:nvPr/>
        </p:nvSpPr>
        <p:spPr>
          <a:xfrm xmlns:a="http://schemas.openxmlformats.org/drawingml/2006/main">
            <a:off x="80391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6" name="figure-992">
            <a:extLst xmlns:a="http://schemas.openxmlformats.org/drawingml/2006/main">
              <a:ext uri="{FF2B5EF4-FFF2-40B4-BE49-F238E27FC236}">
                <a16:creationId xmlns:a16="http://schemas.microsoft.com/office/drawing/2014/main" id="{A7206426-D848-4DA4-B8DC-341EA945861E}"/>
              </a:ext>
            </a:extLst>
          </p:cNvPr>
          <p:cNvSpPr>
            <a:spLocks xmlns:a="http://schemas.openxmlformats.org/drawingml/2006/main" noGrp="1"/>
          </p:cNvSpPr>
          <p:nvPr/>
        </p:nvSpPr>
        <p:spPr>
          <a:xfrm xmlns:a="http://schemas.openxmlformats.org/drawingml/2006/main">
            <a:off x="82677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7" name="figure-993">
            <a:extLst xmlns:a="http://schemas.openxmlformats.org/drawingml/2006/main">
              <a:ext uri="{FF2B5EF4-FFF2-40B4-BE49-F238E27FC236}">
                <a16:creationId xmlns:a16="http://schemas.microsoft.com/office/drawing/2014/main" id="{26809477-176B-4E27-9AD9-EDBA08009D75}"/>
              </a:ext>
            </a:extLst>
          </p:cNvPr>
          <p:cNvSpPr>
            <a:spLocks xmlns:a="http://schemas.openxmlformats.org/drawingml/2006/main" noGrp="1"/>
          </p:cNvSpPr>
          <p:nvPr/>
        </p:nvSpPr>
        <p:spPr>
          <a:xfrm xmlns:a="http://schemas.openxmlformats.org/drawingml/2006/main">
            <a:off x="84963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8" name="figure-994">
            <a:extLst xmlns:a="http://schemas.openxmlformats.org/drawingml/2006/main">
              <a:ext uri="{FF2B5EF4-FFF2-40B4-BE49-F238E27FC236}">
                <a16:creationId xmlns:a16="http://schemas.microsoft.com/office/drawing/2014/main" id="{5A0CD356-7810-4B6D-AAC1-F09B81E1C240}"/>
              </a:ext>
            </a:extLst>
          </p:cNvPr>
          <p:cNvSpPr>
            <a:spLocks xmlns:a="http://schemas.openxmlformats.org/drawingml/2006/main" noGrp="1"/>
          </p:cNvSpPr>
          <p:nvPr/>
        </p:nvSpPr>
        <p:spPr>
          <a:xfrm xmlns:a="http://schemas.openxmlformats.org/drawingml/2006/main">
            <a:off x="8724900" y="2762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59" name="figure-995">
            <a:extLst xmlns:a="http://schemas.openxmlformats.org/drawingml/2006/main">
              <a:ext uri="{FF2B5EF4-FFF2-40B4-BE49-F238E27FC236}">
                <a16:creationId xmlns:a16="http://schemas.microsoft.com/office/drawing/2014/main" id="{A927DC70-08F8-4C5A-9073-ED433501CC1E}"/>
              </a:ext>
            </a:extLst>
          </p:cNvPr>
          <p:cNvSpPr>
            <a:spLocks xmlns:a="http://schemas.openxmlformats.org/drawingml/2006/main" noGrp="1"/>
          </p:cNvSpPr>
          <p:nvPr/>
        </p:nvSpPr>
        <p:spPr>
          <a:xfrm xmlns:a="http://schemas.openxmlformats.org/drawingml/2006/main">
            <a:off x="66675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0" name="figure-996">
            <a:extLst xmlns:a="http://schemas.openxmlformats.org/drawingml/2006/main">
              <a:ext uri="{FF2B5EF4-FFF2-40B4-BE49-F238E27FC236}">
                <a16:creationId xmlns:a16="http://schemas.microsoft.com/office/drawing/2014/main" id="{C4A3EB02-478D-4128-9384-473E603BE515}"/>
              </a:ext>
            </a:extLst>
          </p:cNvPr>
          <p:cNvSpPr>
            <a:spLocks xmlns:a="http://schemas.openxmlformats.org/drawingml/2006/main" noGrp="1"/>
          </p:cNvSpPr>
          <p:nvPr/>
        </p:nvSpPr>
        <p:spPr>
          <a:xfrm xmlns:a="http://schemas.openxmlformats.org/drawingml/2006/main">
            <a:off x="68961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1" name="figure-997">
            <a:extLst xmlns:a="http://schemas.openxmlformats.org/drawingml/2006/main">
              <a:ext uri="{FF2B5EF4-FFF2-40B4-BE49-F238E27FC236}">
                <a16:creationId xmlns:a16="http://schemas.microsoft.com/office/drawing/2014/main" id="{EB80ECAD-B3DE-47C5-8F00-FC1CF85A5B73}"/>
              </a:ext>
            </a:extLst>
          </p:cNvPr>
          <p:cNvSpPr>
            <a:spLocks xmlns:a="http://schemas.openxmlformats.org/drawingml/2006/main" noGrp="1"/>
          </p:cNvSpPr>
          <p:nvPr/>
        </p:nvSpPr>
        <p:spPr>
          <a:xfrm xmlns:a="http://schemas.openxmlformats.org/drawingml/2006/main">
            <a:off x="71247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2" name="figure-998">
            <a:extLst xmlns:a="http://schemas.openxmlformats.org/drawingml/2006/main">
              <a:ext uri="{FF2B5EF4-FFF2-40B4-BE49-F238E27FC236}">
                <a16:creationId xmlns:a16="http://schemas.microsoft.com/office/drawing/2014/main" id="{55B1FE5A-3715-4BF7-8A18-A6902C113002}"/>
              </a:ext>
            </a:extLst>
          </p:cNvPr>
          <p:cNvSpPr>
            <a:spLocks xmlns:a="http://schemas.openxmlformats.org/drawingml/2006/main" noGrp="1"/>
          </p:cNvSpPr>
          <p:nvPr/>
        </p:nvSpPr>
        <p:spPr>
          <a:xfrm xmlns:a="http://schemas.openxmlformats.org/drawingml/2006/main">
            <a:off x="73533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3" name="figure-999">
            <a:extLst xmlns:a="http://schemas.openxmlformats.org/drawingml/2006/main">
              <a:ext uri="{FF2B5EF4-FFF2-40B4-BE49-F238E27FC236}">
                <a16:creationId xmlns:a16="http://schemas.microsoft.com/office/drawing/2014/main" id="{E12DEFEC-8205-4573-B3DA-DAF51E2E91B0}"/>
              </a:ext>
            </a:extLst>
          </p:cNvPr>
          <p:cNvSpPr>
            <a:spLocks xmlns:a="http://schemas.openxmlformats.org/drawingml/2006/main" noGrp="1"/>
          </p:cNvSpPr>
          <p:nvPr/>
        </p:nvSpPr>
        <p:spPr>
          <a:xfrm xmlns:a="http://schemas.openxmlformats.org/drawingml/2006/main">
            <a:off x="75819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4" name="figure-1000">
            <a:extLst xmlns:a="http://schemas.openxmlformats.org/drawingml/2006/main">
              <a:ext uri="{FF2B5EF4-FFF2-40B4-BE49-F238E27FC236}">
                <a16:creationId xmlns:a16="http://schemas.microsoft.com/office/drawing/2014/main" id="{18A5E274-46A7-4B54-8BE0-0E403742D653}"/>
              </a:ext>
            </a:extLst>
          </p:cNvPr>
          <p:cNvSpPr>
            <a:spLocks xmlns:a="http://schemas.openxmlformats.org/drawingml/2006/main" noGrp="1"/>
          </p:cNvSpPr>
          <p:nvPr/>
        </p:nvSpPr>
        <p:spPr>
          <a:xfrm xmlns:a="http://schemas.openxmlformats.org/drawingml/2006/main">
            <a:off x="78105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5" name="figure-1001">
            <a:extLst xmlns:a="http://schemas.openxmlformats.org/drawingml/2006/main">
              <a:ext uri="{FF2B5EF4-FFF2-40B4-BE49-F238E27FC236}">
                <a16:creationId xmlns:a16="http://schemas.microsoft.com/office/drawing/2014/main" id="{5BB58EA4-970C-49C5-A763-800FFD9C012B}"/>
              </a:ext>
            </a:extLst>
          </p:cNvPr>
          <p:cNvSpPr>
            <a:spLocks xmlns:a="http://schemas.openxmlformats.org/drawingml/2006/main" noGrp="1"/>
          </p:cNvSpPr>
          <p:nvPr/>
        </p:nvSpPr>
        <p:spPr>
          <a:xfrm xmlns:a="http://schemas.openxmlformats.org/drawingml/2006/main">
            <a:off x="80391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6" name="figure-1002">
            <a:extLst xmlns:a="http://schemas.openxmlformats.org/drawingml/2006/main">
              <a:ext uri="{FF2B5EF4-FFF2-40B4-BE49-F238E27FC236}">
                <a16:creationId xmlns:a16="http://schemas.microsoft.com/office/drawing/2014/main" id="{65373485-A9EB-4D42-A3E1-64B4A4B12F0A}"/>
              </a:ext>
            </a:extLst>
          </p:cNvPr>
          <p:cNvSpPr>
            <a:spLocks xmlns:a="http://schemas.openxmlformats.org/drawingml/2006/main" noGrp="1"/>
          </p:cNvSpPr>
          <p:nvPr/>
        </p:nvSpPr>
        <p:spPr>
          <a:xfrm xmlns:a="http://schemas.openxmlformats.org/drawingml/2006/main">
            <a:off x="82677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7" name="figure-1003">
            <a:extLst xmlns:a="http://schemas.openxmlformats.org/drawingml/2006/main">
              <a:ext uri="{FF2B5EF4-FFF2-40B4-BE49-F238E27FC236}">
                <a16:creationId xmlns:a16="http://schemas.microsoft.com/office/drawing/2014/main" id="{EA760905-3C9E-4073-95AB-660E7FB5603D}"/>
              </a:ext>
            </a:extLst>
          </p:cNvPr>
          <p:cNvSpPr>
            <a:spLocks xmlns:a="http://schemas.openxmlformats.org/drawingml/2006/main" noGrp="1"/>
          </p:cNvSpPr>
          <p:nvPr/>
        </p:nvSpPr>
        <p:spPr>
          <a:xfrm xmlns:a="http://schemas.openxmlformats.org/drawingml/2006/main">
            <a:off x="84963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8" name="figure-1004">
            <a:extLst xmlns:a="http://schemas.openxmlformats.org/drawingml/2006/main">
              <a:ext uri="{FF2B5EF4-FFF2-40B4-BE49-F238E27FC236}">
                <a16:creationId xmlns:a16="http://schemas.microsoft.com/office/drawing/2014/main" id="{7247EF77-DA44-4902-A73B-F631D7B90053}"/>
              </a:ext>
            </a:extLst>
          </p:cNvPr>
          <p:cNvSpPr>
            <a:spLocks xmlns:a="http://schemas.openxmlformats.org/drawingml/2006/main" noGrp="1"/>
          </p:cNvSpPr>
          <p:nvPr/>
        </p:nvSpPr>
        <p:spPr>
          <a:xfrm xmlns:a="http://schemas.openxmlformats.org/drawingml/2006/main">
            <a:off x="8724900" y="2990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69" name="figure-1005">
            <a:extLst xmlns:a="http://schemas.openxmlformats.org/drawingml/2006/main">
              <a:ext uri="{FF2B5EF4-FFF2-40B4-BE49-F238E27FC236}">
                <a16:creationId xmlns:a16="http://schemas.microsoft.com/office/drawing/2014/main" id="{473D2EFC-89AF-42DE-A20B-9A5342C5EC60}"/>
              </a:ext>
            </a:extLst>
          </p:cNvPr>
          <p:cNvSpPr>
            <a:spLocks xmlns:a="http://schemas.openxmlformats.org/drawingml/2006/main" noGrp="1"/>
          </p:cNvSpPr>
          <p:nvPr/>
        </p:nvSpPr>
        <p:spPr>
          <a:xfrm xmlns:a="http://schemas.openxmlformats.org/drawingml/2006/main">
            <a:off x="66675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0" name="figure-1006">
            <a:extLst xmlns:a="http://schemas.openxmlformats.org/drawingml/2006/main">
              <a:ext uri="{FF2B5EF4-FFF2-40B4-BE49-F238E27FC236}">
                <a16:creationId xmlns:a16="http://schemas.microsoft.com/office/drawing/2014/main" id="{74ABE15C-9443-414A-9497-8F2B3B979EA1}"/>
              </a:ext>
            </a:extLst>
          </p:cNvPr>
          <p:cNvSpPr>
            <a:spLocks xmlns:a="http://schemas.openxmlformats.org/drawingml/2006/main" noGrp="1"/>
          </p:cNvSpPr>
          <p:nvPr/>
        </p:nvSpPr>
        <p:spPr>
          <a:xfrm xmlns:a="http://schemas.openxmlformats.org/drawingml/2006/main">
            <a:off x="68961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1" name="figure-1007">
            <a:extLst xmlns:a="http://schemas.openxmlformats.org/drawingml/2006/main">
              <a:ext uri="{FF2B5EF4-FFF2-40B4-BE49-F238E27FC236}">
                <a16:creationId xmlns:a16="http://schemas.microsoft.com/office/drawing/2014/main" id="{B6C407C4-6DC2-49EC-851C-7E619726FD6E}"/>
              </a:ext>
            </a:extLst>
          </p:cNvPr>
          <p:cNvSpPr>
            <a:spLocks xmlns:a="http://schemas.openxmlformats.org/drawingml/2006/main" noGrp="1"/>
          </p:cNvSpPr>
          <p:nvPr/>
        </p:nvSpPr>
        <p:spPr>
          <a:xfrm xmlns:a="http://schemas.openxmlformats.org/drawingml/2006/main">
            <a:off x="71247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2" name="figure-1008">
            <a:extLst xmlns:a="http://schemas.openxmlformats.org/drawingml/2006/main">
              <a:ext uri="{FF2B5EF4-FFF2-40B4-BE49-F238E27FC236}">
                <a16:creationId xmlns:a16="http://schemas.microsoft.com/office/drawing/2014/main" id="{DCE3EF53-59F4-4FC5-B4DC-CDDB10538FAD}"/>
              </a:ext>
            </a:extLst>
          </p:cNvPr>
          <p:cNvSpPr>
            <a:spLocks xmlns:a="http://schemas.openxmlformats.org/drawingml/2006/main" noGrp="1"/>
          </p:cNvSpPr>
          <p:nvPr/>
        </p:nvSpPr>
        <p:spPr>
          <a:xfrm xmlns:a="http://schemas.openxmlformats.org/drawingml/2006/main">
            <a:off x="73533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3" name="figure-1009">
            <a:extLst xmlns:a="http://schemas.openxmlformats.org/drawingml/2006/main">
              <a:ext uri="{FF2B5EF4-FFF2-40B4-BE49-F238E27FC236}">
                <a16:creationId xmlns:a16="http://schemas.microsoft.com/office/drawing/2014/main" id="{52A3F1CC-709C-4861-A6E5-ED4FF01E3BFE}"/>
              </a:ext>
            </a:extLst>
          </p:cNvPr>
          <p:cNvSpPr>
            <a:spLocks xmlns:a="http://schemas.openxmlformats.org/drawingml/2006/main" noGrp="1"/>
          </p:cNvSpPr>
          <p:nvPr/>
        </p:nvSpPr>
        <p:spPr>
          <a:xfrm xmlns:a="http://schemas.openxmlformats.org/drawingml/2006/main">
            <a:off x="75819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4" name="figure-1010">
            <a:extLst xmlns:a="http://schemas.openxmlformats.org/drawingml/2006/main">
              <a:ext uri="{FF2B5EF4-FFF2-40B4-BE49-F238E27FC236}">
                <a16:creationId xmlns:a16="http://schemas.microsoft.com/office/drawing/2014/main" id="{9B0F8B8F-A0D0-4F8A-9C79-9964C57C567B}"/>
              </a:ext>
            </a:extLst>
          </p:cNvPr>
          <p:cNvSpPr>
            <a:spLocks xmlns:a="http://schemas.openxmlformats.org/drawingml/2006/main" noGrp="1"/>
          </p:cNvSpPr>
          <p:nvPr/>
        </p:nvSpPr>
        <p:spPr>
          <a:xfrm xmlns:a="http://schemas.openxmlformats.org/drawingml/2006/main">
            <a:off x="78105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5" name="figure-1011">
            <a:extLst xmlns:a="http://schemas.openxmlformats.org/drawingml/2006/main">
              <a:ext uri="{FF2B5EF4-FFF2-40B4-BE49-F238E27FC236}">
                <a16:creationId xmlns:a16="http://schemas.microsoft.com/office/drawing/2014/main" id="{AA73A464-A1C4-4964-BF85-81ADD657DB2A}"/>
              </a:ext>
            </a:extLst>
          </p:cNvPr>
          <p:cNvSpPr>
            <a:spLocks xmlns:a="http://schemas.openxmlformats.org/drawingml/2006/main" noGrp="1"/>
          </p:cNvSpPr>
          <p:nvPr/>
        </p:nvSpPr>
        <p:spPr>
          <a:xfrm xmlns:a="http://schemas.openxmlformats.org/drawingml/2006/main">
            <a:off x="80391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6" name="figure-1012">
            <a:extLst xmlns:a="http://schemas.openxmlformats.org/drawingml/2006/main">
              <a:ext uri="{FF2B5EF4-FFF2-40B4-BE49-F238E27FC236}">
                <a16:creationId xmlns:a16="http://schemas.microsoft.com/office/drawing/2014/main" id="{9EF8FA06-ACF9-4F8B-945D-399ED4F95587}"/>
              </a:ext>
            </a:extLst>
          </p:cNvPr>
          <p:cNvSpPr>
            <a:spLocks xmlns:a="http://schemas.openxmlformats.org/drawingml/2006/main" noGrp="1"/>
          </p:cNvSpPr>
          <p:nvPr/>
        </p:nvSpPr>
        <p:spPr>
          <a:xfrm xmlns:a="http://schemas.openxmlformats.org/drawingml/2006/main">
            <a:off x="82677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7" name="figure-1013">
            <a:extLst xmlns:a="http://schemas.openxmlformats.org/drawingml/2006/main">
              <a:ext uri="{FF2B5EF4-FFF2-40B4-BE49-F238E27FC236}">
                <a16:creationId xmlns:a16="http://schemas.microsoft.com/office/drawing/2014/main" id="{F1B708A7-1AB8-4339-98C6-3C0FEB9E65D9}"/>
              </a:ext>
            </a:extLst>
          </p:cNvPr>
          <p:cNvSpPr>
            <a:spLocks xmlns:a="http://schemas.openxmlformats.org/drawingml/2006/main" noGrp="1"/>
          </p:cNvSpPr>
          <p:nvPr/>
        </p:nvSpPr>
        <p:spPr>
          <a:xfrm xmlns:a="http://schemas.openxmlformats.org/drawingml/2006/main">
            <a:off x="84963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8" name="figure-1014">
            <a:extLst xmlns:a="http://schemas.openxmlformats.org/drawingml/2006/main">
              <a:ext uri="{FF2B5EF4-FFF2-40B4-BE49-F238E27FC236}">
                <a16:creationId xmlns:a16="http://schemas.microsoft.com/office/drawing/2014/main" id="{229D5C94-70E3-4B39-9FEC-836391990ACE}"/>
              </a:ext>
            </a:extLst>
          </p:cNvPr>
          <p:cNvSpPr>
            <a:spLocks xmlns:a="http://schemas.openxmlformats.org/drawingml/2006/main" noGrp="1"/>
          </p:cNvSpPr>
          <p:nvPr/>
        </p:nvSpPr>
        <p:spPr>
          <a:xfrm xmlns:a="http://schemas.openxmlformats.org/drawingml/2006/main">
            <a:off x="8724900" y="3219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79" name="figure-1015">
            <a:extLst xmlns:a="http://schemas.openxmlformats.org/drawingml/2006/main">
              <a:ext uri="{FF2B5EF4-FFF2-40B4-BE49-F238E27FC236}">
                <a16:creationId xmlns:a16="http://schemas.microsoft.com/office/drawing/2014/main" id="{79D57C24-65F1-43EE-B883-E802E2C17124}"/>
              </a:ext>
            </a:extLst>
          </p:cNvPr>
          <p:cNvSpPr>
            <a:spLocks xmlns:a="http://schemas.openxmlformats.org/drawingml/2006/main" noGrp="1"/>
          </p:cNvSpPr>
          <p:nvPr/>
        </p:nvSpPr>
        <p:spPr>
          <a:xfrm xmlns:a="http://schemas.openxmlformats.org/drawingml/2006/main">
            <a:off x="66675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0" name="figure-1016">
            <a:extLst xmlns:a="http://schemas.openxmlformats.org/drawingml/2006/main">
              <a:ext uri="{FF2B5EF4-FFF2-40B4-BE49-F238E27FC236}">
                <a16:creationId xmlns:a16="http://schemas.microsoft.com/office/drawing/2014/main" id="{EBD53654-3F30-4F25-956C-9B4A407CCDA4}"/>
              </a:ext>
            </a:extLst>
          </p:cNvPr>
          <p:cNvSpPr>
            <a:spLocks xmlns:a="http://schemas.openxmlformats.org/drawingml/2006/main" noGrp="1"/>
          </p:cNvSpPr>
          <p:nvPr/>
        </p:nvSpPr>
        <p:spPr>
          <a:xfrm xmlns:a="http://schemas.openxmlformats.org/drawingml/2006/main">
            <a:off x="68961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1" name="figure-1017">
            <a:extLst xmlns:a="http://schemas.openxmlformats.org/drawingml/2006/main">
              <a:ext uri="{FF2B5EF4-FFF2-40B4-BE49-F238E27FC236}">
                <a16:creationId xmlns:a16="http://schemas.microsoft.com/office/drawing/2014/main" id="{65B92261-1B4C-4F97-B157-B9099FC0235C}"/>
              </a:ext>
            </a:extLst>
          </p:cNvPr>
          <p:cNvSpPr>
            <a:spLocks xmlns:a="http://schemas.openxmlformats.org/drawingml/2006/main" noGrp="1"/>
          </p:cNvSpPr>
          <p:nvPr/>
        </p:nvSpPr>
        <p:spPr>
          <a:xfrm xmlns:a="http://schemas.openxmlformats.org/drawingml/2006/main">
            <a:off x="71247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2" name="figure-1018">
            <a:extLst xmlns:a="http://schemas.openxmlformats.org/drawingml/2006/main">
              <a:ext uri="{FF2B5EF4-FFF2-40B4-BE49-F238E27FC236}">
                <a16:creationId xmlns:a16="http://schemas.microsoft.com/office/drawing/2014/main" id="{FCE941D4-A1A4-4181-BFB8-A0B2CA817B30}"/>
              </a:ext>
            </a:extLst>
          </p:cNvPr>
          <p:cNvSpPr>
            <a:spLocks xmlns:a="http://schemas.openxmlformats.org/drawingml/2006/main" noGrp="1"/>
          </p:cNvSpPr>
          <p:nvPr/>
        </p:nvSpPr>
        <p:spPr>
          <a:xfrm xmlns:a="http://schemas.openxmlformats.org/drawingml/2006/main">
            <a:off x="73533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3" name="figure-1019">
            <a:extLst xmlns:a="http://schemas.openxmlformats.org/drawingml/2006/main">
              <a:ext uri="{FF2B5EF4-FFF2-40B4-BE49-F238E27FC236}">
                <a16:creationId xmlns:a16="http://schemas.microsoft.com/office/drawing/2014/main" id="{49C3CEEE-B0AA-4AF0-A304-45E9B20DB866}"/>
              </a:ext>
            </a:extLst>
          </p:cNvPr>
          <p:cNvSpPr>
            <a:spLocks xmlns:a="http://schemas.openxmlformats.org/drawingml/2006/main" noGrp="1"/>
          </p:cNvSpPr>
          <p:nvPr/>
        </p:nvSpPr>
        <p:spPr>
          <a:xfrm xmlns:a="http://schemas.openxmlformats.org/drawingml/2006/main">
            <a:off x="75819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4" name="figure-1020">
            <a:extLst xmlns:a="http://schemas.openxmlformats.org/drawingml/2006/main">
              <a:ext uri="{FF2B5EF4-FFF2-40B4-BE49-F238E27FC236}">
                <a16:creationId xmlns:a16="http://schemas.microsoft.com/office/drawing/2014/main" id="{20305255-BC69-4EE0-9423-6A3361E130D2}"/>
              </a:ext>
            </a:extLst>
          </p:cNvPr>
          <p:cNvSpPr>
            <a:spLocks xmlns:a="http://schemas.openxmlformats.org/drawingml/2006/main" noGrp="1"/>
          </p:cNvSpPr>
          <p:nvPr/>
        </p:nvSpPr>
        <p:spPr>
          <a:xfrm xmlns:a="http://schemas.openxmlformats.org/drawingml/2006/main">
            <a:off x="78105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5" name="figure-1021">
            <a:extLst xmlns:a="http://schemas.openxmlformats.org/drawingml/2006/main">
              <a:ext uri="{FF2B5EF4-FFF2-40B4-BE49-F238E27FC236}">
                <a16:creationId xmlns:a16="http://schemas.microsoft.com/office/drawing/2014/main" id="{E83B5AD1-076E-4142-8C30-F2A9C7516F6A}"/>
              </a:ext>
            </a:extLst>
          </p:cNvPr>
          <p:cNvSpPr>
            <a:spLocks xmlns:a="http://schemas.openxmlformats.org/drawingml/2006/main" noGrp="1"/>
          </p:cNvSpPr>
          <p:nvPr/>
        </p:nvSpPr>
        <p:spPr>
          <a:xfrm xmlns:a="http://schemas.openxmlformats.org/drawingml/2006/main">
            <a:off x="80391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6" name="figure-1022">
            <a:extLst xmlns:a="http://schemas.openxmlformats.org/drawingml/2006/main">
              <a:ext uri="{FF2B5EF4-FFF2-40B4-BE49-F238E27FC236}">
                <a16:creationId xmlns:a16="http://schemas.microsoft.com/office/drawing/2014/main" id="{73B2E6D5-0A8D-49DC-809E-62AEF04DA359}"/>
              </a:ext>
            </a:extLst>
          </p:cNvPr>
          <p:cNvSpPr>
            <a:spLocks xmlns:a="http://schemas.openxmlformats.org/drawingml/2006/main" noGrp="1"/>
          </p:cNvSpPr>
          <p:nvPr/>
        </p:nvSpPr>
        <p:spPr>
          <a:xfrm xmlns:a="http://schemas.openxmlformats.org/drawingml/2006/main">
            <a:off x="82677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7" name="figure-1023">
            <a:extLst xmlns:a="http://schemas.openxmlformats.org/drawingml/2006/main">
              <a:ext uri="{FF2B5EF4-FFF2-40B4-BE49-F238E27FC236}">
                <a16:creationId xmlns:a16="http://schemas.microsoft.com/office/drawing/2014/main" id="{EE04BCAC-DC39-4EF3-A855-B5C6ECB73FB4}"/>
              </a:ext>
            </a:extLst>
          </p:cNvPr>
          <p:cNvSpPr>
            <a:spLocks xmlns:a="http://schemas.openxmlformats.org/drawingml/2006/main" noGrp="1"/>
          </p:cNvSpPr>
          <p:nvPr/>
        </p:nvSpPr>
        <p:spPr>
          <a:xfrm xmlns:a="http://schemas.openxmlformats.org/drawingml/2006/main">
            <a:off x="84963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8" name="figure-1024">
            <a:extLst xmlns:a="http://schemas.openxmlformats.org/drawingml/2006/main">
              <a:ext uri="{FF2B5EF4-FFF2-40B4-BE49-F238E27FC236}">
                <a16:creationId xmlns:a16="http://schemas.microsoft.com/office/drawing/2014/main" id="{D9557EE2-D7A3-483D-BD25-739B6E161C8E}"/>
              </a:ext>
            </a:extLst>
          </p:cNvPr>
          <p:cNvSpPr>
            <a:spLocks xmlns:a="http://schemas.openxmlformats.org/drawingml/2006/main" noGrp="1"/>
          </p:cNvSpPr>
          <p:nvPr/>
        </p:nvSpPr>
        <p:spPr>
          <a:xfrm xmlns:a="http://schemas.openxmlformats.org/drawingml/2006/main">
            <a:off x="8724900" y="34480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89" name="figure-1025">
            <a:extLst xmlns:a="http://schemas.openxmlformats.org/drawingml/2006/main">
              <a:ext uri="{FF2B5EF4-FFF2-40B4-BE49-F238E27FC236}">
                <a16:creationId xmlns:a16="http://schemas.microsoft.com/office/drawing/2014/main" id="{A7A0179D-00B5-4C6F-BAA1-156B8245BAF2}"/>
              </a:ext>
            </a:extLst>
          </p:cNvPr>
          <p:cNvSpPr>
            <a:spLocks xmlns:a="http://schemas.openxmlformats.org/drawingml/2006/main" noGrp="1"/>
          </p:cNvSpPr>
          <p:nvPr/>
        </p:nvSpPr>
        <p:spPr>
          <a:xfrm xmlns:a="http://schemas.openxmlformats.org/drawingml/2006/main">
            <a:off x="66675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0" name="figure-1026">
            <a:extLst xmlns:a="http://schemas.openxmlformats.org/drawingml/2006/main">
              <a:ext uri="{FF2B5EF4-FFF2-40B4-BE49-F238E27FC236}">
                <a16:creationId xmlns:a16="http://schemas.microsoft.com/office/drawing/2014/main" id="{78BDE68E-3E3B-4D10-B9E0-0D1294E3A4F8}"/>
              </a:ext>
            </a:extLst>
          </p:cNvPr>
          <p:cNvSpPr>
            <a:spLocks xmlns:a="http://schemas.openxmlformats.org/drawingml/2006/main" noGrp="1"/>
          </p:cNvSpPr>
          <p:nvPr/>
        </p:nvSpPr>
        <p:spPr>
          <a:xfrm xmlns:a="http://schemas.openxmlformats.org/drawingml/2006/main">
            <a:off x="68961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1" name="figure-1027">
            <a:extLst xmlns:a="http://schemas.openxmlformats.org/drawingml/2006/main">
              <a:ext uri="{FF2B5EF4-FFF2-40B4-BE49-F238E27FC236}">
                <a16:creationId xmlns:a16="http://schemas.microsoft.com/office/drawing/2014/main" id="{34672E94-6A18-4A0F-847D-B026B24815CE}"/>
              </a:ext>
            </a:extLst>
          </p:cNvPr>
          <p:cNvSpPr>
            <a:spLocks xmlns:a="http://schemas.openxmlformats.org/drawingml/2006/main" noGrp="1"/>
          </p:cNvSpPr>
          <p:nvPr/>
        </p:nvSpPr>
        <p:spPr>
          <a:xfrm xmlns:a="http://schemas.openxmlformats.org/drawingml/2006/main">
            <a:off x="71247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2" name="figure-1028">
            <a:extLst xmlns:a="http://schemas.openxmlformats.org/drawingml/2006/main">
              <a:ext uri="{FF2B5EF4-FFF2-40B4-BE49-F238E27FC236}">
                <a16:creationId xmlns:a16="http://schemas.microsoft.com/office/drawing/2014/main" id="{C295958C-F275-4470-A06F-7CADD864B59D}"/>
              </a:ext>
            </a:extLst>
          </p:cNvPr>
          <p:cNvSpPr>
            <a:spLocks xmlns:a="http://schemas.openxmlformats.org/drawingml/2006/main" noGrp="1"/>
          </p:cNvSpPr>
          <p:nvPr/>
        </p:nvSpPr>
        <p:spPr>
          <a:xfrm xmlns:a="http://schemas.openxmlformats.org/drawingml/2006/main">
            <a:off x="73533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3" name="figure-1029">
            <a:extLst xmlns:a="http://schemas.openxmlformats.org/drawingml/2006/main">
              <a:ext uri="{FF2B5EF4-FFF2-40B4-BE49-F238E27FC236}">
                <a16:creationId xmlns:a16="http://schemas.microsoft.com/office/drawing/2014/main" id="{50366A32-9514-46FB-88DE-A820FB9893EE}"/>
              </a:ext>
            </a:extLst>
          </p:cNvPr>
          <p:cNvSpPr>
            <a:spLocks xmlns:a="http://schemas.openxmlformats.org/drawingml/2006/main" noGrp="1"/>
          </p:cNvSpPr>
          <p:nvPr/>
        </p:nvSpPr>
        <p:spPr>
          <a:xfrm xmlns:a="http://schemas.openxmlformats.org/drawingml/2006/main">
            <a:off x="75819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4" name="figure-1030">
            <a:extLst xmlns:a="http://schemas.openxmlformats.org/drawingml/2006/main">
              <a:ext uri="{FF2B5EF4-FFF2-40B4-BE49-F238E27FC236}">
                <a16:creationId xmlns:a16="http://schemas.microsoft.com/office/drawing/2014/main" id="{328A6C58-2529-4C8C-8625-763586D67349}"/>
              </a:ext>
            </a:extLst>
          </p:cNvPr>
          <p:cNvSpPr>
            <a:spLocks xmlns:a="http://schemas.openxmlformats.org/drawingml/2006/main" noGrp="1"/>
          </p:cNvSpPr>
          <p:nvPr/>
        </p:nvSpPr>
        <p:spPr>
          <a:xfrm xmlns:a="http://schemas.openxmlformats.org/drawingml/2006/main">
            <a:off x="78105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5" name="figure-1031">
            <a:extLst xmlns:a="http://schemas.openxmlformats.org/drawingml/2006/main">
              <a:ext uri="{FF2B5EF4-FFF2-40B4-BE49-F238E27FC236}">
                <a16:creationId xmlns:a16="http://schemas.microsoft.com/office/drawing/2014/main" id="{1EEE9797-F82F-4982-B0C5-8750EF007EC0}"/>
              </a:ext>
            </a:extLst>
          </p:cNvPr>
          <p:cNvSpPr>
            <a:spLocks xmlns:a="http://schemas.openxmlformats.org/drawingml/2006/main" noGrp="1"/>
          </p:cNvSpPr>
          <p:nvPr/>
        </p:nvSpPr>
        <p:spPr>
          <a:xfrm xmlns:a="http://schemas.openxmlformats.org/drawingml/2006/main">
            <a:off x="80391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6" name="figure-1032">
            <a:extLst xmlns:a="http://schemas.openxmlformats.org/drawingml/2006/main">
              <a:ext uri="{FF2B5EF4-FFF2-40B4-BE49-F238E27FC236}">
                <a16:creationId xmlns:a16="http://schemas.microsoft.com/office/drawing/2014/main" id="{8DDFD1D1-092D-4D1B-900E-6E05D1E3BFAE}"/>
              </a:ext>
            </a:extLst>
          </p:cNvPr>
          <p:cNvSpPr>
            <a:spLocks xmlns:a="http://schemas.openxmlformats.org/drawingml/2006/main" noGrp="1"/>
          </p:cNvSpPr>
          <p:nvPr/>
        </p:nvSpPr>
        <p:spPr>
          <a:xfrm xmlns:a="http://schemas.openxmlformats.org/drawingml/2006/main">
            <a:off x="82677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7" name="figure-1033">
            <a:extLst xmlns:a="http://schemas.openxmlformats.org/drawingml/2006/main">
              <a:ext uri="{FF2B5EF4-FFF2-40B4-BE49-F238E27FC236}">
                <a16:creationId xmlns:a16="http://schemas.microsoft.com/office/drawing/2014/main" id="{60A1D35C-401A-4DD0-AE84-397099F73EA0}"/>
              </a:ext>
            </a:extLst>
          </p:cNvPr>
          <p:cNvSpPr>
            <a:spLocks xmlns:a="http://schemas.openxmlformats.org/drawingml/2006/main" noGrp="1"/>
          </p:cNvSpPr>
          <p:nvPr/>
        </p:nvSpPr>
        <p:spPr>
          <a:xfrm xmlns:a="http://schemas.openxmlformats.org/drawingml/2006/main">
            <a:off x="84963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8" name="figure-1034">
            <a:extLst xmlns:a="http://schemas.openxmlformats.org/drawingml/2006/main">
              <a:ext uri="{FF2B5EF4-FFF2-40B4-BE49-F238E27FC236}">
                <a16:creationId xmlns:a16="http://schemas.microsoft.com/office/drawing/2014/main" id="{57B6D2F7-9FE5-4DCC-9F6D-96A79415587B}"/>
              </a:ext>
            </a:extLst>
          </p:cNvPr>
          <p:cNvSpPr>
            <a:spLocks xmlns:a="http://schemas.openxmlformats.org/drawingml/2006/main" noGrp="1"/>
          </p:cNvSpPr>
          <p:nvPr/>
        </p:nvSpPr>
        <p:spPr>
          <a:xfrm xmlns:a="http://schemas.openxmlformats.org/drawingml/2006/main">
            <a:off x="8724900" y="36766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99" name="figure-1035">
            <a:extLst xmlns:a="http://schemas.openxmlformats.org/drawingml/2006/main">
              <a:ext uri="{FF2B5EF4-FFF2-40B4-BE49-F238E27FC236}">
                <a16:creationId xmlns:a16="http://schemas.microsoft.com/office/drawing/2014/main" id="{04087726-DD96-4493-8847-4D7E19339CED}"/>
              </a:ext>
            </a:extLst>
          </p:cNvPr>
          <p:cNvSpPr>
            <a:spLocks xmlns:a="http://schemas.openxmlformats.org/drawingml/2006/main" noGrp="1"/>
          </p:cNvSpPr>
          <p:nvPr/>
        </p:nvSpPr>
        <p:spPr>
          <a:xfrm xmlns:a="http://schemas.openxmlformats.org/drawingml/2006/main">
            <a:off x="66675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0" name="figure-1036">
            <a:extLst xmlns:a="http://schemas.openxmlformats.org/drawingml/2006/main">
              <a:ext uri="{FF2B5EF4-FFF2-40B4-BE49-F238E27FC236}">
                <a16:creationId xmlns:a16="http://schemas.microsoft.com/office/drawing/2014/main" id="{B41B956A-B410-43A7-B3E0-A10BFF8C5639}"/>
              </a:ext>
            </a:extLst>
          </p:cNvPr>
          <p:cNvSpPr>
            <a:spLocks xmlns:a="http://schemas.openxmlformats.org/drawingml/2006/main" noGrp="1"/>
          </p:cNvSpPr>
          <p:nvPr/>
        </p:nvSpPr>
        <p:spPr>
          <a:xfrm xmlns:a="http://schemas.openxmlformats.org/drawingml/2006/main">
            <a:off x="68961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1" name="figure-1037">
            <a:extLst xmlns:a="http://schemas.openxmlformats.org/drawingml/2006/main">
              <a:ext uri="{FF2B5EF4-FFF2-40B4-BE49-F238E27FC236}">
                <a16:creationId xmlns:a16="http://schemas.microsoft.com/office/drawing/2014/main" id="{C2BCFE11-176B-485D-AC69-49891920D133}"/>
              </a:ext>
            </a:extLst>
          </p:cNvPr>
          <p:cNvSpPr>
            <a:spLocks xmlns:a="http://schemas.openxmlformats.org/drawingml/2006/main" noGrp="1"/>
          </p:cNvSpPr>
          <p:nvPr/>
        </p:nvSpPr>
        <p:spPr>
          <a:xfrm xmlns:a="http://schemas.openxmlformats.org/drawingml/2006/main">
            <a:off x="71247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2" name="figure-1038">
            <a:extLst xmlns:a="http://schemas.openxmlformats.org/drawingml/2006/main">
              <a:ext uri="{FF2B5EF4-FFF2-40B4-BE49-F238E27FC236}">
                <a16:creationId xmlns:a16="http://schemas.microsoft.com/office/drawing/2014/main" id="{B5849C1D-C38A-4346-8EC4-8E091709E476}"/>
              </a:ext>
            </a:extLst>
          </p:cNvPr>
          <p:cNvSpPr>
            <a:spLocks xmlns:a="http://schemas.openxmlformats.org/drawingml/2006/main" noGrp="1"/>
          </p:cNvSpPr>
          <p:nvPr/>
        </p:nvSpPr>
        <p:spPr>
          <a:xfrm xmlns:a="http://schemas.openxmlformats.org/drawingml/2006/main">
            <a:off x="73533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3" name="figure-1039">
            <a:extLst xmlns:a="http://schemas.openxmlformats.org/drawingml/2006/main">
              <a:ext uri="{FF2B5EF4-FFF2-40B4-BE49-F238E27FC236}">
                <a16:creationId xmlns:a16="http://schemas.microsoft.com/office/drawing/2014/main" id="{8D066B30-909F-4769-BA74-A87133021FA7}"/>
              </a:ext>
            </a:extLst>
          </p:cNvPr>
          <p:cNvSpPr>
            <a:spLocks xmlns:a="http://schemas.openxmlformats.org/drawingml/2006/main" noGrp="1"/>
          </p:cNvSpPr>
          <p:nvPr/>
        </p:nvSpPr>
        <p:spPr>
          <a:xfrm xmlns:a="http://schemas.openxmlformats.org/drawingml/2006/main">
            <a:off x="75819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4" name="figure-1040">
            <a:extLst xmlns:a="http://schemas.openxmlformats.org/drawingml/2006/main">
              <a:ext uri="{FF2B5EF4-FFF2-40B4-BE49-F238E27FC236}">
                <a16:creationId xmlns:a16="http://schemas.microsoft.com/office/drawing/2014/main" id="{5DCFF3A5-B6FF-48CD-B31F-EE0B5FEA9FDD}"/>
              </a:ext>
            </a:extLst>
          </p:cNvPr>
          <p:cNvSpPr>
            <a:spLocks xmlns:a="http://schemas.openxmlformats.org/drawingml/2006/main" noGrp="1"/>
          </p:cNvSpPr>
          <p:nvPr/>
        </p:nvSpPr>
        <p:spPr>
          <a:xfrm xmlns:a="http://schemas.openxmlformats.org/drawingml/2006/main">
            <a:off x="78105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5" name="figure-1041">
            <a:extLst xmlns:a="http://schemas.openxmlformats.org/drawingml/2006/main">
              <a:ext uri="{FF2B5EF4-FFF2-40B4-BE49-F238E27FC236}">
                <a16:creationId xmlns:a16="http://schemas.microsoft.com/office/drawing/2014/main" id="{583CF471-065D-4BD8-844C-E4D1AF2BD5ED}"/>
              </a:ext>
            </a:extLst>
          </p:cNvPr>
          <p:cNvSpPr>
            <a:spLocks xmlns:a="http://schemas.openxmlformats.org/drawingml/2006/main" noGrp="1"/>
          </p:cNvSpPr>
          <p:nvPr/>
        </p:nvSpPr>
        <p:spPr>
          <a:xfrm xmlns:a="http://schemas.openxmlformats.org/drawingml/2006/main">
            <a:off x="80391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6" name="figure-1042">
            <a:extLst xmlns:a="http://schemas.openxmlformats.org/drawingml/2006/main">
              <a:ext uri="{FF2B5EF4-FFF2-40B4-BE49-F238E27FC236}">
                <a16:creationId xmlns:a16="http://schemas.microsoft.com/office/drawing/2014/main" id="{8765C0E2-039D-47DF-9A2F-F33F20365B99}"/>
              </a:ext>
            </a:extLst>
          </p:cNvPr>
          <p:cNvSpPr>
            <a:spLocks xmlns:a="http://schemas.openxmlformats.org/drawingml/2006/main" noGrp="1"/>
          </p:cNvSpPr>
          <p:nvPr/>
        </p:nvSpPr>
        <p:spPr>
          <a:xfrm xmlns:a="http://schemas.openxmlformats.org/drawingml/2006/main">
            <a:off x="82677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7" name="figure-1043">
            <a:extLst xmlns:a="http://schemas.openxmlformats.org/drawingml/2006/main">
              <a:ext uri="{FF2B5EF4-FFF2-40B4-BE49-F238E27FC236}">
                <a16:creationId xmlns:a16="http://schemas.microsoft.com/office/drawing/2014/main" id="{ECC142B4-AEE1-405A-968E-96E63F723D99}"/>
              </a:ext>
            </a:extLst>
          </p:cNvPr>
          <p:cNvSpPr>
            <a:spLocks xmlns:a="http://schemas.openxmlformats.org/drawingml/2006/main" noGrp="1"/>
          </p:cNvSpPr>
          <p:nvPr/>
        </p:nvSpPr>
        <p:spPr>
          <a:xfrm xmlns:a="http://schemas.openxmlformats.org/drawingml/2006/main">
            <a:off x="84963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8" name="figure-1044">
            <a:extLst xmlns:a="http://schemas.openxmlformats.org/drawingml/2006/main">
              <a:ext uri="{FF2B5EF4-FFF2-40B4-BE49-F238E27FC236}">
                <a16:creationId xmlns:a16="http://schemas.microsoft.com/office/drawing/2014/main" id="{8F380A50-9F21-42DB-A12E-F8CC21B9E2D6}"/>
              </a:ext>
            </a:extLst>
          </p:cNvPr>
          <p:cNvSpPr>
            <a:spLocks xmlns:a="http://schemas.openxmlformats.org/drawingml/2006/main" noGrp="1"/>
          </p:cNvSpPr>
          <p:nvPr/>
        </p:nvSpPr>
        <p:spPr>
          <a:xfrm xmlns:a="http://schemas.openxmlformats.org/drawingml/2006/main">
            <a:off x="8724900" y="39052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09" name="figure-1045">
            <a:extLst xmlns:a="http://schemas.openxmlformats.org/drawingml/2006/main">
              <a:ext uri="{FF2B5EF4-FFF2-40B4-BE49-F238E27FC236}">
                <a16:creationId xmlns:a16="http://schemas.microsoft.com/office/drawing/2014/main" id="{11B74737-355F-4789-BDC8-A3D71F827521}"/>
              </a:ext>
            </a:extLst>
          </p:cNvPr>
          <p:cNvSpPr>
            <a:spLocks xmlns:a="http://schemas.openxmlformats.org/drawingml/2006/main" noGrp="1"/>
          </p:cNvSpPr>
          <p:nvPr/>
        </p:nvSpPr>
        <p:spPr>
          <a:xfrm xmlns:a="http://schemas.openxmlformats.org/drawingml/2006/main">
            <a:off x="66675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0" name="figure-1046">
            <a:extLst xmlns:a="http://schemas.openxmlformats.org/drawingml/2006/main">
              <a:ext uri="{FF2B5EF4-FFF2-40B4-BE49-F238E27FC236}">
                <a16:creationId xmlns:a16="http://schemas.microsoft.com/office/drawing/2014/main" id="{85677E74-A1F2-4D1E-AA80-F47482C2CDED}"/>
              </a:ext>
            </a:extLst>
          </p:cNvPr>
          <p:cNvSpPr>
            <a:spLocks xmlns:a="http://schemas.openxmlformats.org/drawingml/2006/main" noGrp="1"/>
          </p:cNvSpPr>
          <p:nvPr/>
        </p:nvSpPr>
        <p:spPr>
          <a:xfrm xmlns:a="http://schemas.openxmlformats.org/drawingml/2006/main">
            <a:off x="68961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1" name="figure-1047">
            <a:extLst xmlns:a="http://schemas.openxmlformats.org/drawingml/2006/main">
              <a:ext uri="{FF2B5EF4-FFF2-40B4-BE49-F238E27FC236}">
                <a16:creationId xmlns:a16="http://schemas.microsoft.com/office/drawing/2014/main" id="{CB5525B6-AB0B-478D-8411-AD7848C1E512}"/>
              </a:ext>
            </a:extLst>
          </p:cNvPr>
          <p:cNvSpPr>
            <a:spLocks xmlns:a="http://schemas.openxmlformats.org/drawingml/2006/main" noGrp="1"/>
          </p:cNvSpPr>
          <p:nvPr/>
        </p:nvSpPr>
        <p:spPr>
          <a:xfrm xmlns:a="http://schemas.openxmlformats.org/drawingml/2006/main">
            <a:off x="71247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2" name="figure-1048">
            <a:extLst xmlns:a="http://schemas.openxmlformats.org/drawingml/2006/main">
              <a:ext uri="{FF2B5EF4-FFF2-40B4-BE49-F238E27FC236}">
                <a16:creationId xmlns:a16="http://schemas.microsoft.com/office/drawing/2014/main" id="{EA482D8D-35C9-4C35-92CD-EE11A54BCF99}"/>
              </a:ext>
            </a:extLst>
          </p:cNvPr>
          <p:cNvSpPr>
            <a:spLocks xmlns:a="http://schemas.openxmlformats.org/drawingml/2006/main" noGrp="1"/>
          </p:cNvSpPr>
          <p:nvPr/>
        </p:nvSpPr>
        <p:spPr>
          <a:xfrm xmlns:a="http://schemas.openxmlformats.org/drawingml/2006/main">
            <a:off x="73533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3" name="figure-1049">
            <a:extLst xmlns:a="http://schemas.openxmlformats.org/drawingml/2006/main">
              <a:ext uri="{FF2B5EF4-FFF2-40B4-BE49-F238E27FC236}">
                <a16:creationId xmlns:a16="http://schemas.microsoft.com/office/drawing/2014/main" id="{67302177-47EF-4D63-B51E-A8E7FA7A0A47}"/>
              </a:ext>
            </a:extLst>
          </p:cNvPr>
          <p:cNvSpPr>
            <a:spLocks xmlns:a="http://schemas.openxmlformats.org/drawingml/2006/main" noGrp="1"/>
          </p:cNvSpPr>
          <p:nvPr/>
        </p:nvSpPr>
        <p:spPr>
          <a:xfrm xmlns:a="http://schemas.openxmlformats.org/drawingml/2006/main">
            <a:off x="75819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4" name="figure-1050">
            <a:extLst xmlns:a="http://schemas.openxmlformats.org/drawingml/2006/main">
              <a:ext uri="{FF2B5EF4-FFF2-40B4-BE49-F238E27FC236}">
                <a16:creationId xmlns:a16="http://schemas.microsoft.com/office/drawing/2014/main" id="{0A7BAB23-E43D-4066-8FD5-2F365F2D699B}"/>
              </a:ext>
            </a:extLst>
          </p:cNvPr>
          <p:cNvSpPr>
            <a:spLocks xmlns:a="http://schemas.openxmlformats.org/drawingml/2006/main" noGrp="1"/>
          </p:cNvSpPr>
          <p:nvPr/>
        </p:nvSpPr>
        <p:spPr>
          <a:xfrm xmlns:a="http://schemas.openxmlformats.org/drawingml/2006/main">
            <a:off x="78105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5" name="figure-1051">
            <a:extLst xmlns:a="http://schemas.openxmlformats.org/drawingml/2006/main">
              <a:ext uri="{FF2B5EF4-FFF2-40B4-BE49-F238E27FC236}">
                <a16:creationId xmlns:a16="http://schemas.microsoft.com/office/drawing/2014/main" id="{A423E2D1-7BD3-42A4-A82C-1EF458550423}"/>
              </a:ext>
            </a:extLst>
          </p:cNvPr>
          <p:cNvSpPr>
            <a:spLocks xmlns:a="http://schemas.openxmlformats.org/drawingml/2006/main" noGrp="1"/>
          </p:cNvSpPr>
          <p:nvPr/>
        </p:nvSpPr>
        <p:spPr>
          <a:xfrm xmlns:a="http://schemas.openxmlformats.org/drawingml/2006/main">
            <a:off x="80391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6" name="figure-1052">
            <a:extLst xmlns:a="http://schemas.openxmlformats.org/drawingml/2006/main">
              <a:ext uri="{FF2B5EF4-FFF2-40B4-BE49-F238E27FC236}">
                <a16:creationId xmlns:a16="http://schemas.microsoft.com/office/drawing/2014/main" id="{BEF3E229-61A3-44C4-AC48-03D771AFAF8E}"/>
              </a:ext>
            </a:extLst>
          </p:cNvPr>
          <p:cNvSpPr>
            <a:spLocks xmlns:a="http://schemas.openxmlformats.org/drawingml/2006/main" noGrp="1"/>
          </p:cNvSpPr>
          <p:nvPr/>
        </p:nvSpPr>
        <p:spPr>
          <a:xfrm xmlns:a="http://schemas.openxmlformats.org/drawingml/2006/main">
            <a:off x="82677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7" name="figure-1053">
            <a:extLst xmlns:a="http://schemas.openxmlformats.org/drawingml/2006/main">
              <a:ext uri="{FF2B5EF4-FFF2-40B4-BE49-F238E27FC236}">
                <a16:creationId xmlns:a16="http://schemas.microsoft.com/office/drawing/2014/main" id="{862FA1A9-5B9A-4D25-8317-D74EFA87ADCD}"/>
              </a:ext>
            </a:extLst>
          </p:cNvPr>
          <p:cNvSpPr>
            <a:spLocks xmlns:a="http://schemas.openxmlformats.org/drawingml/2006/main" noGrp="1"/>
          </p:cNvSpPr>
          <p:nvPr/>
        </p:nvSpPr>
        <p:spPr>
          <a:xfrm xmlns:a="http://schemas.openxmlformats.org/drawingml/2006/main">
            <a:off x="84963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8" name="figure-1054">
            <a:extLst xmlns:a="http://schemas.openxmlformats.org/drawingml/2006/main">
              <a:ext uri="{FF2B5EF4-FFF2-40B4-BE49-F238E27FC236}">
                <a16:creationId xmlns:a16="http://schemas.microsoft.com/office/drawing/2014/main" id="{65A43291-AD12-4AF6-9D0B-786AD07EB80F}"/>
              </a:ext>
            </a:extLst>
          </p:cNvPr>
          <p:cNvSpPr>
            <a:spLocks xmlns:a="http://schemas.openxmlformats.org/drawingml/2006/main" noGrp="1"/>
          </p:cNvSpPr>
          <p:nvPr/>
        </p:nvSpPr>
        <p:spPr>
          <a:xfrm xmlns:a="http://schemas.openxmlformats.org/drawingml/2006/main">
            <a:off x="8724900" y="41338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19" name="figure-1055">
            <a:extLst xmlns:a="http://schemas.openxmlformats.org/drawingml/2006/main">
              <a:ext uri="{FF2B5EF4-FFF2-40B4-BE49-F238E27FC236}">
                <a16:creationId xmlns:a16="http://schemas.microsoft.com/office/drawing/2014/main" id="{1E1E86BB-F49C-44D7-BA98-5D20855EA8F9}"/>
              </a:ext>
            </a:extLst>
          </p:cNvPr>
          <p:cNvSpPr>
            <a:spLocks xmlns:a="http://schemas.openxmlformats.org/drawingml/2006/main" noGrp="1"/>
          </p:cNvSpPr>
          <p:nvPr/>
        </p:nvSpPr>
        <p:spPr>
          <a:xfrm xmlns:a="http://schemas.openxmlformats.org/drawingml/2006/main">
            <a:off x="66675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0" name="figure-1056">
            <a:extLst xmlns:a="http://schemas.openxmlformats.org/drawingml/2006/main">
              <a:ext uri="{FF2B5EF4-FFF2-40B4-BE49-F238E27FC236}">
                <a16:creationId xmlns:a16="http://schemas.microsoft.com/office/drawing/2014/main" id="{CC7437AC-C7A6-4C43-AE72-7889246E3F07}"/>
              </a:ext>
            </a:extLst>
          </p:cNvPr>
          <p:cNvSpPr>
            <a:spLocks xmlns:a="http://schemas.openxmlformats.org/drawingml/2006/main" noGrp="1"/>
          </p:cNvSpPr>
          <p:nvPr/>
        </p:nvSpPr>
        <p:spPr>
          <a:xfrm xmlns:a="http://schemas.openxmlformats.org/drawingml/2006/main">
            <a:off x="68961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1" name="figure-1057">
            <a:extLst xmlns:a="http://schemas.openxmlformats.org/drawingml/2006/main">
              <a:ext uri="{FF2B5EF4-FFF2-40B4-BE49-F238E27FC236}">
                <a16:creationId xmlns:a16="http://schemas.microsoft.com/office/drawing/2014/main" id="{F83AD140-E7E4-4BE7-B0FF-F86E13AC10A6}"/>
              </a:ext>
            </a:extLst>
          </p:cNvPr>
          <p:cNvSpPr>
            <a:spLocks xmlns:a="http://schemas.openxmlformats.org/drawingml/2006/main" noGrp="1"/>
          </p:cNvSpPr>
          <p:nvPr/>
        </p:nvSpPr>
        <p:spPr>
          <a:xfrm xmlns:a="http://schemas.openxmlformats.org/drawingml/2006/main">
            <a:off x="71247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2" name="figure-1058">
            <a:extLst xmlns:a="http://schemas.openxmlformats.org/drawingml/2006/main">
              <a:ext uri="{FF2B5EF4-FFF2-40B4-BE49-F238E27FC236}">
                <a16:creationId xmlns:a16="http://schemas.microsoft.com/office/drawing/2014/main" id="{EE2E62C3-9464-488E-8F47-472FFED99F7C}"/>
              </a:ext>
            </a:extLst>
          </p:cNvPr>
          <p:cNvSpPr>
            <a:spLocks xmlns:a="http://schemas.openxmlformats.org/drawingml/2006/main" noGrp="1"/>
          </p:cNvSpPr>
          <p:nvPr/>
        </p:nvSpPr>
        <p:spPr>
          <a:xfrm xmlns:a="http://schemas.openxmlformats.org/drawingml/2006/main">
            <a:off x="73533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3" name="figure-1059">
            <a:extLst xmlns:a="http://schemas.openxmlformats.org/drawingml/2006/main">
              <a:ext uri="{FF2B5EF4-FFF2-40B4-BE49-F238E27FC236}">
                <a16:creationId xmlns:a16="http://schemas.microsoft.com/office/drawing/2014/main" id="{65006345-B528-457A-A203-1AF668CD2BB7}"/>
              </a:ext>
            </a:extLst>
          </p:cNvPr>
          <p:cNvSpPr>
            <a:spLocks xmlns:a="http://schemas.openxmlformats.org/drawingml/2006/main" noGrp="1"/>
          </p:cNvSpPr>
          <p:nvPr/>
        </p:nvSpPr>
        <p:spPr>
          <a:xfrm xmlns:a="http://schemas.openxmlformats.org/drawingml/2006/main">
            <a:off x="75819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4" name="figure-1060">
            <a:extLst xmlns:a="http://schemas.openxmlformats.org/drawingml/2006/main">
              <a:ext uri="{FF2B5EF4-FFF2-40B4-BE49-F238E27FC236}">
                <a16:creationId xmlns:a16="http://schemas.microsoft.com/office/drawing/2014/main" id="{22DFD7F5-D96F-4004-A456-985D3834CBBD}"/>
              </a:ext>
            </a:extLst>
          </p:cNvPr>
          <p:cNvSpPr>
            <a:spLocks xmlns:a="http://schemas.openxmlformats.org/drawingml/2006/main" noGrp="1"/>
          </p:cNvSpPr>
          <p:nvPr/>
        </p:nvSpPr>
        <p:spPr>
          <a:xfrm xmlns:a="http://schemas.openxmlformats.org/drawingml/2006/main">
            <a:off x="78105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5" name="figure-1061">
            <a:extLst xmlns:a="http://schemas.openxmlformats.org/drawingml/2006/main">
              <a:ext uri="{FF2B5EF4-FFF2-40B4-BE49-F238E27FC236}">
                <a16:creationId xmlns:a16="http://schemas.microsoft.com/office/drawing/2014/main" id="{FF8467ED-1906-404C-855C-50C616872718}"/>
              </a:ext>
            </a:extLst>
          </p:cNvPr>
          <p:cNvSpPr>
            <a:spLocks xmlns:a="http://schemas.openxmlformats.org/drawingml/2006/main" noGrp="1"/>
          </p:cNvSpPr>
          <p:nvPr/>
        </p:nvSpPr>
        <p:spPr>
          <a:xfrm xmlns:a="http://schemas.openxmlformats.org/drawingml/2006/main">
            <a:off x="80391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6" name="figure-1062">
            <a:extLst xmlns:a="http://schemas.openxmlformats.org/drawingml/2006/main">
              <a:ext uri="{FF2B5EF4-FFF2-40B4-BE49-F238E27FC236}">
                <a16:creationId xmlns:a16="http://schemas.microsoft.com/office/drawing/2014/main" id="{529934CE-262B-4786-97B8-969D54C084F0}"/>
              </a:ext>
            </a:extLst>
          </p:cNvPr>
          <p:cNvSpPr>
            <a:spLocks xmlns:a="http://schemas.openxmlformats.org/drawingml/2006/main" noGrp="1"/>
          </p:cNvSpPr>
          <p:nvPr/>
        </p:nvSpPr>
        <p:spPr>
          <a:xfrm xmlns:a="http://schemas.openxmlformats.org/drawingml/2006/main">
            <a:off x="82677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7" name="figure-1063">
            <a:extLst xmlns:a="http://schemas.openxmlformats.org/drawingml/2006/main">
              <a:ext uri="{FF2B5EF4-FFF2-40B4-BE49-F238E27FC236}">
                <a16:creationId xmlns:a16="http://schemas.microsoft.com/office/drawing/2014/main" id="{85A7439A-DCFA-48CA-AC46-44B8298DC2B7}"/>
              </a:ext>
            </a:extLst>
          </p:cNvPr>
          <p:cNvSpPr>
            <a:spLocks xmlns:a="http://schemas.openxmlformats.org/drawingml/2006/main" noGrp="1"/>
          </p:cNvSpPr>
          <p:nvPr/>
        </p:nvSpPr>
        <p:spPr>
          <a:xfrm xmlns:a="http://schemas.openxmlformats.org/drawingml/2006/main">
            <a:off x="84963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8" name="figure-1064">
            <a:extLst xmlns:a="http://schemas.openxmlformats.org/drawingml/2006/main">
              <a:ext uri="{FF2B5EF4-FFF2-40B4-BE49-F238E27FC236}">
                <a16:creationId xmlns:a16="http://schemas.microsoft.com/office/drawing/2014/main" id="{DCE93E31-A3EA-463C-ABC2-00CDC1EF78ED}"/>
              </a:ext>
            </a:extLst>
          </p:cNvPr>
          <p:cNvSpPr>
            <a:spLocks xmlns:a="http://schemas.openxmlformats.org/drawingml/2006/main" noGrp="1"/>
          </p:cNvSpPr>
          <p:nvPr/>
        </p:nvSpPr>
        <p:spPr>
          <a:xfrm xmlns:a="http://schemas.openxmlformats.org/drawingml/2006/main">
            <a:off x="8724900" y="4362450"/>
            <a:ext cx="2286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151515"/>
            </a:solidFill>
          </a:ln>
        </p:spPr>
      </p:sp>
      <p:sp>
        <p:nvSpPr>
          <p:cNvPr id="129" name="figure-1065">
            <a:extLst xmlns:a="http://schemas.openxmlformats.org/drawingml/2006/main">
              <a:ext uri="{FF2B5EF4-FFF2-40B4-BE49-F238E27FC236}">
                <a16:creationId xmlns:a16="http://schemas.microsoft.com/office/drawing/2014/main" id="{3AFE9CEB-DBFD-4ADB-9A7A-2779630B39DC}"/>
              </a:ext>
            </a:extLst>
          </p:cNvPr>
          <p:cNvSpPr>
            <a:spLocks xmlns:a="http://schemas.openxmlformats.org/drawingml/2006/main" noGrp="1"/>
          </p:cNvSpPr>
          <p:nvPr/>
        </p:nvSpPr>
        <p:spPr>
          <a:xfrm xmlns:a="http://schemas.openxmlformats.org/drawingml/2006/main">
            <a:off x="809625" y="49339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25" b="1">
                <a:solidFill>
                  <a:srgbClr val="151515"/>
                </a:solidFill>
                <a:latin typeface="Malgun Gothic"/>
                <a:ea typeface="Malgun Gothic"/>
                <a:cs typeface="Malgun Gothic"/>
              </a:defRPr>
            </a:pPr>
            <a:r>
              <a:rPr sz="2625" b="1">
                <a:solidFill>
                  <a:srgbClr val="151515"/>
                </a:solidFill>
                <a:latin typeface="Malgun Gothic"/>
                <a:ea typeface="Malgun Gothic"/>
                <a:cs typeface="Malgun Gothic"/>
              </a:rPr>
              <a:t>5 × 5 = 25칸</a:t>
            </a:r>
          </a:p>
        </p:txBody>
      </p:sp>
      <p:sp>
        <p:nvSpPr>
          <p:cNvPr id="130" name="figure-1066">
            <a:extLst xmlns:a="http://schemas.openxmlformats.org/drawingml/2006/main">
              <a:ext uri="{FF2B5EF4-FFF2-40B4-BE49-F238E27FC236}">
                <a16:creationId xmlns:a16="http://schemas.microsoft.com/office/drawing/2014/main" id="{6148CA58-CB8C-44EF-A101-65F15ED57462}"/>
              </a:ext>
            </a:extLst>
          </p:cNvPr>
          <p:cNvSpPr>
            <a:spLocks xmlns:a="http://schemas.openxmlformats.org/drawingml/2006/main" noGrp="1"/>
          </p:cNvSpPr>
          <p:nvPr/>
        </p:nvSpPr>
        <p:spPr>
          <a:xfrm xmlns:a="http://schemas.openxmlformats.org/drawingml/2006/main">
            <a:off x="6067425" y="493395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25" b="1">
                <a:solidFill>
                  <a:srgbClr val="151515"/>
                </a:solidFill>
                <a:latin typeface="Malgun Gothic"/>
                <a:ea typeface="Malgun Gothic"/>
                <a:cs typeface="Malgun Gothic"/>
              </a:defRPr>
            </a:pPr>
            <a:r>
              <a:rPr sz="2625" b="1">
                <a:solidFill>
                  <a:srgbClr val="151515"/>
                </a:solidFill>
                <a:latin typeface="Malgun Gothic"/>
                <a:ea typeface="Malgun Gothic"/>
                <a:cs typeface="Malgun Gothic"/>
              </a:rPr>
              <a:t>10 × 10 = 100칸</a:t>
            </a:r>
          </a:p>
        </p:txBody>
      </p:sp>
      <p:sp>
        <p:nvSpPr>
          <p:cNvPr id="131" name="figure-1067">
            <a:extLst xmlns:a="http://schemas.openxmlformats.org/drawingml/2006/main">
              <a:ext uri="{FF2B5EF4-FFF2-40B4-BE49-F238E27FC236}">
                <a16:creationId xmlns:a16="http://schemas.microsoft.com/office/drawing/2014/main" id="{58E59B49-345B-4EE3-9FE2-FC507A352E73}"/>
              </a:ext>
            </a:extLst>
          </p:cNvPr>
          <p:cNvSpPr>
            <a:spLocks xmlns:a="http://schemas.openxmlformats.org/drawingml/2006/main" noGrp="1"/>
          </p:cNvSpPr>
          <p:nvPr/>
        </p:nvSpPr>
        <p:spPr>
          <a:xfrm xmlns:a="http://schemas.openxmlformats.org/drawingml/2006/main">
            <a:off x="4514850" y="3171825"/>
            <a:ext cx="1238250" cy="2667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32" name="figure-1068">
            <a:extLst xmlns:a="http://schemas.openxmlformats.org/drawingml/2006/main">
              <a:ext uri="{FF2B5EF4-FFF2-40B4-BE49-F238E27FC236}">
                <a16:creationId xmlns:a16="http://schemas.microsoft.com/office/drawing/2014/main" id="{0ADED83B-C215-4574-8603-E46148F4315A}"/>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가로와 세로를 각각 두 배로 나누면, 칸 수는 네 배가 된다</a:t>
            </a:r>
          </a:p>
        </p:txBody>
      </p:sp>
    </p:spTree>
    <p:extLst>
      <p:ext uri="{BB962C8B-B14F-4D97-AF65-F5344CB8AC3E}">
        <p14:creationId xmlns:p14="http://schemas.microsoft.com/office/powerpoint/2010/main" val="208058908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igure-1069">
            <a:extLst xmlns:a="http://schemas.openxmlformats.org/drawingml/2006/main">
              <a:ext uri="{FF2B5EF4-FFF2-40B4-BE49-F238E27FC236}">
                <a16:creationId xmlns:a16="http://schemas.microsoft.com/office/drawing/2014/main" id="{AF585EA5-E728-4815-AD55-0E99B5B4566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길이 있어도 몬스터 몸이 끼일 수 있다</a:t>
            </a:r>
          </a:p>
        </p:txBody>
      </p:sp>
      <p:sp>
        <p:nvSpPr>
          <p:cNvPr id="2" name="figure-1070">
            <a:extLst xmlns:a="http://schemas.openxmlformats.org/drawingml/2006/main">
              <a:ext uri="{FF2B5EF4-FFF2-40B4-BE49-F238E27FC236}">
                <a16:creationId xmlns:a16="http://schemas.microsoft.com/office/drawing/2014/main" id="{F60AEDC0-F332-47A0-9F74-BFCE05B07C9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지도 속 점과 실제 캐릭터의 몸 크기를 구분한다</a:t>
            </a:r>
          </a:p>
        </p:txBody>
      </p:sp>
      <p:sp>
        <p:nvSpPr>
          <p:cNvPr id="3" name="figure-1071">
            <a:extLst xmlns:a="http://schemas.openxmlformats.org/drawingml/2006/main">
              <a:ext uri="{FF2B5EF4-FFF2-40B4-BE49-F238E27FC236}">
                <a16:creationId xmlns:a16="http://schemas.microsoft.com/office/drawing/2014/main" id="{7BF27E90-7F42-4552-A4B3-D3BD4679CCD8}"/>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32</a:t>
            </a:r>
          </a:p>
        </p:txBody>
      </p:sp>
      <p:sp>
        <p:nvSpPr>
          <p:cNvPr id="4" name="figure-1072">
            <a:extLst xmlns:a="http://schemas.openxmlformats.org/drawingml/2006/main">
              <a:ext uri="{FF2B5EF4-FFF2-40B4-BE49-F238E27FC236}">
                <a16:creationId xmlns:a16="http://schemas.microsoft.com/office/drawing/2014/main" id="{9E31C47D-D1F9-4921-8829-5DB09CA7C93F}"/>
              </a:ext>
            </a:extLst>
          </p:cNvPr>
          <p:cNvSpPr>
            <a:spLocks xmlns:a="http://schemas.openxmlformats.org/drawingml/2006/main" noGrp="1"/>
          </p:cNvSpPr>
          <p:nvPr/>
        </p:nvSpPr>
        <p:spPr>
          <a:xfrm xmlns:a="http://schemas.openxmlformats.org/drawingml/2006/main">
            <a:off x="609600" y="2238375"/>
            <a:ext cx="4762500" cy="1047750"/>
          </a:xfrm>
          <a:prstGeom xmlns:a="http://schemas.openxmlformats.org/drawingml/2006/main" prst="rect">
            <a:avLst/>
          </a:prstGeom>
          <a:solidFill xmlns:a="http://schemas.openxmlformats.org/drawingml/2006/main">
            <a:srgbClr val="151515"/>
          </a:solidFill>
          <a:ln xmlns:a="http://schemas.openxmlformats.org/drawingml/2006/main" w="19050">
            <a:noFill/>
          </a:ln>
        </p:spPr>
      </p:sp>
      <p:sp>
        <p:nvSpPr>
          <p:cNvPr id="5" name="figure-1073">
            <a:extLst xmlns:a="http://schemas.openxmlformats.org/drawingml/2006/main">
              <a:ext uri="{FF2B5EF4-FFF2-40B4-BE49-F238E27FC236}">
                <a16:creationId xmlns:a16="http://schemas.microsoft.com/office/drawing/2014/main" id="{4E4A0A65-A5E8-4809-97C8-DB6AB99D52DF}"/>
              </a:ext>
            </a:extLst>
          </p:cNvPr>
          <p:cNvSpPr>
            <a:spLocks xmlns:a="http://schemas.openxmlformats.org/drawingml/2006/main" noGrp="1"/>
          </p:cNvSpPr>
          <p:nvPr/>
        </p:nvSpPr>
        <p:spPr>
          <a:xfrm xmlns:a="http://schemas.openxmlformats.org/drawingml/2006/main">
            <a:off x="609600" y="4238625"/>
            <a:ext cx="4762500" cy="1047750"/>
          </a:xfrm>
          <a:prstGeom xmlns:a="http://schemas.openxmlformats.org/drawingml/2006/main" prst="rect">
            <a:avLst/>
          </a:prstGeom>
          <a:solidFill xmlns:a="http://schemas.openxmlformats.org/drawingml/2006/main">
            <a:srgbClr val="151515"/>
          </a:solidFill>
          <a:ln xmlns:a="http://schemas.openxmlformats.org/drawingml/2006/main" w="19050">
            <a:noFill/>
          </a:ln>
        </p:spPr>
      </p:sp>
      <p:sp>
        <p:nvSpPr>
          <p:cNvPr id="6" name="figure-1074">
            <a:extLst xmlns:a="http://schemas.openxmlformats.org/drawingml/2006/main">
              <a:ext uri="{FF2B5EF4-FFF2-40B4-BE49-F238E27FC236}">
                <a16:creationId xmlns:a16="http://schemas.microsoft.com/office/drawing/2014/main" id="{5C696450-DDE3-4329-A2E8-9610AA378B76}"/>
              </a:ext>
            </a:extLst>
          </p:cNvPr>
          <p:cNvSpPr>
            <a:spLocks xmlns:a="http://schemas.openxmlformats.org/drawingml/2006/main" noGrp="1"/>
          </p:cNvSpPr>
          <p:nvPr/>
        </p:nvSpPr>
        <p:spPr>
          <a:xfrm xmlns:a="http://schemas.openxmlformats.org/drawingml/2006/main">
            <a:off x="2181225" y="3400425"/>
            <a:ext cx="762000" cy="7620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1515"/>
            </a:solidFill>
          </a:ln>
        </p:spPr>
      </p:sp>
      <p:sp>
        <p:nvSpPr>
          <p:cNvPr id="7" name="figure-1075">
            <a:extLst xmlns:a="http://schemas.openxmlformats.org/drawingml/2006/main">
              <a:ext uri="{FF2B5EF4-FFF2-40B4-BE49-F238E27FC236}">
                <a16:creationId xmlns:a16="http://schemas.microsoft.com/office/drawing/2014/main" id="{AF9D8AB6-7D6D-4AE9-B50F-904406EDB008}"/>
              </a:ext>
            </a:extLst>
          </p:cNvPr>
          <p:cNvSpPr>
            <a:spLocks xmlns:a="http://schemas.openxmlformats.org/drawingml/2006/main" noGrp="1"/>
          </p:cNvSpPr>
          <p:nvPr/>
        </p:nvSpPr>
        <p:spPr>
          <a:xfrm xmlns:a="http://schemas.openxmlformats.org/drawingml/2006/main">
            <a:off x="6048375" y="254317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작은 몸</a:t>
            </a:r>
          </a:p>
        </p:txBody>
      </p:sp>
      <p:sp>
        <p:nvSpPr>
          <p:cNvPr id="8" name="figure-1076">
            <a:extLst xmlns:a="http://schemas.openxmlformats.org/drawingml/2006/main">
              <a:ext uri="{FF2B5EF4-FFF2-40B4-BE49-F238E27FC236}">
                <a16:creationId xmlns:a16="http://schemas.microsoft.com/office/drawing/2014/main" id="{F21BA2B6-4B34-448C-A495-8CD63D5B8611}"/>
              </a:ext>
            </a:extLst>
          </p:cNvPr>
          <p:cNvSpPr>
            <a:spLocks xmlns:a="http://schemas.openxmlformats.org/drawingml/2006/main" noGrp="1"/>
          </p:cNvSpPr>
          <p:nvPr/>
        </p:nvSpPr>
        <p:spPr>
          <a:xfrm xmlns:a="http://schemas.openxmlformats.org/drawingml/2006/main">
            <a:off x="6048375" y="3209925"/>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0">
                <a:solidFill>
                  <a:srgbClr val="151515"/>
                </a:solidFill>
                <a:latin typeface="Malgun Gothic"/>
                <a:ea typeface="Malgun Gothic"/>
                <a:cs typeface="Malgun Gothic"/>
              </a:defRPr>
            </a:pPr>
            <a:r>
              <a:rPr sz="2250" b="0">
                <a:solidFill>
                  <a:srgbClr val="151515"/>
                </a:solidFill>
                <a:latin typeface="Malgun Gothic"/>
                <a:ea typeface="Malgun Gothic"/>
                <a:cs typeface="Malgun Gothic"/>
              </a:rPr>
              <a:t>좁은 길도 지나갈 수 있다</a:t>
            </a:r>
          </a:p>
        </p:txBody>
      </p:sp>
      <p:sp>
        <p:nvSpPr>
          <p:cNvPr id="9" name="figure-1077">
            <a:extLst xmlns:a="http://schemas.openxmlformats.org/drawingml/2006/main">
              <a:ext uri="{FF2B5EF4-FFF2-40B4-BE49-F238E27FC236}">
                <a16:creationId xmlns:a16="http://schemas.microsoft.com/office/drawing/2014/main" id="{F4F4E8B5-41C6-470C-AB93-6E17BB7F3466}"/>
              </a:ext>
            </a:extLst>
          </p:cNvPr>
          <p:cNvSpPr>
            <a:spLocks xmlns:a="http://schemas.openxmlformats.org/drawingml/2006/main" noGrp="1"/>
          </p:cNvSpPr>
          <p:nvPr/>
        </p:nvSpPr>
        <p:spPr>
          <a:xfrm xmlns:a="http://schemas.openxmlformats.org/drawingml/2006/main">
            <a:off x="7448550" y="4191000"/>
            <a:ext cx="1476375" cy="1476375"/>
          </a:xfrm>
          <a:prstGeom xmlns:a="http://schemas.openxmlformats.org/drawingml/2006/main" prst="ellipse">
            <a:avLst/>
          </a:prstGeom>
          <a:solidFill xmlns:a="http://schemas.openxmlformats.org/drawingml/2006/main">
            <a:srgbClr val="FFFFFF"/>
          </a:solidFill>
          <a:ln xmlns:a="http://schemas.openxmlformats.org/drawingml/2006/main" w="28575">
            <a:solidFill>
              <a:srgbClr val="151515"/>
            </a:solidFill>
          </a:ln>
        </p:spPr>
      </p:sp>
      <p:sp>
        <p:nvSpPr>
          <p:cNvPr id="10" name="figure-1078">
            <a:extLst xmlns:a="http://schemas.openxmlformats.org/drawingml/2006/main">
              <a:ext uri="{FF2B5EF4-FFF2-40B4-BE49-F238E27FC236}">
                <a16:creationId xmlns:a16="http://schemas.microsoft.com/office/drawing/2014/main" id="{B8EADD40-7071-4562-8C3B-AABBD43B8E42}"/>
              </a:ext>
            </a:extLst>
          </p:cNvPr>
          <p:cNvSpPr>
            <a:spLocks xmlns:a="http://schemas.openxmlformats.org/drawingml/2006/main" noGrp="1"/>
          </p:cNvSpPr>
          <p:nvPr/>
        </p:nvSpPr>
        <p:spPr>
          <a:xfrm xmlns:a="http://schemas.openxmlformats.org/drawingml/2006/main">
            <a:off x="609600" y="53816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큰 몸은 길 폭을 다시 본다</a:t>
            </a:r>
          </a:p>
        </p:txBody>
      </p:sp>
      <p:sp>
        <p:nvSpPr>
          <p:cNvPr id="11" name="figure-1079">
            <a:extLst xmlns:a="http://schemas.openxmlformats.org/drawingml/2006/main">
              <a:ext uri="{FF2B5EF4-FFF2-40B4-BE49-F238E27FC236}">
                <a16:creationId xmlns:a16="http://schemas.microsoft.com/office/drawing/2014/main" id="{5D319AE4-F34E-473E-86CB-4E12A4AA396D}"/>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캐릭터 크기를 넣어 통과 가능한 연결과 장소를 정해야 한다</a:t>
            </a:r>
          </a:p>
        </p:txBody>
      </p:sp>
    </p:spTree>
    <p:extLst>
      <p:ext uri="{BB962C8B-B14F-4D97-AF65-F5344CB8AC3E}">
        <p14:creationId xmlns:p14="http://schemas.microsoft.com/office/powerpoint/2010/main" val="2469221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1080">
            <a:extLst xmlns:a="http://schemas.openxmlformats.org/drawingml/2006/main">
              <a:ext uri="{FF2B5EF4-FFF2-40B4-BE49-F238E27FC236}">
                <a16:creationId xmlns:a16="http://schemas.microsoft.com/office/drawing/2014/main" id="{0CA140C3-2DC1-4B5D-9534-C9D9BB7503C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길이 없거나 목표가 움직이면 다시 판단한다</a:t>
            </a:r>
          </a:p>
        </p:txBody>
      </p:sp>
      <p:sp>
        <p:nvSpPr>
          <p:cNvPr id="2" name="figure-1081">
            <a:extLst xmlns:a="http://schemas.openxmlformats.org/drawingml/2006/main">
              <a:ext uri="{FF2B5EF4-FFF2-40B4-BE49-F238E27FC236}">
                <a16:creationId xmlns:a16="http://schemas.microsoft.com/office/drawing/2014/main" id="{D1CBAE71-F31F-4FB8-B501-B010AF7B6B9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길찾기 결과를 행동 나무에 돌려주고 다음 행동을 고른다</a:t>
            </a:r>
          </a:p>
        </p:txBody>
      </p:sp>
      <p:sp>
        <p:nvSpPr>
          <p:cNvPr id="3" name="figure-1082">
            <a:extLst xmlns:a="http://schemas.openxmlformats.org/drawingml/2006/main">
              <a:ext uri="{FF2B5EF4-FFF2-40B4-BE49-F238E27FC236}">
                <a16:creationId xmlns:a16="http://schemas.microsoft.com/office/drawing/2014/main" id="{9F86DF5A-96E9-4AD1-973F-458084EEB91F}"/>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33</a:t>
            </a:r>
          </a:p>
        </p:txBody>
      </p:sp>
      <p:graphicFrame>
        <p:nvGraphicFramePr>
          <p:cNvPr id="9" name=""/>
          <p:cNvGraphicFramePr/>
          <p:nvPr/>
        </p:nvGraphicFramePr>
        <p:xfrm>
          <a:off xmlns:a="http://schemas.openxmlformats.org/drawingml/2006/main" x="609600" y="2171700"/>
          <a:ext xmlns:a="http://schemas.openxmlformats.org/drawingml/2006/main" cx="10972800" cy="3095625"/>
        </p:xfrm>
        <a:graphic xmlns:a="http://schemas.openxmlformats.org/drawingml/2006/main">
          <a:graphicData uri="http://schemas.openxmlformats.org/drawingml/2006/table">
            <a:tbl>
              <a:tblPr/>
              <a:tblGrid>
                <a:gridCol w="5143500"/>
                <a:gridCol w="5829300"/>
              </a:tblGrid>
              <a:tr h="773906">
                <a:tc>
                  <a:txBody>
                    <a:bodyPr lIns="152400" tIns="85725" rIns="114300" bIns="85725">
                      <a:noAutofit/>
                    </a:bodyPr>
                    <a:lstStyle/>
                    <a:p>
                      <a:r>
                        <a:rPr sz="2025" b="1">
                          <a:solidFill>
                            <a:srgbClr val="FFFFFF"/>
                          </a:solidFill>
                          <a:latin typeface="Malgun Gothic"/>
                          <a:ea typeface="Malgun Gothic"/>
                          <a:cs typeface="Malgun Gothic"/>
                        </a:rPr>
                        <a:t>일어난 상황</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다음에 할 일</a:t>
                      </a:r>
                    </a:p>
                  </a:txBody>
                  <a:tcPr marL="91440" marR="91440" marT="45720" marB="45720" anchor="ctr">
                    <a:solidFill>
                      <a:srgbClr val="151515"/>
                    </a:solidFill>
                  </a:tcPr>
                </a:tc>
              </a:tr>
              <a:tr h="773906">
                <a:tc>
                  <a:txBody>
                    <a:bodyPr lIns="152400" tIns="85725" rIns="114300" bIns="85725">
                      <a:noAutofit/>
                    </a:bodyPr>
                    <a:lstStyle/>
                    <a:p>
                      <a:r>
                        <a:rPr sz="2025" b="0">
                          <a:solidFill>
                            <a:srgbClr val="151515"/>
                          </a:solidFill>
                          <a:latin typeface="Malgun Gothic"/>
                          <a:ea typeface="Malgun Gothic"/>
                          <a:cs typeface="Malgun Gothic"/>
                        </a:rPr>
                        <a:t>후보가 모두 없어져도 목표를 못 찾음</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“갈 길 없음”을 알리고 다른 행동 판단</a:t>
                      </a:r>
                    </a:p>
                  </a:txBody>
                  <a:tcPr marL="91440" marR="91440" marT="45720" marB="45720" anchor="ctr">
                    <a:solidFill>
                      <a:srgbClr val="FFFFFF"/>
                    </a:solidFill>
                  </a:tcPr>
                </a:tc>
              </a:tr>
              <a:tr h="773906">
                <a:tc>
                  <a:txBody>
                    <a:bodyPr lIns="152400" tIns="85725" rIns="114300" bIns="85725">
                      <a:noAutofit/>
                    </a:bodyPr>
                    <a:lstStyle/>
                    <a:p>
                      <a:r>
                        <a:rPr sz="2025" b="0">
                          <a:solidFill>
                            <a:srgbClr val="151515"/>
                          </a:solidFill>
                          <a:latin typeface="Malgun Gothic"/>
                          <a:ea typeface="Malgun Gothic"/>
                          <a:cs typeface="Malgun Gothic"/>
                        </a:rPr>
                        <a:t>적이 다른 곳으로 이동함</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새 위치로 길을 다시 찾을지 판단</a:t>
                      </a:r>
                    </a:p>
                  </a:txBody>
                  <a:tcPr marL="91440" marR="91440" marT="45720" marB="45720" anchor="ctr">
                    <a:solidFill>
                      <a:srgbClr val="F6F6F6"/>
                    </a:solidFill>
                  </a:tcPr>
                </a:tc>
              </a:tr>
              <a:tr h="773906">
                <a:tc>
                  <a:txBody>
                    <a:bodyPr lIns="152400" tIns="85725" rIns="114300" bIns="85725">
                      <a:noAutofit/>
                    </a:bodyPr>
                    <a:lstStyle/>
                    <a:p>
                      <a:r>
                        <a:rPr sz="2025" b="0">
                          <a:solidFill>
                            <a:srgbClr val="151515"/>
                          </a:solidFill>
                          <a:latin typeface="Malgun Gothic"/>
                          <a:ea typeface="Malgun Gothic"/>
                          <a:cs typeface="Malgun Gothic"/>
                        </a:rPr>
                        <a:t>걷다가 다른 몬스터에게 막힘</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피해서 걷거나 필요하면 길을 다시 찾음</a:t>
                      </a:r>
                    </a:p>
                  </a:txBody>
                  <a:tcPr marL="91440" marR="91440" marT="45720" marB="45720" anchor="ctr">
                    <a:solidFill>
                      <a:srgbClr val="FFFFFF"/>
                    </a:solidFill>
                  </a:tcPr>
                </a:tc>
              </a:tr>
            </a:tbl>
          </a:graphicData>
        </a:graphic>
      </p:graphicFrame>
      <p:sp>
        <p:nvSpPr>
          <p:cNvPr id="5" name="figure-1083">
            <a:extLst xmlns:a="http://schemas.openxmlformats.org/drawingml/2006/main">
              <a:ext uri="{FF2B5EF4-FFF2-40B4-BE49-F238E27FC236}">
                <a16:creationId xmlns:a16="http://schemas.microsoft.com/office/drawing/2014/main" id="{25191D94-B42D-48B7-A22F-8C1D28004A3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계산한 길이 있다는 것과 실제 도착했다는 것은 다른 답이다</a:t>
            </a:r>
          </a:p>
        </p:txBody>
      </p:sp>
    </p:spTree>
    <p:extLst>
      <p:ext uri="{BB962C8B-B14F-4D97-AF65-F5344CB8AC3E}">
        <p14:creationId xmlns:p14="http://schemas.microsoft.com/office/powerpoint/2010/main" val="142790740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1084">
            <a:extLst xmlns:a="http://schemas.openxmlformats.org/drawingml/2006/main">
              <a:ext uri="{FF2B5EF4-FFF2-40B4-BE49-F238E27FC236}">
                <a16:creationId xmlns:a16="http://schemas.microsoft.com/office/drawing/2014/main" id="{D3B1C3CF-DC89-4ED8-AF61-FFC5B3633150}"/>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그림과 점수를 설명할 수 있는지 확인한다</a:t>
            </a:r>
          </a:p>
        </p:txBody>
      </p:sp>
      <p:sp>
        <p:nvSpPr>
          <p:cNvPr id="2" name="figure-1085">
            <a:extLst xmlns:a="http://schemas.openxmlformats.org/drawingml/2006/main">
              <a:ext uri="{FF2B5EF4-FFF2-40B4-BE49-F238E27FC236}">
                <a16:creationId xmlns:a16="http://schemas.microsoft.com/office/drawing/2014/main" id="{F7345809-05CF-422B-8299-A7C7764EBBD8}"/>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정답 숫자뿐 아니라 이유도 쉬운 말로 말한다</a:t>
            </a:r>
          </a:p>
        </p:txBody>
      </p:sp>
      <p:sp>
        <p:nvSpPr>
          <p:cNvPr id="3" name="figure-1086">
            <a:extLst xmlns:a="http://schemas.openxmlformats.org/drawingml/2006/main">
              <a:ext uri="{FF2B5EF4-FFF2-40B4-BE49-F238E27FC236}">
                <a16:creationId xmlns:a16="http://schemas.microsoft.com/office/drawing/2014/main" id="{487E205A-3380-4578-9B4B-970ECE244CA4}"/>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34</a:t>
            </a:r>
          </a:p>
        </p:txBody>
      </p:sp>
      <p:sp>
        <p:nvSpPr>
          <p:cNvPr id="4" name="figure-1087">
            <a:extLst xmlns:a="http://schemas.openxmlformats.org/drawingml/2006/main">
              <a:ext uri="{FF2B5EF4-FFF2-40B4-BE49-F238E27FC236}">
                <a16:creationId xmlns:a16="http://schemas.microsoft.com/office/drawing/2014/main" id="{074CF1FE-E01C-404A-B9D6-0740CFA4AABA}"/>
              </a:ext>
            </a:extLst>
          </p:cNvPr>
          <p:cNvSpPr>
            <a:spLocks xmlns:a="http://schemas.openxmlformats.org/drawingml/2006/main" noGrp="1"/>
          </p:cNvSpPr>
          <p:nvPr/>
        </p:nvSpPr>
        <p:spPr>
          <a:xfrm xmlns:a="http://schemas.openxmlformats.org/drawingml/2006/main">
            <a:off x="609600" y="200977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01</a:t>
            </a:r>
          </a:p>
        </p:txBody>
      </p:sp>
      <p:sp>
        <p:nvSpPr>
          <p:cNvPr id="5" name="figure-1088">
            <a:extLst xmlns:a="http://schemas.openxmlformats.org/drawingml/2006/main">
              <a:ext uri="{FF2B5EF4-FFF2-40B4-BE49-F238E27FC236}">
                <a16:creationId xmlns:a16="http://schemas.microsoft.com/office/drawing/2014/main" id="{CCCD8F96-A299-4C9C-A3A6-46D9970CA2BD}"/>
              </a:ext>
            </a:extLst>
          </p:cNvPr>
          <p:cNvSpPr>
            <a:spLocks xmlns:a="http://schemas.openxmlformats.org/drawingml/2006/main" noGrp="1"/>
          </p:cNvSpPr>
          <p:nvPr/>
        </p:nvSpPr>
        <p:spPr>
          <a:xfrm xmlns:a="http://schemas.openxmlformats.org/drawingml/2006/main">
            <a:off x="1828800" y="20097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온 값이 4, 남을 값의 예상이 3이다</a:t>
            </a:r>
          </a:p>
        </p:txBody>
      </p:sp>
      <p:sp>
        <p:nvSpPr>
          <p:cNvPr id="6" name="figure-1089">
            <a:extLst xmlns:a="http://schemas.openxmlformats.org/drawingml/2006/main">
              <a:ext uri="{FF2B5EF4-FFF2-40B4-BE49-F238E27FC236}">
                <a16:creationId xmlns:a16="http://schemas.microsoft.com/office/drawing/2014/main" id="{5A924114-526B-4E0B-8CF7-5D5FB331F699}"/>
              </a:ext>
            </a:extLst>
          </p:cNvPr>
          <p:cNvSpPr>
            <a:spLocks xmlns:a="http://schemas.openxmlformats.org/drawingml/2006/main" noGrp="1"/>
          </p:cNvSpPr>
          <p:nvPr/>
        </p:nvSpPr>
        <p:spPr>
          <a:xfrm xmlns:a="http://schemas.openxmlformats.org/drawingml/2006/main">
            <a:off x="1828800" y="24955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비교 점수는 얼마일까?</a:t>
            </a:r>
          </a:p>
        </p:txBody>
      </p:sp>
      <p:sp>
        <p:nvSpPr>
          <p:cNvPr id="7" name="line-1090">
            <a:extLst xmlns:a="http://schemas.openxmlformats.org/drawingml/2006/main">
              <a:ext uri="{FF2B5EF4-FFF2-40B4-BE49-F238E27FC236}">
                <a16:creationId xmlns:a16="http://schemas.microsoft.com/office/drawing/2014/main" id="{13A943AA-B011-40CB-BF75-449D0E89AD04}"/>
              </a:ext>
            </a:extLst>
          </p:cNvPr>
          <p:cNvSpPr>
            <a:spLocks xmlns:a="http://schemas.openxmlformats.org/drawingml/2006/main" noGrp="1"/>
          </p:cNvSpPr>
          <p:nvPr/>
        </p:nvSpPr>
        <p:spPr>
          <a:xfrm xmlns:a="http://schemas.openxmlformats.org/drawingml/2006/main">
            <a:off x="1828800" y="3067050"/>
            <a:ext cx="9601200" cy="9525"/>
          </a:xfrm>
          <a:custGeom xmlns:a="http://schemas.openxmlformats.org/drawingml/2006/main">
            <a:pathLst>
              <a:path w="9601200" h="9525">
                <a:moveTo>
                  <a:pt x="0" y="0"/>
                </a:moveTo>
                <a:lnTo>
                  <a:pt x="9601200" y="0"/>
                </a:lnTo>
              </a:path>
            </a:pathLst>
          </a:custGeom>
          <a:noFill xmlns:a="http://schemas.openxmlformats.org/drawingml/2006/main"/>
          <a:ln xmlns:a="http://schemas.openxmlformats.org/drawingml/2006/main" w="9525">
            <a:solidFill>
              <a:srgbClr val="DDDDDD"/>
            </a:solidFill>
            <a:prstDash val="solid"/>
          </a:ln>
        </p:spPr>
      </p:sp>
      <p:sp>
        <p:nvSpPr>
          <p:cNvPr id="8" name="figure-1091">
            <a:extLst xmlns:a="http://schemas.openxmlformats.org/drawingml/2006/main">
              <a:ext uri="{FF2B5EF4-FFF2-40B4-BE49-F238E27FC236}">
                <a16:creationId xmlns:a16="http://schemas.microsoft.com/office/drawing/2014/main" id="{C05FA0D1-5647-4E63-B92E-84E6F5D69AA5}"/>
              </a:ext>
            </a:extLst>
          </p:cNvPr>
          <p:cNvSpPr>
            <a:spLocks xmlns:a="http://schemas.openxmlformats.org/drawingml/2006/main" noGrp="1"/>
          </p:cNvSpPr>
          <p:nvPr/>
        </p:nvSpPr>
        <p:spPr>
          <a:xfrm xmlns:a="http://schemas.openxmlformats.org/drawingml/2006/main">
            <a:off x="609600" y="320992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02</a:t>
            </a:r>
          </a:p>
        </p:txBody>
      </p:sp>
      <p:sp>
        <p:nvSpPr>
          <p:cNvPr id="9" name="figure-1092">
            <a:extLst xmlns:a="http://schemas.openxmlformats.org/drawingml/2006/main">
              <a:ext uri="{FF2B5EF4-FFF2-40B4-BE49-F238E27FC236}">
                <a16:creationId xmlns:a16="http://schemas.microsoft.com/office/drawing/2014/main" id="{893A55C9-892B-4025-BA68-9CA520193D9F}"/>
              </a:ext>
            </a:extLst>
          </p:cNvPr>
          <p:cNvSpPr>
            <a:spLocks xmlns:a="http://schemas.openxmlformats.org/drawingml/2006/main" noGrp="1"/>
          </p:cNvSpPr>
          <p:nvPr/>
        </p:nvSpPr>
        <p:spPr>
          <a:xfrm xmlns:a="http://schemas.openxmlformats.org/drawingml/2006/main">
            <a:off x="1828800" y="32099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목표 칸을 옆 칸으로 처음 찾았다</a:t>
            </a:r>
          </a:p>
        </p:txBody>
      </p:sp>
      <p:sp>
        <p:nvSpPr>
          <p:cNvPr id="10" name="figure-1093">
            <a:extLst xmlns:a="http://schemas.openxmlformats.org/drawingml/2006/main">
              <a:ext uri="{FF2B5EF4-FFF2-40B4-BE49-F238E27FC236}">
                <a16:creationId xmlns:a16="http://schemas.microsoft.com/office/drawing/2014/main" id="{4302E9E4-CD4B-4F98-B6D6-0404751AACBC}"/>
              </a:ext>
            </a:extLst>
          </p:cNvPr>
          <p:cNvSpPr>
            <a:spLocks xmlns:a="http://schemas.openxmlformats.org/drawingml/2006/main" noGrp="1"/>
          </p:cNvSpPr>
          <p:nvPr/>
        </p:nvSpPr>
        <p:spPr>
          <a:xfrm xmlns:a="http://schemas.openxmlformats.org/drawingml/2006/main">
            <a:off x="1828800" y="36957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오늘 규칙에서는 바로 끝낼까?</a:t>
            </a:r>
          </a:p>
        </p:txBody>
      </p:sp>
      <p:sp>
        <p:nvSpPr>
          <p:cNvPr id="11" name="line-1094">
            <a:extLst xmlns:a="http://schemas.openxmlformats.org/drawingml/2006/main">
              <a:ext uri="{FF2B5EF4-FFF2-40B4-BE49-F238E27FC236}">
                <a16:creationId xmlns:a16="http://schemas.microsoft.com/office/drawing/2014/main" id="{DD314853-637E-4440-8B4D-291C45A469CB}"/>
              </a:ext>
            </a:extLst>
          </p:cNvPr>
          <p:cNvSpPr>
            <a:spLocks xmlns:a="http://schemas.openxmlformats.org/drawingml/2006/main" noGrp="1"/>
          </p:cNvSpPr>
          <p:nvPr/>
        </p:nvSpPr>
        <p:spPr>
          <a:xfrm xmlns:a="http://schemas.openxmlformats.org/drawingml/2006/main">
            <a:off x="1828800" y="4267200"/>
            <a:ext cx="9601200" cy="9525"/>
          </a:xfrm>
          <a:custGeom xmlns:a="http://schemas.openxmlformats.org/drawingml/2006/main">
            <a:pathLst>
              <a:path w="9601200" h="9525">
                <a:moveTo>
                  <a:pt x="0" y="0"/>
                </a:moveTo>
                <a:lnTo>
                  <a:pt x="9601200" y="0"/>
                </a:lnTo>
              </a:path>
            </a:pathLst>
          </a:custGeom>
          <a:noFill xmlns:a="http://schemas.openxmlformats.org/drawingml/2006/main"/>
          <a:ln xmlns:a="http://schemas.openxmlformats.org/drawingml/2006/main" w="9525">
            <a:solidFill>
              <a:srgbClr val="DDDDDD"/>
            </a:solidFill>
            <a:prstDash val="solid"/>
          </a:ln>
        </p:spPr>
      </p:sp>
      <p:sp>
        <p:nvSpPr>
          <p:cNvPr id="12" name="figure-1095">
            <a:extLst xmlns:a="http://schemas.openxmlformats.org/drawingml/2006/main">
              <a:ext uri="{FF2B5EF4-FFF2-40B4-BE49-F238E27FC236}">
                <a16:creationId xmlns:a16="http://schemas.microsoft.com/office/drawing/2014/main" id="{881563D5-07E9-49F4-BA5C-C28B5693229A}"/>
              </a:ext>
            </a:extLst>
          </p:cNvPr>
          <p:cNvSpPr>
            <a:spLocks xmlns:a="http://schemas.openxmlformats.org/drawingml/2006/main" noGrp="1"/>
          </p:cNvSpPr>
          <p:nvPr/>
        </p:nvSpPr>
        <p:spPr>
          <a:xfrm xmlns:a="http://schemas.openxmlformats.org/drawingml/2006/main">
            <a:off x="609600" y="441007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03</a:t>
            </a:r>
          </a:p>
        </p:txBody>
      </p:sp>
      <p:sp>
        <p:nvSpPr>
          <p:cNvPr id="13" name="figure-1096">
            <a:extLst xmlns:a="http://schemas.openxmlformats.org/drawingml/2006/main">
              <a:ext uri="{FF2B5EF4-FFF2-40B4-BE49-F238E27FC236}">
                <a16:creationId xmlns:a16="http://schemas.microsoft.com/office/drawing/2014/main" id="{3CA2EF3E-A428-4680-8586-AEE155B635C9}"/>
              </a:ext>
            </a:extLst>
          </p:cNvPr>
          <p:cNvSpPr>
            <a:spLocks xmlns:a="http://schemas.openxmlformats.org/drawingml/2006/main" noGrp="1"/>
          </p:cNvSpPr>
          <p:nvPr/>
        </p:nvSpPr>
        <p:spPr>
          <a:xfrm xmlns:a="http://schemas.openxmlformats.org/drawingml/2006/main">
            <a:off x="1828800" y="44100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주변을 살펴본 칸이 12개다</a:t>
            </a:r>
          </a:p>
        </p:txBody>
      </p:sp>
      <p:sp>
        <p:nvSpPr>
          <p:cNvPr id="14" name="figure-1097">
            <a:extLst xmlns:a="http://schemas.openxmlformats.org/drawingml/2006/main">
              <a:ext uri="{FF2B5EF4-FFF2-40B4-BE49-F238E27FC236}">
                <a16:creationId xmlns:a16="http://schemas.microsoft.com/office/drawing/2014/main" id="{A271DA02-B516-4CAB-90E2-DB19A584053D}"/>
              </a:ext>
            </a:extLst>
          </p:cNvPr>
          <p:cNvSpPr>
            <a:spLocks xmlns:a="http://schemas.openxmlformats.org/drawingml/2006/main" noGrp="1"/>
          </p:cNvSpPr>
          <p:nvPr/>
        </p:nvSpPr>
        <p:spPr>
          <a:xfrm xmlns:a="http://schemas.openxmlformats.org/drawingml/2006/main">
            <a:off x="1828800" y="48958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완성된 길도 꼭 12칸일까?</a:t>
            </a:r>
          </a:p>
        </p:txBody>
      </p:sp>
    </p:spTree>
    <p:extLst>
      <p:ext uri="{BB962C8B-B14F-4D97-AF65-F5344CB8AC3E}">
        <p14:creationId xmlns:p14="http://schemas.microsoft.com/office/powerpoint/2010/main" val="144150581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1098">
            <a:extLst xmlns:a="http://schemas.openxmlformats.org/drawingml/2006/main">
              <a:ext uri="{FF2B5EF4-FFF2-40B4-BE49-F238E27FC236}">
                <a16:creationId xmlns:a16="http://schemas.microsoft.com/office/drawing/2014/main" id="{89525865-0023-43E0-9300-14B867E5068B}"/>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큰 지도에서는 큰 길부터 볼 수도 있다</a:t>
            </a:r>
          </a:p>
        </p:txBody>
      </p:sp>
      <p:sp>
        <p:nvSpPr>
          <p:cNvPr id="2" name="figure-1099">
            <a:extLst xmlns:a="http://schemas.openxmlformats.org/drawingml/2006/main">
              <a:ext uri="{FF2B5EF4-FFF2-40B4-BE49-F238E27FC236}">
                <a16:creationId xmlns:a16="http://schemas.microsoft.com/office/drawing/2014/main" id="{1C275989-4963-4FA5-B5D5-B9873671790B}"/>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다음 수업은 탐색할 장소 수를 줄이는 방법으로 이어진다</a:t>
            </a:r>
          </a:p>
        </p:txBody>
      </p:sp>
      <p:sp>
        <p:nvSpPr>
          <p:cNvPr id="3" name="figure-1100">
            <a:extLst xmlns:a="http://schemas.openxmlformats.org/drawingml/2006/main">
              <a:ext uri="{FF2B5EF4-FFF2-40B4-BE49-F238E27FC236}">
                <a16:creationId xmlns:a16="http://schemas.microsoft.com/office/drawing/2014/main" id="{1828C2D3-E57E-4244-9B66-52A1917398B6}"/>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35</a:t>
            </a:r>
          </a:p>
        </p:txBody>
      </p:sp>
      <p:sp>
        <p:nvSpPr>
          <p:cNvPr id="4" name="figure-1101">
            <a:extLst xmlns:a="http://schemas.openxmlformats.org/drawingml/2006/main">
              <a:ext uri="{FF2B5EF4-FFF2-40B4-BE49-F238E27FC236}">
                <a16:creationId xmlns:a16="http://schemas.microsoft.com/office/drawing/2014/main" id="{23AF3E35-ADFF-4C6E-BF22-3520D800CA9D}"/>
              </a:ext>
            </a:extLst>
          </p:cNvPr>
          <p:cNvSpPr>
            <a:spLocks xmlns:a="http://schemas.openxmlformats.org/drawingml/2006/main" noGrp="1"/>
          </p:cNvSpPr>
          <p:nvPr/>
        </p:nvSpPr>
        <p:spPr>
          <a:xfrm xmlns:a="http://schemas.openxmlformats.org/drawingml/2006/main">
            <a:off x="6096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102">
            <a:extLst xmlns:a="http://schemas.openxmlformats.org/drawingml/2006/main">
              <a:ext uri="{FF2B5EF4-FFF2-40B4-BE49-F238E27FC236}">
                <a16:creationId xmlns:a16="http://schemas.microsoft.com/office/drawing/2014/main" id="{F1D655A0-A476-4084-A541-8E319AB7A132}"/>
              </a:ext>
            </a:extLst>
          </p:cNvPr>
          <p:cNvSpPr>
            <a:spLocks xmlns:a="http://schemas.openxmlformats.org/drawingml/2006/main" noGrp="1"/>
          </p:cNvSpPr>
          <p:nvPr/>
        </p:nvSpPr>
        <p:spPr>
          <a:xfrm xmlns:a="http://schemas.openxmlformats.org/drawingml/2006/main">
            <a:off x="6858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내 구역의 출구</a:t>
            </a:r>
          </a:p>
        </p:txBody>
      </p:sp>
      <p:sp>
        <p:nvSpPr>
          <p:cNvPr id="6" name="figure-1103">
            <a:extLst xmlns:a="http://schemas.openxmlformats.org/drawingml/2006/main">
              <a:ext uri="{FF2B5EF4-FFF2-40B4-BE49-F238E27FC236}">
                <a16:creationId xmlns:a16="http://schemas.microsoft.com/office/drawing/2014/main" id="{47F51A27-2811-4797-93B0-C10BD3B002FC}"/>
              </a:ext>
            </a:extLst>
          </p:cNvPr>
          <p:cNvSpPr>
            <a:spLocks xmlns:a="http://schemas.openxmlformats.org/drawingml/2006/main" noGrp="1"/>
          </p:cNvSpPr>
          <p:nvPr/>
        </p:nvSpPr>
        <p:spPr>
          <a:xfrm xmlns:a="http://schemas.openxmlformats.org/drawingml/2006/main">
            <a:off x="401637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104">
            <a:extLst xmlns:a="http://schemas.openxmlformats.org/drawingml/2006/main">
              <a:ext uri="{FF2B5EF4-FFF2-40B4-BE49-F238E27FC236}">
                <a16:creationId xmlns:a16="http://schemas.microsoft.com/office/drawing/2014/main" id="{D6237601-734A-4CFC-8BFE-D407C1452E5C}"/>
              </a:ext>
            </a:extLst>
          </p:cNvPr>
          <p:cNvSpPr>
            <a:spLocks xmlns:a="http://schemas.openxmlformats.org/drawingml/2006/main" noGrp="1"/>
          </p:cNvSpPr>
          <p:nvPr/>
        </p:nvSpPr>
        <p:spPr>
          <a:xfrm xmlns:a="http://schemas.openxmlformats.org/drawingml/2006/main">
            <a:off x="446405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1105">
            <a:extLst xmlns:a="http://schemas.openxmlformats.org/drawingml/2006/main">
              <a:ext uri="{FF2B5EF4-FFF2-40B4-BE49-F238E27FC236}">
                <a16:creationId xmlns:a16="http://schemas.microsoft.com/office/drawing/2014/main" id="{A4B30B24-A837-4397-A342-2D910FD07FCB}"/>
              </a:ext>
            </a:extLst>
          </p:cNvPr>
          <p:cNvSpPr>
            <a:spLocks xmlns:a="http://schemas.openxmlformats.org/drawingml/2006/main" noGrp="1"/>
          </p:cNvSpPr>
          <p:nvPr/>
        </p:nvSpPr>
        <p:spPr>
          <a:xfrm xmlns:a="http://schemas.openxmlformats.org/drawingml/2006/main">
            <a:off x="454025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다음 구역의 출구</a:t>
            </a:r>
          </a:p>
        </p:txBody>
      </p:sp>
      <p:sp>
        <p:nvSpPr>
          <p:cNvPr id="9" name="figure-1106">
            <a:extLst xmlns:a="http://schemas.openxmlformats.org/drawingml/2006/main">
              <a:ext uri="{FF2B5EF4-FFF2-40B4-BE49-F238E27FC236}">
                <a16:creationId xmlns:a16="http://schemas.microsoft.com/office/drawing/2014/main" id="{D31B0FAF-E96D-4C73-82A1-615CE89240DB}"/>
              </a:ext>
            </a:extLst>
          </p:cNvPr>
          <p:cNvSpPr>
            <a:spLocks xmlns:a="http://schemas.openxmlformats.org/drawingml/2006/main" noGrp="1"/>
          </p:cNvSpPr>
          <p:nvPr/>
        </p:nvSpPr>
        <p:spPr>
          <a:xfrm xmlns:a="http://schemas.openxmlformats.org/drawingml/2006/main">
            <a:off x="7870825" y="319087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107">
            <a:extLst xmlns:a="http://schemas.openxmlformats.org/drawingml/2006/main">
              <a:ext uri="{FF2B5EF4-FFF2-40B4-BE49-F238E27FC236}">
                <a16:creationId xmlns:a16="http://schemas.microsoft.com/office/drawing/2014/main" id="{4EED6E30-EA04-4F67-A654-2DEBD1DDF69A}"/>
              </a:ext>
            </a:extLst>
          </p:cNvPr>
          <p:cNvSpPr>
            <a:spLocks xmlns:a="http://schemas.openxmlformats.org/drawingml/2006/main" noGrp="1"/>
          </p:cNvSpPr>
          <p:nvPr/>
        </p:nvSpPr>
        <p:spPr>
          <a:xfrm xmlns:a="http://schemas.openxmlformats.org/drawingml/2006/main">
            <a:off x="8318500" y="2781300"/>
            <a:ext cx="3263900" cy="9906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1108">
            <a:extLst xmlns:a="http://schemas.openxmlformats.org/drawingml/2006/main">
              <a:ext uri="{FF2B5EF4-FFF2-40B4-BE49-F238E27FC236}">
                <a16:creationId xmlns:a16="http://schemas.microsoft.com/office/drawing/2014/main" id="{078BC4DD-A0C5-43EC-815C-74FB5E1FEDC5}"/>
              </a:ext>
            </a:extLst>
          </p:cNvPr>
          <p:cNvSpPr>
            <a:spLocks xmlns:a="http://schemas.openxmlformats.org/drawingml/2006/main" noGrp="1"/>
          </p:cNvSpPr>
          <p:nvPr/>
        </p:nvSpPr>
        <p:spPr>
          <a:xfrm xmlns:a="http://schemas.openxmlformats.org/drawingml/2006/main">
            <a:off x="8394700" y="2819400"/>
            <a:ext cx="311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목표 근처의 작은 길</a:t>
            </a:r>
          </a:p>
        </p:txBody>
      </p:sp>
      <p:sp>
        <p:nvSpPr>
          <p:cNvPr id="12" name="figure-1109">
            <a:extLst xmlns:a="http://schemas.openxmlformats.org/drawingml/2006/main">
              <a:ext uri="{FF2B5EF4-FFF2-40B4-BE49-F238E27FC236}">
                <a16:creationId xmlns:a16="http://schemas.microsoft.com/office/drawing/2014/main" id="{5C4B2903-0E15-4FE5-9D25-40283C823D96}"/>
              </a:ext>
            </a:extLst>
          </p:cNvPr>
          <p:cNvSpPr>
            <a:spLocks xmlns:a="http://schemas.openxmlformats.org/drawingml/2006/main" noGrp="1"/>
          </p:cNvSpPr>
          <p:nvPr/>
        </p:nvSpPr>
        <p:spPr>
          <a:xfrm xmlns:a="http://schemas.openxmlformats.org/drawingml/2006/main">
            <a:off x="609600" y="45053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구역과 출구를 묶어 큰 길부터 찾기: HPA*</a:t>
            </a:r>
          </a:p>
        </p:txBody>
      </p:sp>
      <p:sp>
        <p:nvSpPr>
          <p:cNvPr id="13" name="figure-1110">
            <a:extLst xmlns:a="http://schemas.openxmlformats.org/drawingml/2006/main">
              <a:ext uri="{FF2B5EF4-FFF2-40B4-BE49-F238E27FC236}">
                <a16:creationId xmlns:a16="http://schemas.microsoft.com/office/drawing/2014/main" id="{22E4D9A1-0AB6-4574-AC63-364FC5F2F1C0}"/>
              </a:ext>
            </a:extLst>
          </p:cNvPr>
          <p:cNvSpPr>
            <a:spLocks xmlns:a="http://schemas.openxmlformats.org/drawingml/2006/main" noGrp="1"/>
          </p:cNvSpPr>
          <p:nvPr/>
        </p:nvSpPr>
        <p:spPr>
          <a:xfrm xmlns:a="http://schemas.openxmlformats.org/drawingml/2006/main">
            <a:off x="609600" y="51244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51515"/>
                </a:solidFill>
                <a:latin typeface="Malgun Gothic"/>
                <a:ea typeface="Malgun Gothic"/>
                <a:cs typeface="Malgun Gothic"/>
              </a:defRPr>
            </a:pPr>
            <a:r>
              <a:rPr sz="2325" b="0">
                <a:solidFill>
                  <a:srgbClr val="151515"/>
                </a:solidFill>
                <a:latin typeface="Malgun Gothic"/>
                <a:ea typeface="Malgun Gothic"/>
                <a:cs typeface="Malgun Gothic"/>
              </a:rPr>
              <a:t>걸을 수 있는 바닥을 다각형으로 표현하기: NavMesh</a:t>
            </a:r>
          </a:p>
        </p:txBody>
      </p:sp>
      <p:sp>
        <p:nvSpPr>
          <p:cNvPr id="14" name="figure-1111">
            <a:extLst xmlns:a="http://schemas.openxmlformats.org/drawingml/2006/main">
              <a:ext uri="{FF2B5EF4-FFF2-40B4-BE49-F238E27FC236}">
                <a16:creationId xmlns:a16="http://schemas.microsoft.com/office/drawing/2014/main" id="{1C4E3D77-6C77-4A5D-A04E-215AD384EE57}"/>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Recast는 NavMesh를 만드는 도구다. A*는 연결된 장소에서 길을 찾는다</a:t>
            </a:r>
          </a:p>
        </p:txBody>
      </p:sp>
    </p:spTree>
    <p:extLst>
      <p:ext uri="{BB962C8B-B14F-4D97-AF65-F5344CB8AC3E}">
        <p14:creationId xmlns:p14="http://schemas.microsoft.com/office/powerpoint/2010/main" val="10845740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igure-1112">
            <a:extLst xmlns:a="http://schemas.openxmlformats.org/drawingml/2006/main">
              <a:ext uri="{FF2B5EF4-FFF2-40B4-BE49-F238E27FC236}">
                <a16:creationId xmlns:a16="http://schemas.microsoft.com/office/drawing/2014/main" id="{939486ED-5363-43EE-8A44-CFBEF66CF00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오늘 배운 길찾기는 이렇게 설명한다</a:t>
            </a:r>
          </a:p>
        </p:txBody>
      </p:sp>
      <p:sp>
        <p:nvSpPr>
          <p:cNvPr id="2" name="figure-1113">
            <a:extLst xmlns:a="http://schemas.openxmlformats.org/drawingml/2006/main">
              <a:ext uri="{FF2B5EF4-FFF2-40B4-BE49-F238E27FC236}">
                <a16:creationId xmlns:a16="http://schemas.microsoft.com/office/drawing/2014/main" id="{3661A5A6-86A0-47DE-BE66-4D49E22814D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쉬운 말로 말할 수 있으면 계산의 뜻을 이해한 것이다</a:t>
            </a:r>
          </a:p>
        </p:txBody>
      </p:sp>
      <p:sp>
        <p:nvSpPr>
          <p:cNvPr id="3" name="figure-1114">
            <a:extLst xmlns:a="http://schemas.openxmlformats.org/drawingml/2006/main">
              <a:ext uri="{FF2B5EF4-FFF2-40B4-BE49-F238E27FC236}">
                <a16:creationId xmlns:a16="http://schemas.microsoft.com/office/drawing/2014/main" id="{3DBFEE3A-53A9-489F-8BDA-508A985379C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36</a:t>
            </a:r>
          </a:p>
        </p:txBody>
      </p:sp>
      <p:sp>
        <p:nvSpPr>
          <p:cNvPr id="4" name="figure-1115">
            <a:extLst xmlns:a="http://schemas.openxmlformats.org/drawingml/2006/main">
              <a:ext uri="{FF2B5EF4-FFF2-40B4-BE49-F238E27FC236}">
                <a16:creationId xmlns:a16="http://schemas.microsoft.com/office/drawing/2014/main" id="{20F51E29-CA69-4466-A579-78609CCFFF66}"/>
              </a:ext>
            </a:extLst>
          </p:cNvPr>
          <p:cNvSpPr>
            <a:spLocks xmlns:a="http://schemas.openxmlformats.org/drawingml/2006/main" noGrp="1"/>
          </p:cNvSpPr>
          <p:nvPr/>
        </p:nvSpPr>
        <p:spPr>
          <a:xfrm xmlns:a="http://schemas.openxmlformats.org/drawingml/2006/main">
            <a:off x="609600" y="20478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① 갈 수 있는 장소와 연결을 정한다</a:t>
            </a:r>
          </a:p>
        </p:txBody>
      </p:sp>
      <p:sp>
        <p:nvSpPr>
          <p:cNvPr id="5" name="figure-1116">
            <a:extLst xmlns:a="http://schemas.openxmlformats.org/drawingml/2006/main">
              <a:ext uri="{FF2B5EF4-FFF2-40B4-BE49-F238E27FC236}">
                <a16:creationId xmlns:a16="http://schemas.microsoft.com/office/drawing/2014/main" id="{E8FDEF1D-FBB5-47AB-8ED2-831A4D91ED77}"/>
              </a:ext>
            </a:extLst>
          </p:cNvPr>
          <p:cNvSpPr>
            <a:spLocks xmlns:a="http://schemas.openxmlformats.org/drawingml/2006/main" noGrp="1"/>
          </p:cNvSpPr>
          <p:nvPr/>
        </p:nvSpPr>
        <p:spPr>
          <a:xfrm xmlns:a="http://schemas.openxmlformats.org/drawingml/2006/main">
            <a:off x="609600" y="28765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② 온 값과 남을 값의 예상을 더한다</a:t>
            </a:r>
          </a:p>
        </p:txBody>
      </p:sp>
      <p:sp>
        <p:nvSpPr>
          <p:cNvPr id="6" name="figure-1117">
            <a:extLst xmlns:a="http://schemas.openxmlformats.org/drawingml/2006/main">
              <a:ext uri="{FF2B5EF4-FFF2-40B4-BE49-F238E27FC236}">
                <a16:creationId xmlns:a16="http://schemas.microsoft.com/office/drawing/2014/main" id="{EEBBBBEC-D9BC-460D-A908-7BC2DAEC0AC9}"/>
              </a:ext>
            </a:extLst>
          </p:cNvPr>
          <p:cNvSpPr>
            <a:spLocks xmlns:a="http://schemas.openxmlformats.org/drawingml/2006/main" noGrp="1"/>
          </p:cNvSpPr>
          <p:nvPr/>
        </p:nvSpPr>
        <p:spPr>
          <a:xfrm xmlns:a="http://schemas.openxmlformats.org/drawingml/2006/main">
            <a:off x="609600" y="37052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③ 작은 점수 후보의 주변부터 살펴본다</a:t>
            </a:r>
          </a:p>
        </p:txBody>
      </p:sp>
      <p:sp>
        <p:nvSpPr>
          <p:cNvPr id="7" name="figure-1118">
            <a:extLst xmlns:a="http://schemas.openxmlformats.org/drawingml/2006/main">
              <a:ext uri="{FF2B5EF4-FFF2-40B4-BE49-F238E27FC236}">
                <a16:creationId xmlns:a16="http://schemas.microsoft.com/office/drawing/2014/main" id="{B0F13DEC-58EC-4D46-8557-99CD2C3E97A8}"/>
              </a:ext>
            </a:extLst>
          </p:cNvPr>
          <p:cNvSpPr>
            <a:spLocks xmlns:a="http://schemas.openxmlformats.org/drawingml/2006/main" noGrp="1"/>
          </p:cNvSpPr>
          <p:nvPr/>
        </p:nvSpPr>
        <p:spPr>
          <a:xfrm xmlns:a="http://schemas.openxmlformats.org/drawingml/2006/main">
            <a:off x="609600" y="45339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④ 이전 칸 메모를 거꾸로 읽어 길을 만든다</a:t>
            </a:r>
          </a:p>
        </p:txBody>
      </p:sp>
      <p:sp>
        <p:nvSpPr>
          <p:cNvPr id="8" name="figure-1119">
            <a:extLst xmlns:a="http://schemas.openxmlformats.org/drawingml/2006/main">
              <a:ext uri="{FF2B5EF4-FFF2-40B4-BE49-F238E27FC236}">
                <a16:creationId xmlns:a16="http://schemas.microsoft.com/office/drawing/2014/main" id="{C4153708-6D84-467E-B3B4-3C5C99FE5A2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행동 나무는 할 일을 고르고, A*는 목적지까지 갈 길을 찾는다</a:t>
            </a:r>
          </a:p>
        </p:txBody>
      </p:sp>
    </p:spTree>
    <p:extLst>
      <p:ext uri="{BB962C8B-B14F-4D97-AF65-F5344CB8AC3E}">
        <p14:creationId xmlns:p14="http://schemas.microsoft.com/office/powerpoint/2010/main" val="918404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2026-10-05T09:58:58.8430000Z</dcterms:created>
  <dcterms:modified xsi:type="dcterms:W3CDTF">2026-10-05T09:58:58.8430000Z</dcterms:modified>
</coreProperties>
</file>